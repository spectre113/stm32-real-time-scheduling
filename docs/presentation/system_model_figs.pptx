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18" r:id="rId11"/>
    <p:sldId id="421" r:id="rId12"/>
    <p:sldId id="419" r:id="rId13"/>
    <p:sldId id="415" r:id="rId14"/>
    <p:sldId id="416" r:id="rId15"/>
    <p:sldId id="411" r:id="rId16"/>
    <p:sldId id="410" r:id="rId17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6327"/>
  </p:normalViewPr>
  <p:slideViewPr>
    <p:cSldViewPr snapToGrid="0">
      <p:cViewPr>
        <p:scale>
          <a:sx n="125" d="100"/>
          <a:sy n="125" d="100"/>
        </p:scale>
        <p:origin x="30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08/31/2026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0" Type="http://schemas.openxmlformats.org/officeDocument/2006/relationships/image" Target="../media/image216.png"/><Relationship Id="rId29" Type="http://schemas.openxmlformats.org/officeDocument/2006/relationships/image" Target="../media/image244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26" Type="http://schemas.openxmlformats.org/officeDocument/2006/relationships/image" Target="../media/image241.png"/><Relationship Id="rId39" Type="http://schemas.openxmlformats.org/officeDocument/2006/relationships/image" Target="../media/image291.png"/><Relationship Id="rId21" Type="http://schemas.openxmlformats.org/officeDocument/2006/relationships/image" Target="../media/image217.png"/><Relationship Id="rId34" Type="http://schemas.openxmlformats.org/officeDocument/2006/relationships/image" Target="../media/image2860.png"/><Relationship Id="rId42" Type="http://schemas.openxmlformats.org/officeDocument/2006/relationships/image" Target="../media/image294.png"/><Relationship Id="rId47" Type="http://schemas.openxmlformats.org/officeDocument/2006/relationships/image" Target="../media/image299.png"/><Relationship Id="rId50" Type="http://schemas.openxmlformats.org/officeDocument/2006/relationships/image" Target="../media/image302.png"/><Relationship Id="rId63" Type="http://schemas.openxmlformats.org/officeDocument/2006/relationships/image" Target="../media/image2970.png"/><Relationship Id="rId68" Type="http://schemas.openxmlformats.org/officeDocument/2006/relationships/image" Target="../media/image309.png"/><Relationship Id="rId76" Type="http://schemas.openxmlformats.org/officeDocument/2006/relationships/image" Target="../media/image316.png"/><Relationship Id="rId84" Type="http://schemas.openxmlformats.org/officeDocument/2006/relationships/image" Target="../media/image324.png"/><Relationship Id="rId89" Type="http://schemas.openxmlformats.org/officeDocument/2006/relationships/image" Target="../media/image3200.png"/><Relationship Id="rId7" Type="http://schemas.openxmlformats.org/officeDocument/2006/relationships/image" Target="../media/image195.png"/><Relationship Id="rId71" Type="http://schemas.openxmlformats.org/officeDocument/2006/relationships/image" Target="../media/image312.png"/><Relationship Id="rId92" Type="http://schemas.openxmlformats.org/officeDocument/2006/relationships/image" Target="../media/image331.png"/><Relationship Id="rId2" Type="http://schemas.openxmlformats.org/officeDocument/2006/relationships/image" Target="../media/image257.png"/><Relationship Id="rId16" Type="http://schemas.openxmlformats.org/officeDocument/2006/relationships/image" Target="../media/image286.png"/><Relationship Id="rId29" Type="http://schemas.openxmlformats.org/officeDocument/2006/relationships/image" Target="../media/image288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591.png"/><Relationship Id="rId37" Type="http://schemas.openxmlformats.org/officeDocument/2006/relationships/image" Target="../media/image2890.png"/><Relationship Id="rId40" Type="http://schemas.openxmlformats.org/officeDocument/2006/relationships/image" Target="../media/image292.png"/><Relationship Id="rId45" Type="http://schemas.openxmlformats.org/officeDocument/2006/relationships/image" Target="../media/image297.png"/><Relationship Id="rId66" Type="http://schemas.openxmlformats.org/officeDocument/2006/relationships/image" Target="../media/image307.png"/><Relationship Id="rId74" Type="http://schemas.openxmlformats.org/officeDocument/2006/relationships/image" Target="../media/image314.png"/><Relationship Id="rId79" Type="http://schemas.openxmlformats.org/officeDocument/2006/relationships/image" Target="../media/image319.png"/><Relationship Id="rId87" Type="http://schemas.openxmlformats.org/officeDocument/2006/relationships/image" Target="../media/image327.png"/><Relationship Id="rId5" Type="http://schemas.openxmlformats.org/officeDocument/2006/relationships/image" Target="../media/image193.png"/><Relationship Id="rId61" Type="http://schemas.openxmlformats.org/officeDocument/2006/relationships/image" Target="../media/image2960.png"/><Relationship Id="rId82" Type="http://schemas.openxmlformats.org/officeDocument/2006/relationships/image" Target="../media/image322.png"/><Relationship Id="rId90" Type="http://schemas.openxmlformats.org/officeDocument/2006/relationships/image" Target="../media/image329.png"/><Relationship Id="rId95" Type="http://schemas.openxmlformats.org/officeDocument/2006/relationships/image" Target="../media/image334.png"/><Relationship Id="rId19" Type="http://schemas.openxmlformats.org/officeDocument/2006/relationships/image" Target="../media/image205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59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89.png"/><Relationship Id="rId35" Type="http://schemas.openxmlformats.org/officeDocument/2006/relationships/image" Target="../media/image2870.png"/><Relationship Id="rId43" Type="http://schemas.openxmlformats.org/officeDocument/2006/relationships/image" Target="../media/image295.png"/><Relationship Id="rId48" Type="http://schemas.openxmlformats.org/officeDocument/2006/relationships/image" Target="../media/image300.png"/><Relationship Id="rId64" Type="http://schemas.openxmlformats.org/officeDocument/2006/relationships/image" Target="../media/image305.png"/><Relationship Id="rId69" Type="http://schemas.openxmlformats.org/officeDocument/2006/relationships/image" Target="../media/image310.png"/><Relationship Id="rId77" Type="http://schemas.openxmlformats.org/officeDocument/2006/relationships/image" Target="../media/image317.png"/><Relationship Id="rId8" Type="http://schemas.openxmlformats.org/officeDocument/2006/relationships/image" Target="../media/image196.png"/><Relationship Id="rId51" Type="http://schemas.openxmlformats.org/officeDocument/2006/relationships/image" Target="../media/image303.png"/><Relationship Id="rId72" Type="http://schemas.openxmlformats.org/officeDocument/2006/relationships/image" Target="../media/image313.png"/><Relationship Id="rId80" Type="http://schemas.openxmlformats.org/officeDocument/2006/relationships/image" Target="../media/image320.png"/><Relationship Id="rId85" Type="http://schemas.openxmlformats.org/officeDocument/2006/relationships/image" Target="../media/image325.png"/><Relationship Id="rId93" Type="http://schemas.openxmlformats.org/officeDocument/2006/relationships/image" Target="../media/image332.png"/><Relationship Id="rId3" Type="http://schemas.openxmlformats.org/officeDocument/2006/relationships/image" Target="../media/image258.png"/><Relationship Id="rId12" Type="http://schemas.openxmlformats.org/officeDocument/2006/relationships/image" Target="../media/image200.png"/><Relationship Id="rId17" Type="http://schemas.openxmlformats.org/officeDocument/2006/relationships/image" Target="../media/image287.png"/><Relationship Id="rId25" Type="http://schemas.openxmlformats.org/officeDocument/2006/relationships/image" Target="../media/image2571.png"/><Relationship Id="rId33" Type="http://schemas.openxmlformats.org/officeDocument/2006/relationships/image" Target="../media/image2601.png"/><Relationship Id="rId38" Type="http://schemas.openxmlformats.org/officeDocument/2006/relationships/image" Target="../media/image290.png"/><Relationship Id="rId46" Type="http://schemas.openxmlformats.org/officeDocument/2006/relationships/image" Target="../media/image298.png"/><Relationship Id="rId67" Type="http://schemas.openxmlformats.org/officeDocument/2006/relationships/image" Target="../media/image308.png"/><Relationship Id="rId20" Type="http://schemas.openxmlformats.org/officeDocument/2006/relationships/image" Target="../media/image216.png"/><Relationship Id="rId41" Type="http://schemas.openxmlformats.org/officeDocument/2006/relationships/image" Target="../media/image293.png"/><Relationship Id="rId62" Type="http://schemas.openxmlformats.org/officeDocument/2006/relationships/image" Target="../media/image304.png"/><Relationship Id="rId70" Type="http://schemas.openxmlformats.org/officeDocument/2006/relationships/image" Target="../media/image311.png"/><Relationship Id="rId75" Type="http://schemas.openxmlformats.org/officeDocument/2006/relationships/image" Target="../media/image315.png"/><Relationship Id="rId83" Type="http://schemas.openxmlformats.org/officeDocument/2006/relationships/image" Target="../media/image323.png"/><Relationship Id="rId88" Type="http://schemas.openxmlformats.org/officeDocument/2006/relationships/image" Target="../media/image328.png"/><Relationship Id="rId91" Type="http://schemas.openxmlformats.org/officeDocument/2006/relationships/image" Target="../media/image330.png"/><Relationship Id="rId96" Type="http://schemas.openxmlformats.org/officeDocument/2006/relationships/image" Target="../media/image3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5" Type="http://schemas.openxmlformats.org/officeDocument/2006/relationships/image" Target="../media/image260.png"/><Relationship Id="rId23" Type="http://schemas.openxmlformats.org/officeDocument/2006/relationships/image" Target="../media/image2572.png"/><Relationship Id="rId28" Type="http://schemas.openxmlformats.org/officeDocument/2006/relationships/image" Target="../media/image243.png"/><Relationship Id="rId36" Type="http://schemas.openxmlformats.org/officeDocument/2006/relationships/image" Target="../media/image2880.png"/><Relationship Id="rId49" Type="http://schemas.openxmlformats.org/officeDocument/2006/relationships/image" Target="../media/image301.png"/><Relationship Id="rId10" Type="http://schemas.openxmlformats.org/officeDocument/2006/relationships/image" Target="../media/image198.png"/><Relationship Id="rId31" Type="http://schemas.openxmlformats.org/officeDocument/2006/relationships/image" Target="../media/image2581.png"/><Relationship Id="rId44" Type="http://schemas.openxmlformats.org/officeDocument/2006/relationships/image" Target="../media/image296.png"/><Relationship Id="rId65" Type="http://schemas.openxmlformats.org/officeDocument/2006/relationships/image" Target="../media/image306.png"/><Relationship Id="rId73" Type="http://schemas.openxmlformats.org/officeDocument/2006/relationships/image" Target="../media/image3060.png"/><Relationship Id="rId78" Type="http://schemas.openxmlformats.org/officeDocument/2006/relationships/image" Target="../media/image318.png"/><Relationship Id="rId81" Type="http://schemas.openxmlformats.org/officeDocument/2006/relationships/image" Target="../media/image321.png"/><Relationship Id="rId86" Type="http://schemas.openxmlformats.org/officeDocument/2006/relationships/image" Target="../media/image326.png"/><Relationship Id="rId94" Type="http://schemas.openxmlformats.org/officeDocument/2006/relationships/image" Target="../media/image33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351.png"/><Relationship Id="rId26" Type="http://schemas.openxmlformats.org/officeDocument/2006/relationships/image" Target="../media/image359.png"/><Relationship Id="rId39" Type="http://schemas.openxmlformats.org/officeDocument/2006/relationships/image" Target="../media/image372.png"/><Relationship Id="rId21" Type="http://schemas.openxmlformats.org/officeDocument/2006/relationships/image" Target="../media/image354.png"/><Relationship Id="rId34" Type="http://schemas.openxmlformats.org/officeDocument/2006/relationships/image" Target="../media/image367.png"/><Relationship Id="rId42" Type="http://schemas.openxmlformats.org/officeDocument/2006/relationships/image" Target="../media/image375.png"/><Relationship Id="rId47" Type="http://schemas.openxmlformats.org/officeDocument/2006/relationships/image" Target="../media/image380.png"/><Relationship Id="rId50" Type="http://schemas.openxmlformats.org/officeDocument/2006/relationships/image" Target="../media/image383.png"/><Relationship Id="rId55" Type="http://schemas.openxmlformats.org/officeDocument/2006/relationships/image" Target="../media/image388.png"/><Relationship Id="rId63" Type="http://schemas.openxmlformats.org/officeDocument/2006/relationships/image" Target="../media/image396.png"/><Relationship Id="rId68" Type="http://schemas.openxmlformats.org/officeDocument/2006/relationships/image" Target="../media/image401.png"/><Relationship Id="rId76" Type="http://schemas.openxmlformats.org/officeDocument/2006/relationships/image" Target="../media/image409.png"/><Relationship Id="rId7" Type="http://schemas.openxmlformats.org/officeDocument/2006/relationships/image" Target="../media/image341.png"/><Relationship Id="rId71" Type="http://schemas.openxmlformats.org/officeDocument/2006/relationships/image" Target="../media/image404.png"/><Relationship Id="rId2" Type="http://schemas.openxmlformats.org/officeDocument/2006/relationships/image" Target="../media/image336.png"/><Relationship Id="rId16" Type="http://schemas.openxmlformats.org/officeDocument/2006/relationships/image" Target="../media/image349.png"/><Relationship Id="rId29" Type="http://schemas.openxmlformats.org/officeDocument/2006/relationships/image" Target="../media/image362.png"/><Relationship Id="rId11" Type="http://schemas.openxmlformats.org/officeDocument/2006/relationships/image" Target="../media/image345.png"/><Relationship Id="rId24" Type="http://schemas.openxmlformats.org/officeDocument/2006/relationships/image" Target="../media/image357.png"/><Relationship Id="rId32" Type="http://schemas.openxmlformats.org/officeDocument/2006/relationships/image" Target="../media/image365.png"/><Relationship Id="rId37" Type="http://schemas.openxmlformats.org/officeDocument/2006/relationships/image" Target="../media/image370.png"/><Relationship Id="rId40" Type="http://schemas.openxmlformats.org/officeDocument/2006/relationships/image" Target="../media/image373.png"/><Relationship Id="rId45" Type="http://schemas.openxmlformats.org/officeDocument/2006/relationships/image" Target="../media/image378.png"/><Relationship Id="rId53" Type="http://schemas.openxmlformats.org/officeDocument/2006/relationships/image" Target="../media/image386.png"/><Relationship Id="rId58" Type="http://schemas.openxmlformats.org/officeDocument/2006/relationships/image" Target="../media/image391.png"/><Relationship Id="rId66" Type="http://schemas.openxmlformats.org/officeDocument/2006/relationships/image" Target="../media/image399.png"/><Relationship Id="rId74" Type="http://schemas.openxmlformats.org/officeDocument/2006/relationships/image" Target="../media/image407.png"/><Relationship Id="rId79" Type="http://schemas.openxmlformats.org/officeDocument/2006/relationships/image" Target="../media/image412.png"/><Relationship Id="rId5" Type="http://schemas.openxmlformats.org/officeDocument/2006/relationships/image" Target="../media/image339.png"/><Relationship Id="rId61" Type="http://schemas.openxmlformats.org/officeDocument/2006/relationships/image" Target="../media/image394.png"/><Relationship Id="rId10" Type="http://schemas.openxmlformats.org/officeDocument/2006/relationships/image" Target="../media/image344.png"/><Relationship Id="rId19" Type="http://schemas.openxmlformats.org/officeDocument/2006/relationships/image" Target="../media/image352.png"/><Relationship Id="rId31" Type="http://schemas.openxmlformats.org/officeDocument/2006/relationships/image" Target="../media/image364.png"/><Relationship Id="rId44" Type="http://schemas.openxmlformats.org/officeDocument/2006/relationships/image" Target="../media/image377.png"/><Relationship Id="rId52" Type="http://schemas.openxmlformats.org/officeDocument/2006/relationships/image" Target="../media/image385.png"/><Relationship Id="rId60" Type="http://schemas.openxmlformats.org/officeDocument/2006/relationships/image" Target="../media/image393.png"/><Relationship Id="rId65" Type="http://schemas.openxmlformats.org/officeDocument/2006/relationships/image" Target="../media/image398.png"/><Relationship Id="rId73" Type="http://schemas.openxmlformats.org/officeDocument/2006/relationships/image" Target="../media/image406.png"/><Relationship Id="rId78" Type="http://schemas.openxmlformats.org/officeDocument/2006/relationships/image" Target="../media/image411.png"/><Relationship Id="rId4" Type="http://schemas.openxmlformats.org/officeDocument/2006/relationships/image" Target="../media/image338.png"/><Relationship Id="rId9" Type="http://schemas.openxmlformats.org/officeDocument/2006/relationships/image" Target="../media/image343.png"/><Relationship Id="rId14" Type="http://schemas.openxmlformats.org/officeDocument/2006/relationships/image" Target="../media/image347.png"/><Relationship Id="rId22" Type="http://schemas.openxmlformats.org/officeDocument/2006/relationships/image" Target="../media/image355.png"/><Relationship Id="rId27" Type="http://schemas.openxmlformats.org/officeDocument/2006/relationships/image" Target="../media/image360.png"/><Relationship Id="rId30" Type="http://schemas.openxmlformats.org/officeDocument/2006/relationships/image" Target="../media/image363.png"/><Relationship Id="rId35" Type="http://schemas.openxmlformats.org/officeDocument/2006/relationships/image" Target="../media/image368.png"/><Relationship Id="rId43" Type="http://schemas.openxmlformats.org/officeDocument/2006/relationships/image" Target="../media/image376.png"/><Relationship Id="rId48" Type="http://schemas.openxmlformats.org/officeDocument/2006/relationships/image" Target="../media/image381.png"/><Relationship Id="rId56" Type="http://schemas.openxmlformats.org/officeDocument/2006/relationships/image" Target="../media/image389.png"/><Relationship Id="rId64" Type="http://schemas.openxmlformats.org/officeDocument/2006/relationships/image" Target="../media/image397.png"/><Relationship Id="rId69" Type="http://schemas.openxmlformats.org/officeDocument/2006/relationships/image" Target="../media/image402.png"/><Relationship Id="rId77" Type="http://schemas.openxmlformats.org/officeDocument/2006/relationships/image" Target="../media/image410.png"/><Relationship Id="rId8" Type="http://schemas.openxmlformats.org/officeDocument/2006/relationships/image" Target="../media/image342.png"/><Relationship Id="rId51" Type="http://schemas.openxmlformats.org/officeDocument/2006/relationships/image" Target="../media/image384.png"/><Relationship Id="rId72" Type="http://schemas.openxmlformats.org/officeDocument/2006/relationships/image" Target="../media/image405.png"/><Relationship Id="rId3" Type="http://schemas.openxmlformats.org/officeDocument/2006/relationships/image" Target="../media/image337.png"/><Relationship Id="rId12" Type="http://schemas.openxmlformats.org/officeDocument/2006/relationships/image" Target="../media/image346.png"/><Relationship Id="rId17" Type="http://schemas.openxmlformats.org/officeDocument/2006/relationships/image" Target="../media/image350.png"/><Relationship Id="rId25" Type="http://schemas.openxmlformats.org/officeDocument/2006/relationships/image" Target="../media/image358.png"/><Relationship Id="rId33" Type="http://schemas.openxmlformats.org/officeDocument/2006/relationships/image" Target="../media/image366.png"/><Relationship Id="rId38" Type="http://schemas.openxmlformats.org/officeDocument/2006/relationships/image" Target="../media/image371.png"/><Relationship Id="rId46" Type="http://schemas.openxmlformats.org/officeDocument/2006/relationships/image" Target="../media/image379.png"/><Relationship Id="rId59" Type="http://schemas.openxmlformats.org/officeDocument/2006/relationships/image" Target="../media/image392.png"/><Relationship Id="rId67" Type="http://schemas.openxmlformats.org/officeDocument/2006/relationships/image" Target="../media/image400.png"/><Relationship Id="rId20" Type="http://schemas.openxmlformats.org/officeDocument/2006/relationships/image" Target="../media/image353.png"/><Relationship Id="rId41" Type="http://schemas.openxmlformats.org/officeDocument/2006/relationships/image" Target="../media/image374.png"/><Relationship Id="rId54" Type="http://schemas.openxmlformats.org/officeDocument/2006/relationships/image" Target="../media/image387.png"/><Relationship Id="rId62" Type="http://schemas.openxmlformats.org/officeDocument/2006/relationships/image" Target="../media/image395.png"/><Relationship Id="rId70" Type="http://schemas.openxmlformats.org/officeDocument/2006/relationships/image" Target="../media/image403.png"/><Relationship Id="rId75" Type="http://schemas.openxmlformats.org/officeDocument/2006/relationships/image" Target="../media/image4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15" Type="http://schemas.openxmlformats.org/officeDocument/2006/relationships/image" Target="../media/image348.png"/><Relationship Id="rId23" Type="http://schemas.openxmlformats.org/officeDocument/2006/relationships/image" Target="../media/image356.png"/><Relationship Id="rId28" Type="http://schemas.openxmlformats.org/officeDocument/2006/relationships/image" Target="../media/image361.png"/><Relationship Id="rId36" Type="http://schemas.openxmlformats.org/officeDocument/2006/relationships/image" Target="../media/image369.png"/><Relationship Id="rId49" Type="http://schemas.openxmlformats.org/officeDocument/2006/relationships/image" Target="../media/image382.png"/><Relationship Id="rId57" Type="http://schemas.openxmlformats.org/officeDocument/2006/relationships/image" Target="../media/image39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4.png"/><Relationship Id="rId18" Type="http://schemas.openxmlformats.org/officeDocument/2006/relationships/image" Target="../media/image429.png"/><Relationship Id="rId26" Type="http://schemas.openxmlformats.org/officeDocument/2006/relationships/image" Target="../media/image437.png"/><Relationship Id="rId39" Type="http://schemas.openxmlformats.org/officeDocument/2006/relationships/image" Target="../media/image449.png"/><Relationship Id="rId3" Type="http://schemas.openxmlformats.org/officeDocument/2006/relationships/image" Target="../media/image414.png"/><Relationship Id="rId21" Type="http://schemas.openxmlformats.org/officeDocument/2006/relationships/image" Target="../media/image432.png"/><Relationship Id="rId34" Type="http://schemas.openxmlformats.org/officeDocument/2006/relationships/image" Target="../media/image444.png"/><Relationship Id="rId42" Type="http://schemas.openxmlformats.org/officeDocument/2006/relationships/image" Target="../media/image451.png"/><Relationship Id="rId47" Type="http://schemas.openxmlformats.org/officeDocument/2006/relationships/image" Target="../media/image408.png"/><Relationship Id="rId50" Type="http://schemas.openxmlformats.org/officeDocument/2006/relationships/image" Target="../media/image455.png"/><Relationship Id="rId7" Type="http://schemas.openxmlformats.org/officeDocument/2006/relationships/image" Target="../media/image418.png"/><Relationship Id="rId12" Type="http://schemas.openxmlformats.org/officeDocument/2006/relationships/image" Target="../media/image423.png"/><Relationship Id="rId17" Type="http://schemas.openxmlformats.org/officeDocument/2006/relationships/image" Target="../media/image428.png"/><Relationship Id="rId25" Type="http://schemas.openxmlformats.org/officeDocument/2006/relationships/image" Target="../media/image436.png"/><Relationship Id="rId33" Type="http://schemas.openxmlformats.org/officeDocument/2006/relationships/image" Target="../media/image387.png"/><Relationship Id="rId38" Type="http://schemas.openxmlformats.org/officeDocument/2006/relationships/image" Target="../media/image448.png"/><Relationship Id="rId46" Type="http://schemas.openxmlformats.org/officeDocument/2006/relationships/image" Target="../media/image410.png"/><Relationship Id="rId16" Type="http://schemas.openxmlformats.org/officeDocument/2006/relationships/image" Target="../media/image427.png"/><Relationship Id="rId20" Type="http://schemas.openxmlformats.org/officeDocument/2006/relationships/image" Target="../media/image431.png"/><Relationship Id="rId29" Type="http://schemas.openxmlformats.org/officeDocument/2006/relationships/image" Target="../media/image440.png"/><Relationship Id="rId41" Type="http://schemas.openxmlformats.org/officeDocument/2006/relationships/image" Target="../media/image450.png"/><Relationship Id="rId54" Type="http://schemas.openxmlformats.org/officeDocument/2006/relationships/image" Target="../media/image4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7.png"/><Relationship Id="rId11" Type="http://schemas.openxmlformats.org/officeDocument/2006/relationships/image" Target="../media/image422.png"/><Relationship Id="rId24" Type="http://schemas.openxmlformats.org/officeDocument/2006/relationships/image" Target="../media/image435.png"/><Relationship Id="rId32" Type="http://schemas.openxmlformats.org/officeDocument/2006/relationships/image" Target="../media/image443.png"/><Relationship Id="rId37" Type="http://schemas.openxmlformats.org/officeDocument/2006/relationships/image" Target="../media/image447.png"/><Relationship Id="rId40" Type="http://schemas.openxmlformats.org/officeDocument/2006/relationships/image" Target="../media/image397.png"/><Relationship Id="rId45" Type="http://schemas.openxmlformats.org/officeDocument/2006/relationships/image" Target="../media/image411.png"/><Relationship Id="rId53" Type="http://schemas.openxmlformats.org/officeDocument/2006/relationships/image" Target="../media/image458.png"/><Relationship Id="rId5" Type="http://schemas.openxmlformats.org/officeDocument/2006/relationships/image" Target="../media/image416.png"/><Relationship Id="rId15" Type="http://schemas.openxmlformats.org/officeDocument/2006/relationships/image" Target="../media/image426.png"/><Relationship Id="rId23" Type="http://schemas.openxmlformats.org/officeDocument/2006/relationships/image" Target="../media/image434.png"/><Relationship Id="rId28" Type="http://schemas.openxmlformats.org/officeDocument/2006/relationships/image" Target="../media/image439.png"/><Relationship Id="rId36" Type="http://schemas.openxmlformats.org/officeDocument/2006/relationships/image" Target="../media/image446.png"/><Relationship Id="rId49" Type="http://schemas.openxmlformats.org/officeDocument/2006/relationships/image" Target="../media/image454.png"/><Relationship Id="rId10" Type="http://schemas.openxmlformats.org/officeDocument/2006/relationships/image" Target="../media/image421.png"/><Relationship Id="rId19" Type="http://schemas.openxmlformats.org/officeDocument/2006/relationships/image" Target="../media/image430.png"/><Relationship Id="rId31" Type="http://schemas.openxmlformats.org/officeDocument/2006/relationships/image" Target="../media/image442.png"/><Relationship Id="rId44" Type="http://schemas.openxmlformats.org/officeDocument/2006/relationships/image" Target="../media/image452.png"/><Relationship Id="rId52" Type="http://schemas.openxmlformats.org/officeDocument/2006/relationships/image" Target="../media/image457.png"/><Relationship Id="rId4" Type="http://schemas.openxmlformats.org/officeDocument/2006/relationships/image" Target="../media/image415.png"/><Relationship Id="rId9" Type="http://schemas.openxmlformats.org/officeDocument/2006/relationships/image" Target="../media/image420.png"/><Relationship Id="rId14" Type="http://schemas.openxmlformats.org/officeDocument/2006/relationships/image" Target="../media/image425.png"/><Relationship Id="rId22" Type="http://schemas.openxmlformats.org/officeDocument/2006/relationships/image" Target="../media/image433.png"/><Relationship Id="rId27" Type="http://schemas.openxmlformats.org/officeDocument/2006/relationships/image" Target="../media/image438.png"/><Relationship Id="rId30" Type="http://schemas.openxmlformats.org/officeDocument/2006/relationships/image" Target="../media/image441.png"/><Relationship Id="rId35" Type="http://schemas.openxmlformats.org/officeDocument/2006/relationships/image" Target="../media/image445.png"/><Relationship Id="rId43" Type="http://schemas.openxmlformats.org/officeDocument/2006/relationships/image" Target="../media/image401.png"/><Relationship Id="rId48" Type="http://schemas.openxmlformats.org/officeDocument/2006/relationships/image" Target="../media/image453.png"/><Relationship Id="rId8" Type="http://schemas.openxmlformats.org/officeDocument/2006/relationships/image" Target="../media/image419.png"/><Relationship Id="rId51" Type="http://schemas.openxmlformats.org/officeDocument/2006/relationships/image" Target="../media/image45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4.png"/><Relationship Id="rId13" Type="http://schemas.openxmlformats.org/officeDocument/2006/relationships/image" Target="../media/image467.png"/><Relationship Id="rId18" Type="http://schemas.openxmlformats.org/officeDocument/2006/relationships/image" Target="../media/image472.png"/><Relationship Id="rId3" Type="http://schemas.openxmlformats.org/officeDocument/2006/relationships/image" Target="NULL"/><Relationship Id="rId21" Type="http://schemas.openxmlformats.org/officeDocument/2006/relationships/image" Target="../media/image475.png"/><Relationship Id="rId7" Type="http://schemas.openxmlformats.org/officeDocument/2006/relationships/image" Target="../media/image463.png"/><Relationship Id="rId12" Type="http://schemas.openxmlformats.org/officeDocument/2006/relationships/image" Target="../media/image466.png"/><Relationship Id="rId17" Type="http://schemas.openxmlformats.org/officeDocument/2006/relationships/image" Target="../media/image471.png"/><Relationship Id="rId25" Type="http://schemas.openxmlformats.org/officeDocument/2006/relationships/image" Target="../media/image479.png"/><Relationship Id="rId2" Type="http://schemas.openxmlformats.org/officeDocument/2006/relationships/image" Target="../media/image460.png"/><Relationship Id="rId16" Type="http://schemas.openxmlformats.org/officeDocument/2006/relationships/image" Target="../media/image470.png"/><Relationship Id="rId20" Type="http://schemas.openxmlformats.org/officeDocument/2006/relationships/image" Target="../media/image4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2.png"/><Relationship Id="rId11" Type="http://schemas.openxmlformats.org/officeDocument/2006/relationships/image" Target="NULL"/><Relationship Id="rId24" Type="http://schemas.openxmlformats.org/officeDocument/2006/relationships/image" Target="../media/image478.png"/><Relationship Id="rId5" Type="http://schemas.openxmlformats.org/officeDocument/2006/relationships/image" Target="../media/image461.png"/><Relationship Id="rId15" Type="http://schemas.openxmlformats.org/officeDocument/2006/relationships/image" Target="../media/image469.png"/><Relationship Id="rId23" Type="http://schemas.openxmlformats.org/officeDocument/2006/relationships/image" Target="../media/image477.png"/><Relationship Id="rId10" Type="http://schemas.openxmlformats.org/officeDocument/2006/relationships/image" Target="NULL"/><Relationship Id="rId19" Type="http://schemas.openxmlformats.org/officeDocument/2006/relationships/image" Target="../media/image473.png"/><Relationship Id="rId4" Type="http://schemas.openxmlformats.org/officeDocument/2006/relationships/image" Target="NULL"/><Relationship Id="rId9" Type="http://schemas.openxmlformats.org/officeDocument/2006/relationships/image" Target="../media/image465.png"/><Relationship Id="rId14" Type="http://schemas.openxmlformats.org/officeDocument/2006/relationships/image" Target="../media/image468.png"/><Relationship Id="rId22" Type="http://schemas.openxmlformats.org/officeDocument/2006/relationships/image" Target="../media/image47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0.png"/><Relationship Id="rId13" Type="http://schemas.openxmlformats.org/officeDocument/2006/relationships/image" Target="../media/image201.png"/><Relationship Id="rId18" Type="http://schemas.openxmlformats.org/officeDocument/2006/relationships/image" Target="../media/image3680.png"/><Relationship Id="rId26" Type="http://schemas.openxmlformats.org/officeDocument/2006/relationships/image" Target="../media/image3740.png"/><Relationship Id="rId39" Type="http://schemas.openxmlformats.org/officeDocument/2006/relationships/image" Target="../media/image292.png"/><Relationship Id="rId3" Type="http://schemas.openxmlformats.org/officeDocument/2006/relationships/image" Target="../media/image258.png"/><Relationship Id="rId21" Type="http://schemas.openxmlformats.org/officeDocument/2006/relationships/image" Target="../media/image3710.png"/><Relationship Id="rId42" Type="http://schemas.openxmlformats.org/officeDocument/2006/relationships/image" Target="../media/image3800.png"/><Relationship Id="rId47" Type="http://schemas.openxmlformats.org/officeDocument/2006/relationships/image" Target="../media/image3850.png"/><Relationship Id="rId50" Type="http://schemas.openxmlformats.org/officeDocument/2006/relationships/image" Target="../media/image3880.png"/><Relationship Id="rId7" Type="http://schemas.openxmlformats.org/officeDocument/2006/relationships/image" Target="../media/image3610.png"/><Relationship Id="rId12" Type="http://schemas.openxmlformats.org/officeDocument/2006/relationships/image" Target="../media/image3650.png"/><Relationship Id="rId17" Type="http://schemas.openxmlformats.org/officeDocument/2006/relationships/image" Target="../media/image287.png"/><Relationship Id="rId25" Type="http://schemas.openxmlformats.org/officeDocument/2006/relationships/image" Target="../media/image2571.png"/><Relationship Id="rId38" Type="http://schemas.openxmlformats.org/officeDocument/2006/relationships/image" Target="../media/image290.png"/><Relationship Id="rId46" Type="http://schemas.openxmlformats.org/officeDocument/2006/relationships/image" Target="../media/image3840.png"/><Relationship Id="rId2" Type="http://schemas.openxmlformats.org/officeDocument/2006/relationships/image" Target="../media/image257.png"/><Relationship Id="rId16" Type="http://schemas.openxmlformats.org/officeDocument/2006/relationships/image" Target="../media/image286.png"/><Relationship Id="rId20" Type="http://schemas.openxmlformats.org/officeDocument/2006/relationships/image" Target="../media/image3700.png"/><Relationship Id="rId29" Type="http://schemas.openxmlformats.org/officeDocument/2006/relationships/image" Target="../media/image3760.png"/><Relationship Id="rId41" Type="http://schemas.openxmlformats.org/officeDocument/2006/relationships/image" Target="../media/image37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0.png"/><Relationship Id="rId11" Type="http://schemas.openxmlformats.org/officeDocument/2006/relationships/image" Target="../media/image3640.png"/><Relationship Id="rId32" Type="http://schemas.openxmlformats.org/officeDocument/2006/relationships/image" Target="../media/image2591.png"/><Relationship Id="rId40" Type="http://schemas.openxmlformats.org/officeDocument/2006/relationships/image" Target="../media/image3780.png"/><Relationship Id="rId45" Type="http://schemas.openxmlformats.org/officeDocument/2006/relationships/image" Target="../media/image3830.png"/><Relationship Id="rId5" Type="http://schemas.openxmlformats.org/officeDocument/2006/relationships/image" Target="../media/image3590.png"/><Relationship Id="rId15" Type="http://schemas.openxmlformats.org/officeDocument/2006/relationships/image" Target="../media/image3670.png"/><Relationship Id="rId23" Type="http://schemas.openxmlformats.org/officeDocument/2006/relationships/image" Target="../media/image3730.png"/><Relationship Id="rId28" Type="http://schemas.openxmlformats.org/officeDocument/2006/relationships/image" Target="../media/image243.png"/><Relationship Id="rId49" Type="http://schemas.openxmlformats.org/officeDocument/2006/relationships/image" Target="../media/image3870.png"/><Relationship Id="rId10" Type="http://schemas.openxmlformats.org/officeDocument/2006/relationships/image" Target="../media/image198.png"/><Relationship Id="rId19" Type="http://schemas.openxmlformats.org/officeDocument/2006/relationships/image" Target="../media/image3690.png"/><Relationship Id="rId31" Type="http://schemas.openxmlformats.org/officeDocument/2006/relationships/image" Target="../media/image2581.png"/><Relationship Id="rId44" Type="http://schemas.openxmlformats.org/officeDocument/2006/relationships/image" Target="../media/image3820.png"/><Relationship Id="rId4" Type="http://schemas.openxmlformats.org/officeDocument/2006/relationships/image" Target="../media/image3580.png"/><Relationship Id="rId9" Type="http://schemas.openxmlformats.org/officeDocument/2006/relationships/image" Target="../media/image3630.png"/><Relationship Id="rId14" Type="http://schemas.openxmlformats.org/officeDocument/2006/relationships/image" Target="../media/image3660.png"/><Relationship Id="rId22" Type="http://schemas.openxmlformats.org/officeDocument/2006/relationships/image" Target="../media/image3720.png"/><Relationship Id="rId27" Type="http://schemas.openxmlformats.org/officeDocument/2006/relationships/image" Target="../media/image3750.png"/><Relationship Id="rId30" Type="http://schemas.openxmlformats.org/officeDocument/2006/relationships/image" Target="../media/image3770.png"/><Relationship Id="rId43" Type="http://schemas.openxmlformats.org/officeDocument/2006/relationships/image" Target="../media/image3810.png"/><Relationship Id="rId48" Type="http://schemas.openxmlformats.org/officeDocument/2006/relationships/image" Target="../media/image38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3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10.png"/><Relationship Id="rId4" Type="http://schemas.openxmlformats.org/officeDocument/2006/relationships/image" Target="../media/image39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8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6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74214" cy="156902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blipFill>
                <a:blip r:embed="rId34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6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7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blipFill>
                <a:blip r:embed="rId41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79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5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5"/>
                <a:ext cx="485774" cy="247375"/>
              </a:xfrm>
              <a:prstGeom prst="rect">
                <a:avLst/>
              </a:prstGeom>
              <a:blipFill>
                <a:blip r:embed="rId44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9620"/>
              </a:xfrm>
              <a:prstGeom prst="rect">
                <a:avLst/>
              </a:prstGeom>
              <a:blipFill>
                <a:blip r:embed="rId45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6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8" y="4341517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8" y="4341517"/>
                <a:ext cx="238848" cy="736740"/>
              </a:xfrm>
              <a:prstGeom prst="rect">
                <a:avLst/>
              </a:prstGeom>
              <a:blipFill>
                <a:blip r:embed="rId47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59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59" y="4309533"/>
                <a:ext cx="404726" cy="246221"/>
              </a:xfrm>
              <a:prstGeom prst="rect">
                <a:avLst/>
              </a:prstGeom>
              <a:blipFill>
                <a:blip r:embed="rId48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2" y="433152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2" y="4331525"/>
                <a:ext cx="238848" cy="736740"/>
              </a:xfrm>
              <a:prstGeom prst="rect">
                <a:avLst/>
              </a:prstGeom>
              <a:blipFill>
                <a:blip r:embed="rId4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1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6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6" y="4347533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2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8" y="2423811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blipFill>
                <a:blip r:embed="rId6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6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6" y="4343937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1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blipFill>
                <a:blip r:embed="rId6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7" y="4352503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7" y="4352503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0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3" y="268683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6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3" y="5487786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3" y="5487786"/>
                <a:ext cx="1366977" cy="193515"/>
              </a:xfrm>
              <a:prstGeom prst="rect">
                <a:avLst/>
              </a:prstGeom>
              <a:blipFill>
                <a:blip r:embed="rId6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6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5" y="5520436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5" y="5520436"/>
                <a:ext cx="461601" cy="167097"/>
              </a:xfrm>
              <a:prstGeom prst="rect">
                <a:avLst/>
              </a:prstGeom>
              <a:blipFill>
                <a:blip r:embed="rId6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6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7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7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29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29"/>
                <a:ext cx="459998" cy="164276"/>
              </a:xfrm>
              <a:prstGeom prst="rect">
                <a:avLst/>
              </a:prstGeom>
              <a:blipFill>
                <a:blip r:embed="rId7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blipFill>
                <a:blip r:embed="rId7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8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5" y="5133384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5" y="5133384"/>
                <a:ext cx="1520160" cy="199542"/>
              </a:xfrm>
              <a:prstGeom prst="rect">
                <a:avLst/>
              </a:prstGeom>
              <a:blipFill>
                <a:blip r:embed="rId7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8" y="5169909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8" y="5169909"/>
                <a:ext cx="708784" cy="163186"/>
              </a:xfrm>
              <a:prstGeom prst="rect">
                <a:avLst/>
              </a:prstGeom>
              <a:blipFill>
                <a:blip r:embed="rId7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5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5" y="5176068"/>
                <a:ext cx="708784" cy="163443"/>
              </a:xfrm>
              <a:prstGeom prst="rect">
                <a:avLst/>
              </a:prstGeom>
              <a:blipFill>
                <a:blip r:embed="rId7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7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39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39" y="5186506"/>
                <a:ext cx="711670" cy="163506"/>
              </a:xfrm>
              <a:prstGeom prst="rect">
                <a:avLst/>
              </a:prstGeom>
              <a:blipFill>
                <a:blip r:embed="rId7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3" y="43519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3" y="4351966"/>
                <a:ext cx="338234" cy="736740"/>
              </a:xfrm>
              <a:prstGeom prst="rect">
                <a:avLst/>
              </a:prstGeom>
              <a:blipFill>
                <a:blip r:embed="rId7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5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5" y="5189915"/>
                <a:ext cx="711670" cy="163122"/>
              </a:xfrm>
              <a:prstGeom prst="rect">
                <a:avLst/>
              </a:prstGeom>
              <a:blipFill>
                <a:blip r:embed="rId8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7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2" y="6607443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𝑐h𝑒𝑐𝑘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b="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6607443"/>
                <a:ext cx="1715406" cy="184666"/>
              </a:xfrm>
              <a:prstGeom prst="rect">
                <a:avLst/>
              </a:prstGeom>
              <a:blipFill>
                <a:blip r:embed="rId8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8" y="2751917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8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1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1"/>
                <a:ext cx="550087" cy="190693"/>
              </a:xfrm>
              <a:prstGeom prst="rect">
                <a:avLst/>
              </a:prstGeom>
              <a:blipFill>
                <a:blip r:embed="rId8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7" y="5960808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030" y="5939174"/>
                <a:ext cx="177555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030" y="5939174"/>
                <a:ext cx="1775551" cy="553998"/>
              </a:xfrm>
              <a:prstGeom prst="rect">
                <a:avLst/>
              </a:prstGeom>
              <a:blipFill>
                <a:blip r:embed="rId84"/>
                <a:stretch>
                  <a:fillRect l="-2749" r="-344" b="-109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3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8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8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8"/>
                <a:ext cx="857927" cy="184666"/>
              </a:xfrm>
              <a:prstGeom prst="rect">
                <a:avLst/>
              </a:prstGeom>
              <a:blipFill>
                <a:blip r:embed="rId86"/>
                <a:stretch>
                  <a:fillRect l="-7801" t="-26667" r="-9220" b="-5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8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while</m:t>
                      </m:r>
                      <m:r>
                        <m:rPr>
                          <m:nor/>
                        </m:rPr>
                        <a:rPr lang="en-US" sz="1200" b="0" i="1" smtClean="0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8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69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𝑤h𝑖𝑙𝑒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8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292827" y="261164"/>
                <a:ext cx="1634871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27" y="261164"/>
                <a:ext cx="1634871" cy="277961"/>
              </a:xfrm>
              <a:prstGeom prst="rect">
                <a:avLst/>
              </a:prstGeom>
              <a:blipFill>
                <a:blip r:embed="rId89"/>
                <a:stretch>
                  <a:fillRect b="-2444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blipFill>
                <a:blip r:embed="rId9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0" y="4560376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2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0" y="510061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7" y="5385726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3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5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8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6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2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2"/>
                <a:ext cx="711670" cy="167097"/>
              </a:xfrm>
              <a:prstGeom prst="rect">
                <a:avLst/>
              </a:prstGeom>
              <a:blipFill>
                <a:blip r:embed="rId9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3" y="5503318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3" y="5503318"/>
                <a:ext cx="461601" cy="164789"/>
              </a:xfrm>
              <a:prstGeom prst="rect">
                <a:avLst/>
              </a:prstGeom>
              <a:blipFill>
                <a:blip r:embed="rId9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8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8" y="5523315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4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49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0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6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89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2" y="461711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2" y="4617112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3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9" y="43423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9" y="4342389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4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6" name="Овал 285"/>
          <p:cNvSpPr/>
          <p:nvPr/>
        </p:nvSpPr>
        <p:spPr>
          <a:xfrm>
            <a:off x="7337653" y="4330152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0" y="3955740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3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2"/>
                <a:ext cx="2984791" cy="2072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2"/>
                <a:ext cx="2984791" cy="207236"/>
              </a:xfrm>
              <a:prstGeom prst="rect">
                <a:avLst/>
              </a:prstGeom>
              <a:blipFill>
                <a:blip r:embed="rId96"/>
                <a:stretch>
                  <a:fillRect l="-1633" r="-1224" b="-323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8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799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7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79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2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8" y="2423811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1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0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3" y="268683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8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7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8" y="2751917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6" y="4894918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6" y="4894918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9620"/>
              </a:xfrm>
              <a:prstGeom prst="rect">
                <a:avLst/>
              </a:prstGeom>
              <a:blipFill>
                <a:blip r:embed="rId50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0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0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19" y="4684890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19" y="4684890"/>
                <a:ext cx="238848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0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0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3" y="4674898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3" y="4674898"/>
                <a:ext cx="238848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4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4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7" y="469090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7" y="4690906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7" y="4687310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7" y="4687310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8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8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4" y="5831159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4" y="5831159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5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5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6" y="5863809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6" y="5863809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0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0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6" y="5476757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6" y="5476757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29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29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6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6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5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5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0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0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4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4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6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6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8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2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4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4" y="5748741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8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6" y="4626239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39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5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5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4" y="5846691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4" y="5846691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8" y="550974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8" y="5509749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9" y="586668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9" y="5866688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2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0" y="4622224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2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1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5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10" y="468576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10" y="468576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4" y="4663775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4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4" y="6577701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𝑛𝑖𝑡</m:t>
                      </m:r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4" y="6577701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Группа 48"/>
          <p:cNvGrpSpPr/>
          <p:nvPr/>
        </p:nvGrpSpPr>
        <p:grpSpPr>
          <a:xfrm>
            <a:off x="117948" y="379301"/>
            <a:ext cx="6041395" cy="4054481"/>
            <a:chOff x="1042283" y="160477"/>
            <a:chExt cx="6041395" cy="4054481"/>
          </a:xfrm>
        </p:grpSpPr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17CE4C1-8F3B-E139-BBDA-F559D5554A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9693" y="166577"/>
              <a:ext cx="10147" cy="3274108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6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4551798" y="3135009"/>
              <a:ext cx="78761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12A3ED9D-F66C-A242-CABD-C887D7BB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283" y="1577938"/>
              <a:ext cx="5867181" cy="10267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37DC3C49-CE96-4A0E-D539-D1DF535193D1}"/>
                </a:ext>
              </a:extLst>
            </p:cNvPr>
            <p:cNvCxnSpPr>
              <a:cxnSpLocks/>
            </p:cNvCxnSpPr>
            <p:nvPr/>
          </p:nvCxnSpPr>
          <p:spPr>
            <a:xfrm>
              <a:off x="3020580" y="160477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8E139DE-1BBD-2BD7-D872-663D712616DD}"/>
                </a:ext>
              </a:extLst>
            </p:cNvPr>
            <p:cNvCxnSpPr>
              <a:cxnSpLocks/>
              <a:endCxn id="206" idx="0"/>
            </p:cNvCxnSpPr>
            <p:nvPr/>
          </p:nvCxnSpPr>
          <p:spPr>
            <a:xfrm flipV="1">
              <a:off x="1042283" y="750950"/>
              <a:ext cx="5954288" cy="21664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DF1C3B1-97DD-A364-5709-6743152F8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2283" y="1037279"/>
              <a:ext cx="5845983" cy="2980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DF87532-B723-96D8-737A-721820918702}"/>
                </a:ext>
              </a:extLst>
            </p:cNvPr>
            <p:cNvCxnSpPr>
              <a:cxnSpLocks/>
            </p:cNvCxnSpPr>
            <p:nvPr/>
          </p:nvCxnSpPr>
          <p:spPr>
            <a:xfrm>
              <a:off x="1130369" y="1353092"/>
              <a:ext cx="5783286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92D14223-C770-7E9F-8180-628BA05B557D}"/>
                </a:ext>
              </a:extLst>
            </p:cNvPr>
            <p:cNvCxnSpPr>
              <a:cxnSpLocks/>
            </p:cNvCxnSpPr>
            <p:nvPr/>
          </p:nvCxnSpPr>
          <p:spPr>
            <a:xfrm>
              <a:off x="3800863" y="166577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494A6C9F-F71B-9964-6B44-7DAE6C2B9021}"/>
                </a:ext>
              </a:extLst>
            </p:cNvPr>
            <p:cNvCxnSpPr>
              <a:cxnSpLocks/>
            </p:cNvCxnSpPr>
            <p:nvPr/>
          </p:nvCxnSpPr>
          <p:spPr>
            <a:xfrm>
              <a:off x="5354840" y="166577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DF1517E-2C4E-DE61-B1C4-D112142F0D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7604" y="166577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238DA259-20D7-6C64-9749-209C41020E39}"/>
                </a:ext>
              </a:extLst>
            </p:cNvPr>
            <p:cNvCxnSpPr>
              <a:cxnSpLocks/>
            </p:cNvCxnSpPr>
            <p:nvPr/>
          </p:nvCxnSpPr>
          <p:spPr>
            <a:xfrm>
              <a:off x="6888266" y="166577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3DC55248-0F80-75FE-F12C-022EB4EE1244}"/>
                </a:ext>
              </a:extLst>
            </p:cNvPr>
            <p:cNvCxnSpPr/>
            <p:nvPr/>
          </p:nvCxnSpPr>
          <p:spPr>
            <a:xfrm flipV="1">
              <a:off x="3802319" y="1642579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5630379C-B644-DC7E-CA82-4425713769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0381" y="1642579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E1B1F9DF-709F-9EE8-9C92-79455CE441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5850" y="1642579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77CDDD5F-7C50-933A-4E66-A720C92B25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21769" y="1642579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271641A6-6E96-935E-F4BC-0DB246F6F7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276" y="1642579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EF300A86-C87D-89D3-1B72-E8BE4D3E5E25}"/>
                    </a:ext>
                  </a:extLst>
                </p:cNvPr>
                <p:cNvSpPr txBox="1"/>
                <p:nvPr/>
              </p:nvSpPr>
              <p:spPr>
                <a:xfrm>
                  <a:off x="1804945" y="783910"/>
                  <a:ext cx="1046504" cy="2250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ru-RU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20,50</m:t>
                            </m:r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EF300A86-C87D-89D3-1B72-E8BE4D3E5E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4945" y="783910"/>
                  <a:ext cx="1046504" cy="225062"/>
                </a:xfrm>
                <a:prstGeom prst="rect">
                  <a:avLst/>
                </a:prstGeom>
                <a:blipFill>
                  <a:blip r:embed="rId3"/>
                  <a:stretch>
                    <a:fillRect l="-1744" b="-27027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4BFC4B1-11D5-1726-F1DF-5DFD49BCAC70}"/>
                    </a:ext>
                  </a:extLst>
                </p:cNvPr>
                <p:cNvSpPr txBox="1"/>
                <p:nvPr/>
              </p:nvSpPr>
              <p:spPr>
                <a:xfrm>
                  <a:off x="1810707" y="1079803"/>
                  <a:ext cx="1046504" cy="2250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ru-RU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10,2</m:t>
                            </m:r>
                            <m:r>
                              <a:rPr lang="ru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4BFC4B1-11D5-1726-F1DF-5DFD49BCAC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0707" y="1079803"/>
                  <a:ext cx="1046504" cy="225062"/>
                </a:xfrm>
                <a:prstGeom prst="rect">
                  <a:avLst/>
                </a:prstGeom>
                <a:blipFill>
                  <a:blip r:embed="rId4"/>
                  <a:stretch>
                    <a:fillRect l="-1744" b="-27027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2542B38-697F-4A86-9AA9-500D6F47F259}"/>
                    </a:ext>
                  </a:extLst>
                </p:cNvPr>
                <p:cNvSpPr txBox="1"/>
                <p:nvPr/>
              </p:nvSpPr>
              <p:spPr>
                <a:xfrm>
                  <a:off x="3770062" y="1434317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2542B38-697F-4A86-9AA9-500D6F47F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062" y="1434317"/>
                  <a:ext cx="343043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7857" r="-16071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4543982" y="1434317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3982" y="1434317"/>
                  <a:ext cx="343043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7857" r="-16071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1D94A32-5A60-E60F-B3CF-2C20E6FD484A}"/>
                    </a:ext>
                  </a:extLst>
                </p:cNvPr>
                <p:cNvSpPr txBox="1"/>
                <p:nvPr/>
              </p:nvSpPr>
              <p:spPr>
                <a:xfrm>
                  <a:off x="5305338" y="1434317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1D94A32-5A60-E60F-B3CF-2C20E6FD48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5338" y="1434317"/>
                  <a:ext cx="343043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7857" r="-16071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DE4AC5-C56F-7987-CDD7-EEC8B402E47F}"/>
                    </a:ext>
                  </a:extLst>
                </p:cNvPr>
                <p:cNvSpPr txBox="1"/>
                <p:nvPr/>
              </p:nvSpPr>
              <p:spPr>
                <a:xfrm>
                  <a:off x="6088626" y="1434317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DE4AC5-C56F-7987-CDD7-EEC8B402E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8626" y="1434317"/>
                  <a:ext cx="343043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6071" r="-17857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1BBF5B99-57BB-423C-07A6-81BA6517BF72}"/>
                    </a:ext>
                  </a:extLst>
                </p:cNvPr>
                <p:cNvSpPr txBox="1"/>
                <p:nvPr/>
              </p:nvSpPr>
              <p:spPr>
                <a:xfrm>
                  <a:off x="3007816" y="1434317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1BBF5B99-57BB-423C-07A6-81BA6517B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7816" y="1434317"/>
                  <a:ext cx="200376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30303" r="-27273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187" y="761807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49D98D8D-4459-5C8C-165F-26A6EC38C04C}"/>
                </a:ext>
              </a:extLst>
            </p:cNvPr>
            <p:cNvGrpSpPr/>
            <p:nvPr/>
          </p:nvGrpSpPr>
          <p:grpSpPr>
            <a:xfrm>
              <a:off x="4540137" y="747527"/>
              <a:ext cx="45719" cy="296189"/>
              <a:chOff x="3509152" y="253612"/>
              <a:chExt cx="45719" cy="296189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EB98AC11-5086-3453-1905-07328B0EB77B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E03E502C-9161-C6F5-F1B7-26FA2B73D9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C9CA49-8AFA-4F0A-3AE4-F3F6C7A4C6B3}"/>
                </a:ext>
              </a:extLst>
            </p:cNvPr>
            <p:cNvSpPr txBox="1"/>
            <p:nvPr/>
          </p:nvSpPr>
          <p:spPr>
            <a:xfrm>
              <a:off x="2187514" y="374333"/>
              <a:ext cx="1176989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RU" sz="1500" b="1" dirty="0"/>
                <a:t>Job </a:t>
              </a:r>
              <a:r>
                <a:rPr lang="en-US" sz="1500" b="1" dirty="0"/>
                <a:t>Releases</a:t>
              </a:r>
              <a:r>
                <a:rPr lang="en-RU" sz="1500" b="1" dirty="0"/>
                <a:t>   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DCF573C-1585-E8E0-1488-6C90E91B4B8B}"/>
                    </a:ext>
                  </a:extLst>
                </p:cNvPr>
                <p:cNvSpPr txBox="1"/>
                <p:nvPr/>
              </p:nvSpPr>
              <p:spPr>
                <a:xfrm>
                  <a:off x="6797995" y="145743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DCF573C-1585-E8E0-1488-6C90E91B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7995" y="1457439"/>
                  <a:ext cx="231602" cy="43088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AE1EBFED-8B9E-50E2-5688-7E6D53A4BC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21409" y="1053508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18FDBC5A-B7C8-4C99-F596-BCF931B02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68649" y="1060385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C158414-06F3-5F74-8F8D-32251967E6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9271" y="1056280"/>
              <a:ext cx="1346" cy="281191"/>
            </a:xfrm>
            <a:prstGeom prst="line">
              <a:avLst/>
            </a:prstGeom>
            <a:ln w="38100">
              <a:headEnd type="none" w="med" len="sm"/>
              <a:tailEnd type="stealth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78" name="Straight Connector 577">
              <a:extLst>
                <a:ext uri="{FF2B5EF4-FFF2-40B4-BE49-F238E27FC236}">
                  <a16:creationId xmlns:a16="http://schemas.microsoft.com/office/drawing/2014/main" id="{EBFB2617-5E02-E270-ED62-E617FDC100B1}"/>
                </a:ext>
              </a:extLst>
            </p:cNvPr>
            <p:cNvCxnSpPr>
              <a:cxnSpLocks/>
              <a:endCxn id="607" idx="2"/>
            </p:cNvCxnSpPr>
            <p:nvPr/>
          </p:nvCxnSpPr>
          <p:spPr>
            <a:xfrm flipH="1">
              <a:off x="3019187" y="2244965"/>
              <a:ext cx="1393" cy="1571411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Straight Connector 580">
              <a:extLst>
                <a:ext uri="{FF2B5EF4-FFF2-40B4-BE49-F238E27FC236}">
                  <a16:creationId xmlns:a16="http://schemas.microsoft.com/office/drawing/2014/main" id="{B41EF9A9-6CF5-A506-1DFD-3C3C25C1A2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2283" y="2832015"/>
              <a:ext cx="5836007" cy="25571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Straight Connector 581">
              <a:extLst>
                <a:ext uri="{FF2B5EF4-FFF2-40B4-BE49-F238E27FC236}">
                  <a16:creationId xmlns:a16="http://schemas.microsoft.com/office/drawing/2014/main" id="{6E2F6E19-B8C2-C905-B6FC-1A53C58161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2283" y="3144195"/>
              <a:ext cx="5836007" cy="93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Straight Connector 582">
              <a:extLst>
                <a:ext uri="{FF2B5EF4-FFF2-40B4-BE49-F238E27FC236}">
                  <a16:creationId xmlns:a16="http://schemas.microsoft.com/office/drawing/2014/main" id="{5FD68F11-2D83-2828-AF61-EF670331ED2A}"/>
                </a:ext>
              </a:extLst>
            </p:cNvPr>
            <p:cNvCxnSpPr>
              <a:cxnSpLocks/>
              <a:endCxn id="623" idx="0"/>
            </p:cNvCxnSpPr>
            <p:nvPr/>
          </p:nvCxnSpPr>
          <p:spPr>
            <a:xfrm>
              <a:off x="1042283" y="3437614"/>
              <a:ext cx="5840177" cy="6143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Straight Connector 584">
              <a:extLst>
                <a:ext uri="{FF2B5EF4-FFF2-40B4-BE49-F238E27FC236}">
                  <a16:creationId xmlns:a16="http://schemas.microsoft.com/office/drawing/2014/main" id="{88EF67AF-125A-83C3-492F-F699005E4614}"/>
                </a:ext>
              </a:extLst>
            </p:cNvPr>
            <p:cNvCxnSpPr>
              <a:cxnSpLocks/>
            </p:cNvCxnSpPr>
            <p:nvPr/>
          </p:nvCxnSpPr>
          <p:spPr>
            <a:xfrm>
              <a:off x="3800863" y="2251065"/>
              <a:ext cx="0" cy="1471246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Straight Connector 586">
              <a:extLst>
                <a:ext uri="{FF2B5EF4-FFF2-40B4-BE49-F238E27FC236}">
                  <a16:creationId xmlns:a16="http://schemas.microsoft.com/office/drawing/2014/main" id="{2644D783-ED6A-F889-4939-DCCA14BA07F7}"/>
                </a:ext>
              </a:extLst>
            </p:cNvPr>
            <p:cNvCxnSpPr>
              <a:cxnSpLocks/>
            </p:cNvCxnSpPr>
            <p:nvPr/>
          </p:nvCxnSpPr>
          <p:spPr>
            <a:xfrm>
              <a:off x="5354840" y="2251065"/>
              <a:ext cx="0" cy="1406535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Straight Connector 587">
              <a:extLst>
                <a:ext uri="{FF2B5EF4-FFF2-40B4-BE49-F238E27FC236}">
                  <a16:creationId xmlns:a16="http://schemas.microsoft.com/office/drawing/2014/main" id="{A0CEA8E7-6C5D-1609-3F97-0F4C9FFFA22F}"/>
                </a:ext>
              </a:extLst>
            </p:cNvPr>
            <p:cNvCxnSpPr>
              <a:cxnSpLocks/>
            </p:cNvCxnSpPr>
            <p:nvPr/>
          </p:nvCxnSpPr>
          <p:spPr>
            <a:xfrm>
              <a:off x="6107604" y="2251065"/>
              <a:ext cx="0" cy="1406535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Straight Connector 588">
              <a:extLst>
                <a:ext uri="{FF2B5EF4-FFF2-40B4-BE49-F238E27FC236}">
                  <a16:creationId xmlns:a16="http://schemas.microsoft.com/office/drawing/2014/main" id="{A2D2F7D3-FF0F-00DD-EBAD-A97C1E806E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78290" y="2251065"/>
              <a:ext cx="9976" cy="1516756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Straight Connector 590">
              <a:extLst>
                <a:ext uri="{FF2B5EF4-FFF2-40B4-BE49-F238E27FC236}">
                  <a16:creationId xmlns:a16="http://schemas.microsoft.com/office/drawing/2014/main" id="{59C31E1E-41ED-2029-1B7C-61F92EDAA59D}"/>
                </a:ext>
              </a:extLst>
            </p:cNvPr>
            <p:cNvCxnSpPr/>
            <p:nvPr/>
          </p:nvCxnSpPr>
          <p:spPr>
            <a:xfrm flipV="1">
              <a:off x="3802319" y="3727067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Straight Connector 591">
              <a:extLst>
                <a:ext uri="{FF2B5EF4-FFF2-40B4-BE49-F238E27FC236}">
                  <a16:creationId xmlns:a16="http://schemas.microsoft.com/office/drawing/2014/main" id="{CAAB618F-EE4D-E7B6-E380-98CE6E269B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0381" y="3727067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Straight Connector 592">
              <a:extLst>
                <a:ext uri="{FF2B5EF4-FFF2-40B4-BE49-F238E27FC236}">
                  <a16:creationId xmlns:a16="http://schemas.microsoft.com/office/drawing/2014/main" id="{66D2AC5E-39C4-7D88-3DD1-A4E54DE9E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5850" y="3727067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Straight Connector 593">
              <a:extLst>
                <a:ext uri="{FF2B5EF4-FFF2-40B4-BE49-F238E27FC236}">
                  <a16:creationId xmlns:a16="http://schemas.microsoft.com/office/drawing/2014/main" id="{FBACDEB0-9F48-8176-AE77-A96E218C9D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21769" y="3727067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Straight Connector 594">
              <a:extLst>
                <a:ext uri="{FF2B5EF4-FFF2-40B4-BE49-F238E27FC236}">
                  <a16:creationId xmlns:a16="http://schemas.microsoft.com/office/drawing/2014/main" id="{ADA03DE8-7CFB-AA21-4B67-175C588F1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276" y="3727067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7" name="TextBox 596">
                  <a:extLst>
                    <a:ext uri="{FF2B5EF4-FFF2-40B4-BE49-F238E27FC236}">
                      <a16:creationId xmlns:a16="http://schemas.microsoft.com/office/drawing/2014/main" id="{D4A4E640-8ACC-C948-4987-0ED80C4DAA5F}"/>
                    </a:ext>
                  </a:extLst>
                </p:cNvPr>
                <p:cNvSpPr txBox="1"/>
                <p:nvPr/>
              </p:nvSpPr>
              <p:spPr>
                <a:xfrm>
                  <a:off x="1793744" y="2862854"/>
                  <a:ext cx="1046504" cy="2250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ru-RU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</m:t>
                            </m:r>
                            <m:r>
                              <a:rPr lang="ru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TextBox 596">
                  <a:extLst>
                    <a:ext uri="{FF2B5EF4-FFF2-40B4-BE49-F238E27FC236}">
                      <a16:creationId xmlns:a16="http://schemas.microsoft.com/office/drawing/2014/main" id="{D4A4E640-8ACC-C948-4987-0ED80C4DA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3744" y="2862854"/>
                  <a:ext cx="1046504" cy="225062"/>
                </a:xfrm>
                <a:prstGeom prst="rect">
                  <a:avLst/>
                </a:prstGeom>
                <a:blipFill>
                  <a:blip r:embed="rId11"/>
                  <a:stretch>
                    <a:fillRect l="-2339" b="-30556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8" name="TextBox 597">
                  <a:extLst>
                    <a:ext uri="{FF2B5EF4-FFF2-40B4-BE49-F238E27FC236}">
                      <a16:creationId xmlns:a16="http://schemas.microsoft.com/office/drawing/2014/main" id="{77D2EC8E-3FF7-C4D6-9B75-A4651663EC63}"/>
                    </a:ext>
                  </a:extLst>
                </p:cNvPr>
                <p:cNvSpPr txBox="1"/>
                <p:nvPr/>
              </p:nvSpPr>
              <p:spPr>
                <a:xfrm>
                  <a:off x="1800491" y="3166288"/>
                  <a:ext cx="1046504" cy="2250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ru-RU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10,2</m:t>
                            </m:r>
                            <m:r>
                              <a:rPr lang="ru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TextBox 597">
                  <a:extLst>
                    <a:ext uri="{FF2B5EF4-FFF2-40B4-BE49-F238E27FC236}">
                      <a16:creationId xmlns:a16="http://schemas.microsoft.com/office/drawing/2014/main" id="{77D2EC8E-3FF7-C4D6-9B75-A4651663E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0491" y="3166288"/>
                  <a:ext cx="1046504" cy="225062"/>
                </a:xfrm>
                <a:prstGeom prst="rect">
                  <a:avLst/>
                </a:prstGeom>
                <a:blipFill>
                  <a:blip r:embed="rId12"/>
                  <a:stretch>
                    <a:fillRect l="-2339" b="-27027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0" name="TextBox 599">
                  <a:extLst>
                    <a:ext uri="{FF2B5EF4-FFF2-40B4-BE49-F238E27FC236}">
                      <a16:creationId xmlns:a16="http://schemas.microsoft.com/office/drawing/2014/main" id="{5D6C624D-0EB1-37C2-A2E2-3741DF1384AE}"/>
                    </a:ext>
                  </a:extLst>
                </p:cNvPr>
                <p:cNvSpPr txBox="1"/>
                <p:nvPr/>
              </p:nvSpPr>
              <p:spPr>
                <a:xfrm>
                  <a:off x="3681245" y="3508599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00" name="TextBox 599">
                  <a:extLst>
                    <a:ext uri="{FF2B5EF4-FFF2-40B4-BE49-F238E27FC236}">
                      <a16:creationId xmlns:a16="http://schemas.microsoft.com/office/drawing/2014/main" id="{5D6C624D-0EB1-37C2-A2E2-3741DF138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245" y="3508599"/>
                  <a:ext cx="343043" cy="307777"/>
                </a:xfrm>
                <a:prstGeom prst="rect">
                  <a:avLst/>
                </a:prstGeom>
                <a:blipFill>
                  <a:blip r:embed="rId13"/>
                  <a:stretch>
                    <a:fillRect l="-15789" r="-15789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1" name="TextBox 600">
                  <a:extLst>
                    <a:ext uri="{FF2B5EF4-FFF2-40B4-BE49-F238E27FC236}">
                      <a16:creationId xmlns:a16="http://schemas.microsoft.com/office/drawing/2014/main" id="{CF720FE6-088F-3460-3CAF-48390B9CD1D6}"/>
                    </a:ext>
                  </a:extLst>
                </p:cNvPr>
                <p:cNvSpPr txBox="1"/>
                <p:nvPr/>
              </p:nvSpPr>
              <p:spPr>
                <a:xfrm>
                  <a:off x="4455165" y="3508599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01" name="TextBox 600">
                  <a:extLst>
                    <a:ext uri="{FF2B5EF4-FFF2-40B4-BE49-F238E27FC236}">
                      <a16:creationId xmlns:a16="http://schemas.microsoft.com/office/drawing/2014/main" id="{CF720FE6-088F-3460-3CAF-48390B9CD1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5165" y="3508599"/>
                  <a:ext cx="343043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16071" r="-17857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2" name="TextBox 601">
                  <a:extLst>
                    <a:ext uri="{FF2B5EF4-FFF2-40B4-BE49-F238E27FC236}">
                      <a16:creationId xmlns:a16="http://schemas.microsoft.com/office/drawing/2014/main" id="{29D4F695-76B9-812D-BC5E-7F54A77A9CBC}"/>
                    </a:ext>
                  </a:extLst>
                </p:cNvPr>
                <p:cNvSpPr txBox="1"/>
                <p:nvPr/>
              </p:nvSpPr>
              <p:spPr>
                <a:xfrm>
                  <a:off x="5216521" y="3508599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02" name="TextBox 601">
                  <a:extLst>
                    <a:ext uri="{FF2B5EF4-FFF2-40B4-BE49-F238E27FC236}">
                      <a16:creationId xmlns:a16="http://schemas.microsoft.com/office/drawing/2014/main" id="{29D4F695-76B9-812D-BC5E-7F54A77A9C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521" y="3508599"/>
                  <a:ext cx="343043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16071" r="-17857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3" name="TextBox 602">
                  <a:extLst>
                    <a:ext uri="{FF2B5EF4-FFF2-40B4-BE49-F238E27FC236}">
                      <a16:creationId xmlns:a16="http://schemas.microsoft.com/office/drawing/2014/main" id="{F796E821-23DA-5170-B019-86963492C4B5}"/>
                    </a:ext>
                  </a:extLst>
                </p:cNvPr>
                <p:cNvSpPr txBox="1"/>
                <p:nvPr/>
              </p:nvSpPr>
              <p:spPr>
                <a:xfrm>
                  <a:off x="5999809" y="3508599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03" name="TextBox 602">
                  <a:extLst>
                    <a:ext uri="{FF2B5EF4-FFF2-40B4-BE49-F238E27FC236}">
                      <a16:creationId xmlns:a16="http://schemas.microsoft.com/office/drawing/2014/main" id="{F796E821-23DA-5170-B019-86963492C4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809" y="3508599"/>
                  <a:ext cx="343043" cy="307777"/>
                </a:xfrm>
                <a:prstGeom prst="rect">
                  <a:avLst/>
                </a:prstGeom>
                <a:blipFill>
                  <a:blip r:embed="rId16"/>
                  <a:stretch>
                    <a:fillRect l="-17857" r="-16071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7" name="TextBox 606">
                  <a:extLst>
                    <a:ext uri="{FF2B5EF4-FFF2-40B4-BE49-F238E27FC236}">
                      <a16:creationId xmlns:a16="http://schemas.microsoft.com/office/drawing/2014/main" id="{23C2F031-56FA-FE60-5E74-A56B0CBF1C61}"/>
                    </a:ext>
                  </a:extLst>
                </p:cNvPr>
                <p:cNvSpPr txBox="1"/>
                <p:nvPr/>
              </p:nvSpPr>
              <p:spPr>
                <a:xfrm>
                  <a:off x="2918999" y="3508599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07" name="TextBox 606">
                  <a:extLst>
                    <a:ext uri="{FF2B5EF4-FFF2-40B4-BE49-F238E27FC236}">
                      <a16:creationId xmlns:a16="http://schemas.microsoft.com/office/drawing/2014/main" id="{23C2F031-56FA-FE60-5E74-A56B0CBF1C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8999" y="3508599"/>
                  <a:ext cx="200376" cy="307777"/>
                </a:xfrm>
                <a:prstGeom prst="rect">
                  <a:avLst/>
                </a:prstGeom>
                <a:blipFill>
                  <a:blip r:embed="rId17"/>
                  <a:stretch>
                    <a:fillRect l="-27273" r="-30303" b="-58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10" name="Group 609">
              <a:extLst>
                <a:ext uri="{FF2B5EF4-FFF2-40B4-BE49-F238E27FC236}">
                  <a16:creationId xmlns:a16="http://schemas.microsoft.com/office/drawing/2014/main" id="{50F3D87A-9E49-4EBE-C3A0-B99369A50C8E}"/>
                </a:ext>
              </a:extLst>
            </p:cNvPr>
            <p:cNvGrpSpPr/>
            <p:nvPr/>
          </p:nvGrpSpPr>
          <p:grpSpPr>
            <a:xfrm>
              <a:off x="4540137" y="2832015"/>
              <a:ext cx="45719" cy="296189"/>
              <a:chOff x="3509152" y="253612"/>
              <a:chExt cx="45719" cy="296189"/>
            </a:xfrm>
          </p:grpSpPr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424EF7F4-FD3C-EE2D-9BF3-4358F2F14471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664" name="Straight Connector 663">
                <a:extLst>
                  <a:ext uri="{FF2B5EF4-FFF2-40B4-BE49-F238E27FC236}">
                    <a16:creationId xmlns:a16="http://schemas.microsoft.com/office/drawing/2014/main" id="{09B4BC6C-3E2C-7B0E-98D1-696AA3A84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9" name="TextBox 618">
              <a:extLst>
                <a:ext uri="{FF2B5EF4-FFF2-40B4-BE49-F238E27FC236}">
                  <a16:creationId xmlns:a16="http://schemas.microsoft.com/office/drawing/2014/main" id="{3737D566-4052-769C-D61E-D4C7A0C24DCB}"/>
                </a:ext>
              </a:extLst>
            </p:cNvPr>
            <p:cNvSpPr txBox="1"/>
            <p:nvPr/>
          </p:nvSpPr>
          <p:spPr>
            <a:xfrm>
              <a:off x="2187514" y="2481786"/>
              <a:ext cx="1490986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500" b="1" dirty="0"/>
                <a:t>Execution scenario</a:t>
              </a:r>
              <a:endParaRPr lang="en-RU" sz="15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3" name="TextBox 622">
                  <a:extLst>
                    <a:ext uri="{FF2B5EF4-FFF2-40B4-BE49-F238E27FC236}">
                      <a16:creationId xmlns:a16="http://schemas.microsoft.com/office/drawing/2014/main" id="{34681A86-F5AD-C66C-C89E-BD6C8C7651B1}"/>
                    </a:ext>
                  </a:extLst>
                </p:cNvPr>
                <p:cNvSpPr txBox="1"/>
                <p:nvPr/>
              </p:nvSpPr>
              <p:spPr>
                <a:xfrm>
                  <a:off x="6766659" y="3443757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623" name="TextBox 622">
                  <a:extLst>
                    <a:ext uri="{FF2B5EF4-FFF2-40B4-BE49-F238E27FC236}">
                      <a16:creationId xmlns:a16="http://schemas.microsoft.com/office/drawing/2014/main" id="{34681A86-F5AD-C66C-C89E-BD6C8C765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6659" y="3443757"/>
                  <a:ext cx="231602" cy="43088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8" name="TextBox 757">
                  <a:extLst>
                    <a:ext uri="{FF2B5EF4-FFF2-40B4-BE49-F238E27FC236}">
                      <a16:creationId xmlns:a16="http://schemas.microsoft.com/office/drawing/2014/main" id="{559EF260-A31A-23B1-E67D-06265D64B090}"/>
                    </a:ext>
                  </a:extLst>
                </p:cNvPr>
                <p:cNvSpPr txBox="1"/>
                <p:nvPr/>
              </p:nvSpPr>
              <p:spPr>
                <a:xfrm>
                  <a:off x="3044817" y="755072"/>
                  <a:ext cx="171457" cy="1552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758" name="TextBox 757">
                  <a:extLst>
                    <a:ext uri="{FF2B5EF4-FFF2-40B4-BE49-F238E27FC236}">
                      <a16:creationId xmlns:a16="http://schemas.microsoft.com/office/drawing/2014/main" id="{559EF260-A31A-23B1-E67D-06265D64B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817" y="755072"/>
                  <a:ext cx="171457" cy="155299"/>
                </a:xfrm>
                <a:prstGeom prst="rect">
                  <a:avLst/>
                </a:prstGeom>
                <a:blipFill>
                  <a:blip r:embed="rId19"/>
                  <a:stretch>
                    <a:fillRect l="-21429" t="-4000" r="-7143" b="-20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0" name="TextBox 759">
                  <a:extLst>
                    <a:ext uri="{FF2B5EF4-FFF2-40B4-BE49-F238E27FC236}">
                      <a16:creationId xmlns:a16="http://schemas.microsoft.com/office/drawing/2014/main" id="{C041B98E-27A4-D0BE-5D14-305356A1356C}"/>
                    </a:ext>
                  </a:extLst>
                </p:cNvPr>
                <p:cNvSpPr txBox="1"/>
                <p:nvPr/>
              </p:nvSpPr>
              <p:spPr>
                <a:xfrm>
                  <a:off x="3049441" y="1050636"/>
                  <a:ext cx="171457" cy="1556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760" name="TextBox 759">
                  <a:extLst>
                    <a:ext uri="{FF2B5EF4-FFF2-40B4-BE49-F238E27FC236}">
                      <a16:creationId xmlns:a16="http://schemas.microsoft.com/office/drawing/2014/main" id="{C041B98E-27A4-D0BE-5D14-305356A135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41" y="1050636"/>
                  <a:ext cx="171457" cy="155620"/>
                </a:xfrm>
                <a:prstGeom prst="rect">
                  <a:avLst/>
                </a:prstGeom>
                <a:blipFill>
                  <a:blip r:embed="rId20"/>
                  <a:stretch>
                    <a:fillRect l="-21429" t="-3846" r="-7143" b="-153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7" name="TextBox 766">
                  <a:extLst>
                    <a:ext uri="{FF2B5EF4-FFF2-40B4-BE49-F238E27FC236}">
                      <a16:creationId xmlns:a16="http://schemas.microsoft.com/office/drawing/2014/main" id="{67ACF787-10F4-945B-147F-03CB2999CC91}"/>
                    </a:ext>
                  </a:extLst>
                </p:cNvPr>
                <p:cNvSpPr txBox="1"/>
                <p:nvPr/>
              </p:nvSpPr>
              <p:spPr>
                <a:xfrm>
                  <a:off x="4600436" y="1046340"/>
                  <a:ext cx="174215" cy="1559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ru-RU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767" name="TextBox 766">
                  <a:extLst>
                    <a:ext uri="{FF2B5EF4-FFF2-40B4-BE49-F238E27FC236}">
                      <a16:creationId xmlns:a16="http://schemas.microsoft.com/office/drawing/2014/main" id="{67ACF787-10F4-945B-147F-03CB2999C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00436" y="1046340"/>
                  <a:ext cx="174215" cy="155940"/>
                </a:xfrm>
                <a:prstGeom prst="rect">
                  <a:avLst/>
                </a:prstGeom>
                <a:blipFill>
                  <a:blip r:embed="rId21"/>
                  <a:stretch>
                    <a:fillRect l="-17241" t="-4000" r="-3448" b="-20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1" name="TextBox 770">
                  <a:extLst>
                    <a:ext uri="{FF2B5EF4-FFF2-40B4-BE49-F238E27FC236}">
                      <a16:creationId xmlns:a16="http://schemas.microsoft.com/office/drawing/2014/main" id="{AC4398E3-1BBC-AEEE-7F4D-E3D98E55663A}"/>
                    </a:ext>
                  </a:extLst>
                </p:cNvPr>
                <p:cNvSpPr txBox="1"/>
                <p:nvPr/>
              </p:nvSpPr>
              <p:spPr>
                <a:xfrm>
                  <a:off x="4871809" y="3220822"/>
                  <a:ext cx="138115" cy="1556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771" name="TextBox 770">
                  <a:extLst>
                    <a:ext uri="{FF2B5EF4-FFF2-40B4-BE49-F238E27FC236}">
                      <a16:creationId xmlns:a16="http://schemas.microsoft.com/office/drawing/2014/main" id="{AC4398E3-1BBC-AEEE-7F4D-E3D98E5566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1809" y="3220822"/>
                  <a:ext cx="138115" cy="155620"/>
                </a:xfrm>
                <a:prstGeom prst="rect">
                  <a:avLst/>
                </a:prstGeom>
                <a:blipFill>
                  <a:blip r:embed="rId22"/>
                  <a:stretch>
                    <a:fillRect l="-36364" t="-3846" r="-9091" b="-30769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2A550079-F45F-E96C-8CE9-380EB3B69E1F}"/>
                    </a:ext>
                  </a:extLst>
                </p:cNvPr>
                <p:cNvSpPr txBox="1"/>
                <p:nvPr/>
              </p:nvSpPr>
              <p:spPr>
                <a:xfrm>
                  <a:off x="6152717" y="1050435"/>
                  <a:ext cx="174214" cy="1567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2A550079-F45F-E96C-8CE9-380EB3B69E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2717" y="1050435"/>
                  <a:ext cx="174214" cy="156710"/>
                </a:xfrm>
                <a:prstGeom prst="rect">
                  <a:avLst/>
                </a:prstGeom>
                <a:blipFill>
                  <a:blip r:embed="rId23"/>
                  <a:stretch>
                    <a:fillRect l="-21429" t="-3846" r="-7143" b="-153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6" name="Rectangle 575">
              <a:extLst>
                <a:ext uri="{FF2B5EF4-FFF2-40B4-BE49-F238E27FC236}">
                  <a16:creationId xmlns:a16="http://schemas.microsoft.com/office/drawing/2014/main" id="{09E9E562-871F-5965-5FCB-CD2281DC8027}"/>
                </a:ext>
              </a:extLst>
            </p:cNvPr>
            <p:cNvSpPr/>
            <p:nvPr/>
          </p:nvSpPr>
          <p:spPr>
            <a:xfrm flipH="1">
              <a:off x="3020657" y="2840701"/>
              <a:ext cx="1559732" cy="289752"/>
            </a:xfrm>
            <a:prstGeom prst="rect">
              <a:avLst/>
            </a:prstGeom>
            <a:solidFill>
              <a:srgbClr val="C00000"/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9" name="TextBox 768">
                  <a:extLst>
                    <a:ext uri="{FF2B5EF4-FFF2-40B4-BE49-F238E27FC236}">
                      <a16:creationId xmlns:a16="http://schemas.microsoft.com/office/drawing/2014/main" id="{A0521393-9D79-F813-1B0C-93C7ABD86E9C}"/>
                    </a:ext>
                  </a:extLst>
                </p:cNvPr>
                <p:cNvSpPr txBox="1"/>
                <p:nvPr/>
              </p:nvSpPr>
              <p:spPr>
                <a:xfrm>
                  <a:off x="3731348" y="2926261"/>
                  <a:ext cx="138115" cy="1552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769" name="TextBox 768">
                  <a:extLst>
                    <a:ext uri="{FF2B5EF4-FFF2-40B4-BE49-F238E27FC236}">
                      <a16:creationId xmlns:a16="http://schemas.microsoft.com/office/drawing/2014/main" id="{A0521393-9D79-F813-1B0C-93C7ABD86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1348" y="2926261"/>
                  <a:ext cx="138115" cy="155299"/>
                </a:xfrm>
                <a:prstGeom prst="rect">
                  <a:avLst/>
                </a:prstGeom>
                <a:blipFill>
                  <a:blip r:embed="rId24"/>
                  <a:stretch>
                    <a:fillRect l="-30435" t="-4000" r="-4348" b="-32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616">
              <a:extLst>
                <a:ext uri="{FF2B5EF4-FFF2-40B4-BE49-F238E27FC236}">
                  <a16:creationId xmlns:a16="http://schemas.microsoft.com/office/drawing/2014/main" id="{04CFE8CC-9303-7F73-2161-8DC213D53132}"/>
                </a:ext>
              </a:extLst>
            </p:cNvPr>
            <p:cNvCxnSpPr>
              <a:cxnSpLocks/>
            </p:cNvCxnSpPr>
            <p:nvPr/>
          </p:nvCxnSpPr>
          <p:spPr>
            <a:xfrm>
              <a:off x="3019187" y="1348081"/>
              <a:ext cx="389446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2869110" y="2739807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p:sp>
          <p:nvSpPr>
            <p:cNvPr id="11" name="Правая фигурная скобка 10"/>
            <p:cNvSpPr/>
            <p:nvPr/>
          </p:nvSpPr>
          <p:spPr>
            <a:xfrm rot="16200000">
              <a:off x="5656471" y="2409962"/>
              <a:ext cx="142240" cy="760031"/>
            </a:xfrm>
            <a:prstGeom prst="rightBrace">
              <a:avLst>
                <a:gd name="adj1" fmla="val 8333"/>
                <a:gd name="adj2" fmla="val 47880"/>
              </a:avLst>
            </a:prstGeom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29CA1E38-1D8D-68C9-B44B-88E517A4BBF3}"/>
                </a:ext>
              </a:extLst>
            </p:cNvPr>
            <p:cNvSpPr txBox="1"/>
            <p:nvPr/>
          </p:nvSpPr>
          <p:spPr>
            <a:xfrm>
              <a:off x="5364843" y="2418821"/>
              <a:ext cx="74764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dirty="0"/>
                <a:t>Busy polling</a:t>
              </a:r>
              <a:endParaRPr lang="en-RU" sz="1200" dirty="0"/>
            </a:p>
          </p:txBody>
        </p:sp>
        <p:sp>
          <p:nvSpPr>
            <p:cNvPr id="179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6094466" y="3142900"/>
              <a:ext cx="787612" cy="289752"/>
            </a:xfrm>
            <a:prstGeom prst="rect">
              <a:avLst/>
            </a:prstGeom>
            <a:solidFill>
              <a:srgbClr val="C00000"/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AC4398E3-1BBC-AEEE-7F4D-E3D98E55663A}"/>
                    </a:ext>
                  </a:extLst>
                </p:cNvPr>
                <p:cNvSpPr txBox="1"/>
                <p:nvPr/>
              </p:nvSpPr>
              <p:spPr>
                <a:xfrm>
                  <a:off x="6412444" y="3209966"/>
                  <a:ext cx="140871" cy="1567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AC4398E3-1BBC-AEEE-7F4D-E3D98E5566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444" y="3209966"/>
                  <a:ext cx="140871" cy="156710"/>
                </a:xfrm>
                <a:prstGeom prst="rect">
                  <a:avLst/>
                </a:prstGeom>
                <a:blipFill>
                  <a:blip r:embed="rId25"/>
                  <a:stretch>
                    <a:fillRect l="-30435" r="-4348" b="-30769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Правая фигурная скобка 39"/>
            <p:cNvSpPr/>
            <p:nvPr/>
          </p:nvSpPr>
          <p:spPr>
            <a:xfrm rot="5400000">
              <a:off x="4082027" y="2744174"/>
              <a:ext cx="170800" cy="2374823"/>
            </a:xfrm>
            <a:prstGeom prst="rightBrace">
              <a:avLst>
                <a:gd name="adj1" fmla="val 101754"/>
                <a:gd name="adj2" fmla="val 58359"/>
              </a:avLst>
            </a:prstGeom>
            <a:ln w="95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3537541" y="4030292"/>
                  <a:ext cx="78008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𝑖𝑡𝑒𝑟𝑎𝑡𝑖𝑜𝑛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7541" y="4030292"/>
                  <a:ext cx="780085" cy="184666"/>
                </a:xfrm>
                <a:prstGeom prst="rect">
                  <a:avLst/>
                </a:prstGeom>
                <a:blipFill>
                  <a:blip r:embed="rId26"/>
                  <a:stretch>
                    <a:fillRect l="-4688" r="-3125" b="-6667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1960" y="765238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59EF260-A31A-23B1-E67D-06265D64B090}"/>
                    </a:ext>
                  </a:extLst>
                </p:cNvPr>
                <p:cNvSpPr txBox="1"/>
                <p:nvPr/>
              </p:nvSpPr>
              <p:spPr>
                <a:xfrm>
                  <a:off x="6909464" y="750950"/>
                  <a:ext cx="174214" cy="1556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en-RU" sz="1000" dirty="0"/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59EF260-A31A-23B1-E67D-06265D64B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9464" y="750950"/>
                  <a:ext cx="174214" cy="155620"/>
                </a:xfrm>
                <a:prstGeom prst="rect">
                  <a:avLst/>
                </a:prstGeom>
                <a:blipFill>
                  <a:blip r:embed="rId27"/>
                  <a:stretch>
                    <a:fillRect l="-21429" t="-3846" r="-7143" b="-153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7" name="Straight Arrow Connector 616">
              <a:extLst>
                <a:ext uri="{FF2B5EF4-FFF2-40B4-BE49-F238E27FC236}">
                  <a16:creationId xmlns:a16="http://schemas.microsoft.com/office/drawing/2014/main" id="{C9462C9F-DDE2-C2EB-45BE-98CF04EB9828}"/>
                </a:ext>
              </a:extLst>
            </p:cNvPr>
            <p:cNvCxnSpPr>
              <a:cxnSpLocks/>
            </p:cNvCxnSpPr>
            <p:nvPr/>
          </p:nvCxnSpPr>
          <p:spPr>
            <a:xfrm>
              <a:off x="2945184" y="3436033"/>
              <a:ext cx="3937716" cy="5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5940015" y="2736882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27271" y="518173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18047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grpSp>
        <p:nvGrpSpPr>
          <p:cNvPr id="77" name="Группа 76"/>
          <p:cNvGrpSpPr/>
          <p:nvPr/>
        </p:nvGrpSpPr>
        <p:grpSpPr>
          <a:xfrm>
            <a:off x="235029" y="4836518"/>
            <a:ext cx="6152721" cy="1569419"/>
            <a:chOff x="235029" y="4836518"/>
            <a:chExt cx="6152721" cy="15694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C4551D5-FB39-7618-983D-D6DB9002B2A7}"/>
                    </a:ext>
                  </a:extLst>
                </p:cNvPr>
                <p:cNvSpPr txBox="1"/>
                <p:nvPr/>
              </p:nvSpPr>
              <p:spPr>
                <a:xfrm>
                  <a:off x="1349713" y="5137149"/>
                  <a:ext cx="485774" cy="2473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ru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C4551D5-FB39-7618-983D-D6DB9002B2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9713" y="5137149"/>
                  <a:ext cx="485774" cy="247375"/>
                </a:xfrm>
                <a:prstGeom prst="rect">
                  <a:avLst/>
                </a:prstGeom>
                <a:blipFill>
                  <a:blip r:embed="rId28"/>
                  <a:stretch>
                    <a:fillRect l="-7500" r="-1250" b="-20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2ADD17AD-3054-5BBD-20B8-E0ABEA26968C}"/>
                    </a:ext>
                  </a:extLst>
                </p:cNvPr>
                <p:cNvSpPr txBox="1"/>
                <p:nvPr/>
              </p:nvSpPr>
              <p:spPr>
                <a:xfrm>
                  <a:off x="1362138" y="5409874"/>
                  <a:ext cx="485774" cy="2496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ru-RU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2ADD17AD-3054-5BBD-20B8-E0ABEA269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2138" y="5409874"/>
                  <a:ext cx="485774" cy="249620"/>
                </a:xfrm>
                <a:prstGeom prst="rect">
                  <a:avLst/>
                </a:prstGeom>
                <a:blipFill>
                  <a:blip r:embed="rId29"/>
                  <a:stretch>
                    <a:fillRect l="-7500" r="-1250" b="-1707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71296CF-B81B-073B-FC7E-FEE4A556E580}"/>
                    </a:ext>
                  </a:extLst>
                </p:cNvPr>
                <p:cNvSpPr txBox="1"/>
                <p:nvPr/>
              </p:nvSpPr>
              <p:spPr>
                <a:xfrm>
                  <a:off x="2278532" y="4909073"/>
                  <a:ext cx="144364" cy="7367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71296CF-B81B-073B-FC7E-FEE4A556E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8532" y="4909073"/>
                  <a:ext cx="144364" cy="736740"/>
                </a:xfrm>
                <a:prstGeom prst="rect">
                  <a:avLst/>
                </a:prstGeom>
                <a:blipFill>
                  <a:blip r:embed="rId30"/>
                  <a:stretch>
                    <a:fillRect l="-26087" r="-3043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F120849-1099-8E5D-C25C-851AD241C82E}"/>
                    </a:ext>
                  </a:extLst>
                </p:cNvPr>
                <p:cNvSpPr txBox="1"/>
                <p:nvPr/>
              </p:nvSpPr>
              <p:spPr>
                <a:xfrm>
                  <a:off x="3428066" y="4909073"/>
                  <a:ext cx="238848" cy="7367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b="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F120849-1099-8E5D-C25C-851AD241C8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066" y="4909073"/>
                  <a:ext cx="238848" cy="736740"/>
                </a:xfrm>
                <a:prstGeom prst="rect">
                  <a:avLst/>
                </a:prstGeom>
                <a:blipFill>
                  <a:blip r:embed="rId31"/>
                  <a:stretch>
                    <a:fillRect l="-17500" r="-125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401747" y="4877089"/>
                  <a:ext cx="404726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1747" y="4877089"/>
                  <a:ext cx="404726" cy="246221"/>
                </a:xfrm>
                <a:prstGeom prst="rect">
                  <a:avLst/>
                </a:prstGeom>
                <a:blipFill>
                  <a:blip r:embed="rId32"/>
                  <a:stretch>
                    <a:fillRect l="-10606" b="-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1507FEC-07ED-4565-067B-B38359560EB1}"/>
                    </a:ext>
                  </a:extLst>
                </p:cNvPr>
                <p:cNvSpPr txBox="1"/>
                <p:nvPr/>
              </p:nvSpPr>
              <p:spPr>
                <a:xfrm>
                  <a:off x="4222910" y="4899081"/>
                  <a:ext cx="238848" cy="7367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b="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1507FEC-07ED-4565-067B-B38359560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2910" y="4899081"/>
                  <a:ext cx="238848" cy="736740"/>
                </a:xfrm>
                <a:prstGeom prst="rect">
                  <a:avLst/>
                </a:prstGeom>
                <a:blipFill>
                  <a:blip r:embed="rId33"/>
                  <a:stretch>
                    <a:fillRect l="-20513" r="-153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3FA4F57-9017-1B6D-F285-F67B9D4B1D00}"/>
                    </a:ext>
                  </a:extLst>
                </p:cNvPr>
                <p:cNvSpPr txBox="1"/>
                <p:nvPr/>
              </p:nvSpPr>
              <p:spPr>
                <a:xfrm>
                  <a:off x="5017498" y="4910727"/>
                  <a:ext cx="238847" cy="7367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US" sz="14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b="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3FA4F57-9017-1B6D-F285-F67B9D4B1D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7498" y="4910727"/>
                  <a:ext cx="238847" cy="736740"/>
                </a:xfrm>
                <a:prstGeom prst="rect">
                  <a:avLst/>
                </a:prstGeom>
                <a:blipFill>
                  <a:blip r:embed="rId34"/>
                  <a:stretch>
                    <a:fillRect l="-17949" r="-153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4F9DCDFD-4301-64A7-153F-B3ED6A940197}"/>
                    </a:ext>
                  </a:extLst>
                </p:cNvPr>
                <p:cNvSpPr txBox="1"/>
                <p:nvPr/>
              </p:nvSpPr>
              <p:spPr>
                <a:xfrm>
                  <a:off x="5763044" y="4915089"/>
                  <a:ext cx="238847" cy="7367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m:oMathPara>
                  </a14:m>
                  <a:endParaRPr lang="en-US" sz="14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400" b="0" dirty="0">
                    <a:solidFill>
                      <a:schemeClr val="tx1"/>
                    </a:solidFill>
                  </a:endParaRPr>
                </a:p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4F9DCDFD-4301-64A7-153F-B3ED6A9401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044" y="4915089"/>
                  <a:ext cx="238847" cy="736740"/>
                </a:xfrm>
                <a:prstGeom prst="rect">
                  <a:avLst/>
                </a:prstGeom>
                <a:blipFill>
                  <a:blip r:embed="rId35"/>
                  <a:stretch>
                    <a:fillRect l="-17500" r="-1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366641" y="6055342"/>
                  <a:ext cx="1366977" cy="1935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𝑠𝑘𝑖𝑝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?→ </m:t>
                      </m:r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a14:m>
                  <a:r>
                    <a:rPr lang="en-US" sz="12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200" dirty="0"/>
                    <a:t>&gt;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a14:m>
                  <a:r>
                    <a:rPr lang="en-US" sz="1200" dirty="0">
                      <a:solidFill>
                        <a:schemeClr val="tx1"/>
                      </a:solidFill>
                    </a:rPr>
                    <a:t> </a:t>
                  </a:r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41" y="6055342"/>
                  <a:ext cx="1366977" cy="193515"/>
                </a:xfrm>
                <a:prstGeom prst="rect">
                  <a:avLst/>
                </a:prstGeom>
                <a:blipFill>
                  <a:blip r:embed="rId36"/>
                  <a:stretch>
                    <a:fillRect l="-5357" t="-18750" b="-50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2" name="TextBox 251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4150429" y="6033598"/>
                  <a:ext cx="459998" cy="1637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ru-RU" sz="105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a14:m>
                  <a:r>
                    <a:rPr lang="en-US" sz="1050" dirty="0">
                      <a:solidFill>
                        <a:srgbClr val="FF0000"/>
                      </a:solidFill>
                    </a:rPr>
                    <a:t> &gt;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a14:m>
                  <a:r>
                    <a:rPr lang="en-US" sz="1050" dirty="0">
                      <a:solidFill>
                        <a:schemeClr val="tx1"/>
                      </a:solidFill>
                    </a:rPr>
                    <a:t> </a:t>
                  </a:r>
                  <a:endParaRPr lang="en-RU" sz="105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2" name="TextBox 251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0429" y="6033598"/>
                  <a:ext cx="459998" cy="163763"/>
                </a:xfrm>
                <a:prstGeom prst="rect">
                  <a:avLst/>
                </a:prstGeom>
                <a:blipFill>
                  <a:blip r:embed="rId37"/>
                  <a:stretch>
                    <a:fillRect l="-10667" t="-22222" b="-481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3338679" y="6088579"/>
                  <a:ext cx="459998" cy="1635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en-US" sz="105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&lt;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a14:m>
                  <a:r>
                    <a:rPr lang="en-US" sz="1050" dirty="0">
                      <a:solidFill>
                        <a:schemeClr val="tx1"/>
                      </a:solidFill>
                    </a:rPr>
                    <a:t> </a:t>
                  </a:r>
                  <a:endParaRPr lang="en-RU" sz="105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8679" y="6088579"/>
                  <a:ext cx="459998" cy="163506"/>
                </a:xfrm>
                <a:prstGeom prst="rect">
                  <a:avLst/>
                </a:prstGeom>
                <a:blipFill>
                  <a:blip r:embed="rId38"/>
                  <a:stretch>
                    <a:fillRect l="-10667" t="-22222" b="-481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5" name="TextBox 254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5634736" y="6089940"/>
                  <a:ext cx="459998" cy="1631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en-US" sz="105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&lt;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a14:m>
                  <a:r>
                    <a:rPr lang="en-US" sz="1050" dirty="0">
                      <a:solidFill>
                        <a:schemeClr val="tx1"/>
                      </a:solidFill>
                    </a:rPr>
                    <a:t> </a:t>
                  </a:r>
                  <a:endParaRPr lang="en-RU" sz="105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5" name="TextBox 254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4736" y="6089940"/>
                  <a:ext cx="459998" cy="163122"/>
                </a:xfrm>
                <a:prstGeom prst="rect">
                  <a:avLst/>
                </a:prstGeom>
                <a:blipFill>
                  <a:blip r:embed="rId39"/>
                  <a:stretch>
                    <a:fillRect l="-10526" t="-22222" b="-5185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4148422" y="6182333"/>
                  <a:ext cx="476862" cy="1728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ru-RU" sz="105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𝟑𝟎</m:t>
                      </m:r>
                    </m:oMath>
                  </a14:m>
                  <a:r>
                    <a:rPr lang="en-US" sz="1050" b="1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&lt;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b="1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050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1050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bSup>
                    </m:oMath>
                  </a14:m>
                  <a:r>
                    <a:rPr lang="en-US" sz="1050" dirty="0">
                      <a:solidFill>
                        <a:schemeClr val="tx1"/>
                      </a:solidFill>
                    </a:rPr>
                    <a:t> </a:t>
                  </a:r>
                  <a:endParaRPr lang="en-RU" sz="105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8422" y="6182333"/>
                  <a:ext cx="476862" cy="172868"/>
                </a:xfrm>
                <a:prstGeom prst="rect">
                  <a:avLst/>
                </a:prstGeom>
                <a:blipFill>
                  <a:blip r:embed="rId40"/>
                  <a:stretch>
                    <a:fillRect l="-10256" t="-17241" b="-4482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289363" y="5700940"/>
                  <a:ext cx="1520160" cy="1995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𝑚𝑖𝑠𝑠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?→ </m:t>
                      </m:r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a14:m>
                  <a:r>
                    <a:rPr lang="en-US" sz="12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200" dirty="0"/>
                    <a:t>&gt;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363" y="5700940"/>
                  <a:ext cx="1520160" cy="199542"/>
                </a:xfrm>
                <a:prstGeom prst="rect">
                  <a:avLst/>
                </a:prstGeom>
                <a:blipFill>
                  <a:blip r:embed="rId41"/>
                  <a:stretch>
                    <a:fillRect l="-3200" t="-15152" r="-1200" b="-4848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3138876" y="5737465"/>
                  <a:ext cx="708784" cy="163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a14:m>
                  <a:r>
                    <a:rPr lang="en-US" sz="105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&lt;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105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+50</m:t>
                      </m:r>
                    </m:oMath>
                  </a14:m>
                  <a:r>
                    <a:rPr lang="en-US" sz="1050" dirty="0">
                      <a:solidFill>
                        <a:schemeClr val="tx1"/>
                      </a:solidFill>
                    </a:rPr>
                    <a:t> </a:t>
                  </a:r>
                  <a:endParaRPr lang="en-RU" sz="105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8876" y="5737465"/>
                  <a:ext cx="708784" cy="163186"/>
                </a:xfrm>
                <a:prstGeom prst="rect">
                  <a:avLst/>
                </a:prstGeom>
                <a:blipFill>
                  <a:blip r:embed="rId42"/>
                  <a:stretch>
                    <a:fillRect l="-6897" t="-22222" r="-1724" b="-5185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4028093" y="5743624"/>
                  <a:ext cx="708784" cy="163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a14:m>
                  <a:r>
                    <a:rPr lang="en-US" sz="1050" dirty="0">
                      <a:solidFill>
                        <a:srgbClr val="FF0000"/>
                      </a:solidFill>
                    </a:rPr>
                    <a:t> &gt;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105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+20</m:t>
                      </m:r>
                    </m:oMath>
                  </a14:m>
                  <a:r>
                    <a:rPr lang="en-US" sz="1050" dirty="0">
                      <a:solidFill>
                        <a:srgbClr val="FF0000"/>
                      </a:solidFill>
                    </a:rPr>
                    <a:t> </a:t>
                  </a:r>
                  <a:endParaRPr lang="en-RU" sz="105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8093" y="5743624"/>
                  <a:ext cx="708784" cy="163443"/>
                </a:xfrm>
                <a:prstGeom prst="rect">
                  <a:avLst/>
                </a:prstGeom>
                <a:blipFill>
                  <a:blip r:embed="rId43"/>
                  <a:stretch>
                    <a:fillRect l="-6897" t="-22222" r="-1724" b="-5185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5556323" y="5754338"/>
                  <a:ext cx="711670" cy="1645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a14:m>
                  <a:r>
                    <a:rPr lang="en-US" sz="105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&lt;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RU" sz="105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5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sz="105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+20</m:t>
                      </m:r>
                    </m:oMath>
                  </a14:m>
                  <a:r>
                    <a:rPr lang="en-US" sz="105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</a:t>
                  </a:r>
                  <a:endParaRPr lang="en-RU" sz="105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6323" y="5754338"/>
                  <a:ext cx="711670" cy="164597"/>
                </a:xfrm>
                <a:prstGeom prst="rect">
                  <a:avLst/>
                </a:prstGeom>
                <a:blipFill>
                  <a:blip r:embed="rId44"/>
                  <a:stretch>
                    <a:fillRect l="-6838" t="-22222" r="-855" b="-481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Прямая соединительная линия 15"/>
            <p:cNvCxnSpPr/>
            <p:nvPr/>
          </p:nvCxnSpPr>
          <p:spPr>
            <a:xfrm>
              <a:off x="241045" y="5094611"/>
              <a:ext cx="6144032" cy="3234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Прямая соединительная линия 218"/>
            <p:cNvCxnSpPr/>
            <p:nvPr/>
          </p:nvCxnSpPr>
          <p:spPr>
            <a:xfrm>
              <a:off x="235029" y="5418794"/>
              <a:ext cx="6150048" cy="1214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Прямая соединительная линия 223"/>
            <p:cNvCxnSpPr/>
            <p:nvPr/>
          </p:nvCxnSpPr>
          <p:spPr>
            <a:xfrm flipV="1">
              <a:off x="247061" y="5658551"/>
              <a:ext cx="6138016" cy="670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Прямая соединительная линия 224"/>
            <p:cNvCxnSpPr/>
            <p:nvPr/>
          </p:nvCxnSpPr>
          <p:spPr>
            <a:xfrm>
              <a:off x="247061" y="6019338"/>
              <a:ext cx="6138016" cy="943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Прямая соединительная линия 225"/>
            <p:cNvCxnSpPr/>
            <p:nvPr/>
          </p:nvCxnSpPr>
          <p:spPr>
            <a:xfrm>
              <a:off x="250974" y="6355201"/>
              <a:ext cx="6134103" cy="265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5" name="Прямая соединительная линия 234"/>
            <p:cNvCxnSpPr/>
            <p:nvPr/>
          </p:nvCxnSpPr>
          <p:spPr>
            <a:xfrm flipV="1">
              <a:off x="1847912" y="4842162"/>
              <a:ext cx="0" cy="15405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Прямая соединительная линия 236"/>
            <p:cNvCxnSpPr/>
            <p:nvPr/>
          </p:nvCxnSpPr>
          <p:spPr>
            <a:xfrm flipV="1">
              <a:off x="3936554" y="4842162"/>
              <a:ext cx="0" cy="156107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Прямая соединительная линия 237"/>
            <p:cNvCxnSpPr/>
            <p:nvPr/>
          </p:nvCxnSpPr>
          <p:spPr>
            <a:xfrm flipV="1">
              <a:off x="4844438" y="4842162"/>
              <a:ext cx="0" cy="156107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Прямая соединительная линия 238"/>
            <p:cNvCxnSpPr/>
            <p:nvPr/>
          </p:nvCxnSpPr>
          <p:spPr>
            <a:xfrm flipV="1">
              <a:off x="5478567" y="4836518"/>
              <a:ext cx="0" cy="156107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7" name="Прямая соединительная линия 246"/>
            <p:cNvCxnSpPr/>
            <p:nvPr/>
          </p:nvCxnSpPr>
          <p:spPr>
            <a:xfrm>
              <a:off x="289363" y="4847768"/>
              <a:ext cx="6095714" cy="795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Прямая соединительная линия 247"/>
            <p:cNvCxnSpPr/>
            <p:nvPr/>
          </p:nvCxnSpPr>
          <p:spPr>
            <a:xfrm flipV="1">
              <a:off x="3084321" y="4844162"/>
              <a:ext cx="0" cy="156107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2" name="Прямая соединительная линия 261"/>
            <p:cNvCxnSpPr/>
            <p:nvPr/>
          </p:nvCxnSpPr>
          <p:spPr>
            <a:xfrm flipH="1" flipV="1">
              <a:off x="6385077" y="4846407"/>
              <a:ext cx="2673" cy="155953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4" name="TextBox 30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5061531" y="5734665"/>
                  <a:ext cx="15068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4" name="TextBox 30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1531" y="5734665"/>
                  <a:ext cx="150682" cy="184666"/>
                </a:xfrm>
                <a:prstGeom prst="rect">
                  <a:avLst/>
                </a:prstGeom>
                <a:blipFill>
                  <a:blip r:embed="rId45"/>
                  <a:stretch>
                    <a:fillRect l="-4000" r="-8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5064079" y="6104942"/>
                  <a:ext cx="15068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4079" y="6104942"/>
                  <a:ext cx="150682" cy="184666"/>
                </a:xfrm>
                <a:prstGeom prst="rect">
                  <a:avLst/>
                </a:prstGeom>
                <a:blipFill>
                  <a:blip r:embed="rId46"/>
                  <a:stretch>
                    <a:fillRect l="-8333" r="-833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2284548" y="5740438"/>
                  <a:ext cx="15068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548" y="5740438"/>
                  <a:ext cx="150682" cy="184666"/>
                </a:xfrm>
                <a:prstGeom prst="rect">
                  <a:avLst/>
                </a:prstGeom>
                <a:blipFill>
                  <a:blip r:embed="rId47"/>
                  <a:stretch>
                    <a:fillRect l="-8333" r="-833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2275221" y="6105032"/>
                  <a:ext cx="15068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ru-RU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221" y="6105032"/>
                  <a:ext cx="150682" cy="184666"/>
                </a:xfrm>
                <a:prstGeom prst="rect">
                  <a:avLst/>
                </a:prstGeom>
                <a:blipFill>
                  <a:blip r:embed="rId48"/>
                  <a:stretch>
                    <a:fillRect l="-4000" r="-8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632450" y="5592988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50919" y="563809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0919" y="5638093"/>
                <a:ext cx="550087" cy="190693"/>
              </a:xfrm>
              <a:prstGeom prst="rect">
                <a:avLst/>
              </a:prstGeom>
              <a:blipFill>
                <a:blip r:embed="rId49"/>
                <a:stretch>
                  <a:fillRect l="-6593" t="-3226" r="-5495" b="-96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5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8989552" y="560287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96528" y="5644109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6528" y="5644109"/>
                <a:ext cx="808298" cy="184666"/>
              </a:xfrm>
              <a:prstGeom prst="rect">
                <a:avLst/>
              </a:prstGeom>
              <a:blipFill>
                <a:blip r:embed="rId50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626287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825921" y="5646960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921" y="5646960"/>
                <a:ext cx="857927" cy="184666"/>
              </a:xfrm>
              <a:prstGeom prst="rect">
                <a:avLst/>
              </a:prstGeom>
              <a:blipFill>
                <a:blip r:embed="rId51"/>
                <a:stretch>
                  <a:fillRect l="-7801" t="-25806" r="-9220" b="-483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0" name="Правая фигурная скобка 319"/>
          <p:cNvSpPr/>
          <p:nvPr/>
        </p:nvSpPr>
        <p:spPr>
          <a:xfrm>
            <a:off x="7063995" y="5983233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2004" y="6129855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while</m:t>
                      </m:r>
                      <m:r>
                        <m:rPr>
                          <m:nor/>
                        </m:rPr>
                        <a:rPr lang="en-US" sz="1200" b="0" i="1" smtClean="0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004" y="6129855"/>
                <a:ext cx="1901161" cy="369332"/>
              </a:xfrm>
              <a:prstGeom prst="rect">
                <a:avLst/>
              </a:prstGeom>
              <a:blipFill>
                <a:blip r:embed="rId52"/>
                <a:stretch>
                  <a:fillRect l="-2251" r="-1929"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811031" y="6070621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89534" y="6048987"/>
                <a:ext cx="177555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534" y="6048987"/>
                <a:ext cx="1775551" cy="553998"/>
              </a:xfrm>
              <a:prstGeom prst="rect">
                <a:avLst/>
              </a:prstGeom>
              <a:blipFill>
                <a:blip r:embed="rId53"/>
                <a:stretch>
                  <a:fillRect l="-2749" r="-344" b="-109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51C33BE-DC74-B3B7-9F37-7832823B026D}"/>
              </a:ext>
            </a:extLst>
          </p:cNvPr>
          <p:cNvSpPr/>
          <p:nvPr/>
        </p:nvSpPr>
        <p:spPr>
          <a:xfrm>
            <a:off x="7197398" y="5167769"/>
            <a:ext cx="47151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7438287" y="869391"/>
            <a:ext cx="4337561" cy="445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89" y="1010652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0491-C978-7132-82E7-2DDF909D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2375149" y="5962924"/>
            <a:ext cx="26640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470119" y="6024200"/>
                <a:ext cx="23835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119" y="6024200"/>
                <a:ext cx="238351" cy="155299"/>
              </a:xfrm>
              <a:prstGeom prst="rect">
                <a:avLst/>
              </a:prstGeom>
              <a:blipFill>
                <a:blip r:embed="rId2"/>
                <a:stretch>
                  <a:fillRect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F58AB2-0F6C-77F9-19B9-A912D390106E}"/>
              </a:ext>
            </a:extLst>
          </p:cNvPr>
          <p:cNvCxnSpPr>
            <a:cxnSpLocks/>
          </p:cNvCxnSpPr>
          <p:nvPr/>
        </p:nvCxnSpPr>
        <p:spPr>
          <a:xfrm>
            <a:off x="28927" y="3852925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5E534B-C793-9F36-5E7B-1CD772EC8CDD}"/>
              </a:ext>
            </a:extLst>
          </p:cNvPr>
          <p:cNvCxnSpPr>
            <a:cxnSpLocks/>
          </p:cNvCxnSpPr>
          <p:nvPr/>
        </p:nvCxnSpPr>
        <p:spPr>
          <a:xfrm>
            <a:off x="20424" y="1413232"/>
            <a:ext cx="1215115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F43E6ED-9A19-7299-013C-010153EB5925}"/>
              </a:ext>
            </a:extLst>
          </p:cNvPr>
          <p:cNvCxnSpPr>
            <a:cxnSpLocks/>
          </p:cNvCxnSpPr>
          <p:nvPr/>
        </p:nvCxnSpPr>
        <p:spPr>
          <a:xfrm>
            <a:off x="-1" y="5374063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A055C49-3B7B-02F4-288F-88F0456CDD0E}"/>
              </a:ext>
            </a:extLst>
          </p:cNvPr>
          <p:cNvSpPr txBox="1"/>
          <p:nvPr/>
        </p:nvSpPr>
        <p:spPr>
          <a:xfrm>
            <a:off x="29188" y="0"/>
            <a:ext cx="1234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Job Releases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8C5665-C99B-D335-B7D8-FAE6C312BB49}"/>
              </a:ext>
            </a:extLst>
          </p:cNvPr>
          <p:cNvSpPr txBox="1"/>
          <p:nvPr/>
        </p:nvSpPr>
        <p:spPr>
          <a:xfrm>
            <a:off x="29188" y="5374063"/>
            <a:ext cx="17081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Resulted Schedule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5E69F1-8BCB-B0BF-39C2-DB84DE87ED92}"/>
              </a:ext>
            </a:extLst>
          </p:cNvPr>
          <p:cNvSpPr txBox="1"/>
          <p:nvPr/>
        </p:nvSpPr>
        <p:spPr>
          <a:xfrm>
            <a:off x="58115" y="3852923"/>
            <a:ext cx="2228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Scheduler Computations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8280160" y="795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C6B66-9296-A8A9-5D2C-146B556C1D08}"/>
              </a:ext>
            </a:extLst>
          </p:cNvPr>
          <p:cNvCxnSpPr>
            <a:cxnSpLocks/>
          </p:cNvCxnSpPr>
          <p:nvPr/>
        </p:nvCxnSpPr>
        <p:spPr>
          <a:xfrm>
            <a:off x="2383659" y="-18854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C88033-9E65-982B-1BDB-4DC95427EEFD}"/>
              </a:ext>
            </a:extLst>
          </p:cNvPr>
          <p:cNvCxnSpPr>
            <a:cxnSpLocks/>
          </p:cNvCxnSpPr>
          <p:nvPr/>
        </p:nvCxnSpPr>
        <p:spPr>
          <a:xfrm>
            <a:off x="1036948" y="582965"/>
            <a:ext cx="5518873" cy="9575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5BBFC22-EA8D-F382-C4BA-32EE615723B7}"/>
              </a:ext>
            </a:extLst>
          </p:cNvPr>
          <p:cNvCxnSpPr>
            <a:cxnSpLocks/>
          </p:cNvCxnSpPr>
          <p:nvPr/>
        </p:nvCxnSpPr>
        <p:spPr>
          <a:xfrm flipV="1">
            <a:off x="1046375" y="873731"/>
            <a:ext cx="5526423" cy="2629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A0103E7-B373-360A-17DA-5F0FA2184D0C}"/>
              </a:ext>
            </a:extLst>
          </p:cNvPr>
          <p:cNvCxnSpPr>
            <a:cxnSpLocks/>
          </p:cNvCxnSpPr>
          <p:nvPr/>
        </p:nvCxnSpPr>
        <p:spPr>
          <a:xfrm>
            <a:off x="1027522" y="1179484"/>
            <a:ext cx="4619134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/>
              <p:nvPr/>
            </p:nvSpPr>
            <p:spPr>
              <a:xfrm>
                <a:off x="1191331" y="605153"/>
                <a:ext cx="897745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331" y="605153"/>
                <a:ext cx="897745" cy="192873"/>
              </a:xfrm>
              <a:prstGeom prst="rect">
                <a:avLst/>
              </a:prstGeom>
              <a:blipFill>
                <a:blip r:embed="rId3"/>
                <a:stretch>
                  <a:fillRect l="-1389" b="-25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AB22B28-6829-8D3E-08EA-E7785F24FF60}"/>
                  </a:ext>
                </a:extLst>
              </p:cNvPr>
              <p:cNvSpPr txBox="1"/>
              <p:nvPr/>
            </p:nvSpPr>
            <p:spPr>
              <a:xfrm>
                <a:off x="1197093" y="901046"/>
                <a:ext cx="897745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AB22B28-6829-8D3E-08EA-E7785F24F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093" y="901046"/>
                <a:ext cx="897745" cy="192873"/>
              </a:xfrm>
              <a:prstGeom prst="rect">
                <a:avLst/>
              </a:prstGeom>
              <a:blipFill>
                <a:blip r:embed="rId4"/>
                <a:stretch>
                  <a:fillRect l="-2778" b="-2666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2517" y="1816445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17" y="1816445"/>
                <a:ext cx="319242" cy="215444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616">
            <a:extLst>
              <a:ext uri="{FF2B5EF4-FFF2-40B4-BE49-F238E27FC236}">
                <a16:creationId xmlns:a16="http://schemas.microsoft.com/office/drawing/2014/main" id="{B38C7703-6552-2ACE-3B19-4B62E161CE2F}"/>
              </a:ext>
            </a:extLst>
          </p:cNvPr>
          <p:cNvCxnSpPr>
            <a:cxnSpLocks/>
          </p:cNvCxnSpPr>
          <p:nvPr/>
        </p:nvCxnSpPr>
        <p:spPr>
          <a:xfrm>
            <a:off x="2380803" y="1178814"/>
            <a:ext cx="4627592" cy="67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741BD4-A5E1-9614-FA79-552C0CDD1485}"/>
              </a:ext>
            </a:extLst>
          </p:cNvPr>
          <p:cNvCxnSpPr>
            <a:cxnSpLocks/>
          </p:cNvCxnSpPr>
          <p:nvPr/>
        </p:nvCxnSpPr>
        <p:spPr>
          <a:xfrm flipH="1" flipV="1">
            <a:off x="2380803" y="5925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61FF31-A248-90ED-07C4-25A9BFF8B1CF}"/>
              </a:ext>
            </a:extLst>
          </p:cNvPr>
          <p:cNvCxnSpPr>
            <a:cxnSpLocks/>
          </p:cNvCxnSpPr>
          <p:nvPr/>
        </p:nvCxnSpPr>
        <p:spPr>
          <a:xfrm flipH="1" flipV="1">
            <a:off x="2383025" y="88424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/>
              <p:nvPr/>
            </p:nvSpPr>
            <p:spPr>
              <a:xfrm>
                <a:off x="977428" y="3141941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28" y="3141941"/>
                <a:ext cx="485774" cy="247375"/>
              </a:xfrm>
              <a:prstGeom prst="rect">
                <a:avLst/>
              </a:prstGeom>
              <a:blipFill>
                <a:blip r:embed="rId6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/>
              <p:nvPr/>
            </p:nvSpPr>
            <p:spPr>
              <a:xfrm>
                <a:off x="989853" y="341466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853" y="3414666"/>
                <a:ext cx="485774" cy="249620"/>
              </a:xfrm>
              <a:prstGeom prst="rect">
                <a:avLst/>
              </a:prstGeom>
              <a:blipFill>
                <a:blip r:embed="rId7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/>
              <p:nvPr/>
            </p:nvSpPr>
            <p:spPr>
              <a:xfrm>
                <a:off x="1029462" y="2871648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462" y="2871648"/>
                <a:ext cx="404726" cy="246221"/>
              </a:xfrm>
              <a:prstGeom prst="rect">
                <a:avLst/>
              </a:prstGeom>
              <a:blipFill>
                <a:blip r:embed="rId8"/>
                <a:stretch>
                  <a:fillRect l="-10606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1F6C23F-D4E6-3C0F-B1D2-F29535FB06C6}"/>
              </a:ext>
            </a:extLst>
          </p:cNvPr>
          <p:cNvCxnSpPr>
            <a:cxnSpLocks/>
          </p:cNvCxnSpPr>
          <p:nvPr/>
        </p:nvCxnSpPr>
        <p:spPr>
          <a:xfrm>
            <a:off x="142838" y="3117869"/>
            <a:ext cx="9191135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A6EBB25-6F6E-7599-58A4-1E898D22B5B7}"/>
              </a:ext>
            </a:extLst>
          </p:cNvPr>
          <p:cNvCxnSpPr>
            <a:cxnSpLocks/>
          </p:cNvCxnSpPr>
          <p:nvPr/>
        </p:nvCxnSpPr>
        <p:spPr>
          <a:xfrm>
            <a:off x="142838" y="3418353"/>
            <a:ext cx="7786540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738D303-9B51-B996-BA2D-62655E5F6ECB}"/>
              </a:ext>
            </a:extLst>
          </p:cNvPr>
          <p:cNvCxnSpPr>
            <a:cxnSpLocks/>
          </p:cNvCxnSpPr>
          <p:nvPr/>
        </p:nvCxnSpPr>
        <p:spPr>
          <a:xfrm>
            <a:off x="182117" y="3714795"/>
            <a:ext cx="7786540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BB49B4A-4932-F3D3-15DE-26294EA12F9F}"/>
              </a:ext>
            </a:extLst>
          </p:cNvPr>
          <p:cNvSpPr txBox="1"/>
          <p:nvPr/>
        </p:nvSpPr>
        <p:spPr>
          <a:xfrm>
            <a:off x="49351" y="2425560"/>
            <a:ext cx="135524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RU" sz="1600" dirty="0"/>
              <a:t>Computations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691D85E-610D-8AEC-0D03-4869719B1003}"/>
              </a:ext>
            </a:extLst>
          </p:cNvPr>
          <p:cNvCxnSpPr>
            <a:cxnSpLocks/>
          </p:cNvCxnSpPr>
          <p:nvPr/>
        </p:nvCxnSpPr>
        <p:spPr>
          <a:xfrm>
            <a:off x="5042783" y="-112412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/>
              <p:nvPr/>
            </p:nvSpPr>
            <p:spPr>
              <a:xfrm>
                <a:off x="4892248" y="2871781"/>
                <a:ext cx="274113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248" y="2871781"/>
                <a:ext cx="274113" cy="246221"/>
              </a:xfrm>
              <a:prstGeom prst="rect">
                <a:avLst/>
              </a:prstGeom>
              <a:blipFill>
                <a:blip r:embed="rId9"/>
                <a:stretch>
                  <a:fillRect l="-17778" r="-13333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A00AF5E-3B5A-E90D-3250-8CA4E609A45B}"/>
              </a:ext>
            </a:extLst>
          </p:cNvPr>
          <p:cNvCxnSpPr>
            <a:cxnSpLocks/>
          </p:cNvCxnSpPr>
          <p:nvPr/>
        </p:nvCxnSpPr>
        <p:spPr>
          <a:xfrm>
            <a:off x="1423447" y="5947379"/>
            <a:ext cx="5126024" cy="8824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0F74345-8F3B-9252-10A8-C1DD925709B5}"/>
              </a:ext>
            </a:extLst>
          </p:cNvPr>
          <p:cNvCxnSpPr>
            <a:cxnSpLocks/>
          </p:cNvCxnSpPr>
          <p:nvPr/>
        </p:nvCxnSpPr>
        <p:spPr>
          <a:xfrm>
            <a:off x="1423447" y="6240774"/>
            <a:ext cx="4223209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F31A96-5875-0075-C355-674969BF5890}"/>
              </a:ext>
            </a:extLst>
          </p:cNvPr>
          <p:cNvCxnSpPr>
            <a:cxnSpLocks/>
          </p:cNvCxnSpPr>
          <p:nvPr/>
        </p:nvCxnSpPr>
        <p:spPr>
          <a:xfrm>
            <a:off x="1404594" y="6543898"/>
            <a:ext cx="4242062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0FA3A6A-0350-C5CA-4F23-96D069ADD301}"/>
                  </a:ext>
                </a:extLst>
              </p:cNvPr>
              <p:cNvSpPr txBox="1"/>
              <p:nvPr/>
            </p:nvSpPr>
            <p:spPr>
              <a:xfrm>
                <a:off x="1891906" y="5969567"/>
                <a:ext cx="197170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0FA3A6A-0350-C5CA-4F23-96D069ADD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906" y="5969567"/>
                <a:ext cx="197170" cy="192873"/>
              </a:xfrm>
              <a:prstGeom prst="rect">
                <a:avLst/>
              </a:prstGeom>
              <a:blipFill>
                <a:blip r:embed="rId10"/>
                <a:stretch>
                  <a:fillRect l="-5882" r="-11765" b="-235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C81243C-DF44-7AD5-C419-47E0FD0A854F}"/>
                  </a:ext>
                </a:extLst>
              </p:cNvPr>
              <p:cNvSpPr txBox="1"/>
              <p:nvPr/>
            </p:nvSpPr>
            <p:spPr>
              <a:xfrm>
                <a:off x="1897668" y="6265460"/>
                <a:ext cx="197170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C81243C-DF44-7AD5-C419-47E0FD0A8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7668" y="6265460"/>
                <a:ext cx="197170" cy="192873"/>
              </a:xfrm>
              <a:prstGeom prst="rect">
                <a:avLst/>
              </a:prstGeom>
              <a:blipFill>
                <a:blip r:embed="rId11"/>
                <a:stretch>
                  <a:fillRect l="-11765" r="-11765" b="-25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Arrow Connector 616">
            <a:extLst>
              <a:ext uri="{FF2B5EF4-FFF2-40B4-BE49-F238E27FC236}">
                <a16:creationId xmlns:a16="http://schemas.microsoft.com/office/drawing/2014/main" id="{225B13E7-D4D7-33BB-00D3-AA027D88B439}"/>
              </a:ext>
            </a:extLst>
          </p:cNvPr>
          <p:cNvCxnSpPr>
            <a:cxnSpLocks/>
          </p:cNvCxnSpPr>
          <p:nvPr/>
        </p:nvCxnSpPr>
        <p:spPr>
          <a:xfrm>
            <a:off x="2380803" y="6543228"/>
            <a:ext cx="4723844" cy="67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215953" y="56938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41" name="Straight Connector 8">
            <a:extLst>
              <a:ext uri="{FF2B5EF4-FFF2-40B4-BE49-F238E27FC236}">
                <a16:creationId xmlns:a16="http://schemas.microsoft.com/office/drawing/2014/main" id="{D4F58AB2-0F6C-77F9-19B9-A912D390106E}"/>
              </a:ext>
            </a:extLst>
          </p:cNvPr>
          <p:cNvCxnSpPr>
            <a:cxnSpLocks/>
          </p:cNvCxnSpPr>
          <p:nvPr/>
        </p:nvCxnSpPr>
        <p:spPr>
          <a:xfrm>
            <a:off x="20424" y="2425560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28C5665-C99B-D335-B7D8-FAE6C312BB49}"/>
              </a:ext>
            </a:extLst>
          </p:cNvPr>
          <p:cNvSpPr txBox="1"/>
          <p:nvPr/>
        </p:nvSpPr>
        <p:spPr>
          <a:xfrm>
            <a:off x="6857" y="1373579"/>
            <a:ext cx="1220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Initial values</a:t>
            </a:r>
            <a:endParaRPr lang="en-RU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/>
              <p:nvPr/>
            </p:nvSpPr>
            <p:spPr>
              <a:xfrm>
                <a:off x="131521" y="1665584"/>
                <a:ext cx="526041" cy="1767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1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1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21" y="1665584"/>
                <a:ext cx="526041" cy="176780"/>
              </a:xfrm>
              <a:prstGeom prst="rect">
                <a:avLst/>
              </a:prstGeom>
              <a:blipFill>
                <a:blip r:embed="rId12"/>
                <a:stretch>
                  <a:fillRect l="-3488" r="-5814" b="-2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/>
              <p:nvPr/>
            </p:nvSpPr>
            <p:spPr>
              <a:xfrm>
                <a:off x="183213" y="2036425"/>
                <a:ext cx="364331" cy="1856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13" y="2036425"/>
                <a:ext cx="364331" cy="185628"/>
              </a:xfrm>
              <a:prstGeom prst="rect">
                <a:avLst/>
              </a:prstGeom>
              <a:blipFill>
                <a:blip r:embed="rId13"/>
                <a:stretch>
                  <a:fillRect l="-8333" r="-3333" b="-161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/>
              <p:nvPr/>
            </p:nvSpPr>
            <p:spPr>
              <a:xfrm>
                <a:off x="177590" y="2224927"/>
                <a:ext cx="364331" cy="1860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90" y="2224927"/>
                <a:ext cx="364331" cy="186013"/>
              </a:xfrm>
              <a:prstGeom prst="rect">
                <a:avLst/>
              </a:prstGeom>
              <a:blipFill>
                <a:blip r:embed="rId14"/>
                <a:stretch>
                  <a:fillRect l="-8333" r="-333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/>
              <p:nvPr/>
            </p:nvSpPr>
            <p:spPr>
              <a:xfrm>
                <a:off x="199151" y="1856372"/>
                <a:ext cx="3039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51" y="1856372"/>
                <a:ext cx="303993" cy="184666"/>
              </a:xfrm>
              <a:prstGeom prst="rect">
                <a:avLst/>
              </a:prstGeom>
              <a:blipFill>
                <a:blip r:embed="rId15"/>
                <a:stretch>
                  <a:fillRect l="-10000" r="-2000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1042" y="2034053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1042" y="2034053"/>
                <a:ext cx="319242" cy="215444"/>
              </a:xfrm>
              <a:prstGeom prst="rect">
                <a:avLst/>
              </a:prstGeom>
              <a:blipFill>
                <a:blip r:embed="rId1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3361" y="2242587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361" y="2242587"/>
                <a:ext cx="319242" cy="215444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18723" y="3172132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723" y="3172132"/>
                <a:ext cx="319242" cy="246221"/>
              </a:xfrm>
              <a:prstGeom prst="rect">
                <a:avLst/>
              </a:prstGeom>
              <a:blipFill>
                <a:blip r:embed="rId17"/>
                <a:stretch>
                  <a:fillRect l="-7692" r="-7692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1042" y="342277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1042" y="3422778"/>
                <a:ext cx="319242" cy="246221"/>
              </a:xfrm>
              <a:prstGeom prst="rect">
                <a:avLst/>
              </a:prstGeom>
              <a:blipFill>
                <a:blip r:embed="rId18"/>
                <a:stretch>
                  <a:fillRect l="-5660" r="-5660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14707" y="285529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4707" y="2855298"/>
                <a:ext cx="319242" cy="246221"/>
              </a:xfrm>
              <a:prstGeom prst="rect">
                <a:avLst/>
              </a:prstGeom>
              <a:blipFill>
                <a:blip r:embed="rId19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4867921" y="3149760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921" y="3149760"/>
                <a:ext cx="319242" cy="246221"/>
              </a:xfrm>
              <a:prstGeom prst="rect">
                <a:avLst/>
              </a:prstGeom>
              <a:blipFill>
                <a:blip r:embed="rId20"/>
                <a:stretch>
                  <a:fillRect l="-7692" r="-7692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4869466" y="3467259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466" y="3467259"/>
                <a:ext cx="319242" cy="246221"/>
              </a:xfrm>
              <a:prstGeom prst="rect">
                <a:avLst/>
              </a:prstGeom>
              <a:blipFill>
                <a:blip r:embed="rId21"/>
                <a:stretch>
                  <a:fillRect l="-7692" r="-5769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Connector 59">
            <a:extLst>
              <a:ext uri="{FF2B5EF4-FFF2-40B4-BE49-F238E27FC236}">
                <a16:creationId xmlns:a16="http://schemas.microsoft.com/office/drawing/2014/main" id="{3691D85E-610D-8AEC-0D03-4869719B1003}"/>
              </a:ext>
            </a:extLst>
          </p:cNvPr>
          <p:cNvCxnSpPr>
            <a:cxnSpLocks/>
          </p:cNvCxnSpPr>
          <p:nvPr/>
        </p:nvCxnSpPr>
        <p:spPr>
          <a:xfrm>
            <a:off x="6572798" y="-112412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/>
              <p:nvPr/>
            </p:nvSpPr>
            <p:spPr>
              <a:xfrm>
                <a:off x="6423709" y="2865953"/>
                <a:ext cx="274114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09" y="2865953"/>
                <a:ext cx="274114" cy="246221"/>
              </a:xfrm>
              <a:prstGeom prst="rect">
                <a:avLst/>
              </a:prstGeom>
              <a:blipFill>
                <a:blip r:embed="rId22"/>
                <a:stretch>
                  <a:fillRect l="-17778" r="-13333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6396200" y="3164415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6200" y="3164415"/>
                <a:ext cx="319242" cy="246221"/>
              </a:xfrm>
              <a:prstGeom prst="rect">
                <a:avLst/>
              </a:prstGeom>
              <a:blipFill>
                <a:blip r:embed="rId23"/>
                <a:stretch>
                  <a:fillRect l="-7547" r="-5660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6413177" y="349614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177" y="3496148"/>
                <a:ext cx="319242" cy="246221"/>
              </a:xfrm>
              <a:prstGeom prst="rect">
                <a:avLst/>
              </a:prstGeom>
              <a:blipFill>
                <a:blip r:embed="rId24"/>
                <a:stretch>
                  <a:fillRect l="-5769" r="-7692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017BA45-8385-43C5-8A3C-AE2D01924A7D}"/>
              </a:ext>
            </a:extLst>
          </p:cNvPr>
          <p:cNvCxnSpPr>
            <a:cxnSpLocks/>
          </p:cNvCxnSpPr>
          <p:nvPr/>
        </p:nvCxnSpPr>
        <p:spPr>
          <a:xfrm flipH="1" flipV="1">
            <a:off x="2380803" y="595695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C143545-4AB4-2FC9-35F4-234E672B0CE8}"/>
              </a:ext>
            </a:extLst>
          </p:cNvPr>
          <p:cNvCxnSpPr>
            <a:cxnSpLocks/>
          </p:cNvCxnSpPr>
          <p:nvPr/>
        </p:nvCxnSpPr>
        <p:spPr>
          <a:xfrm flipH="1" flipV="1">
            <a:off x="2383025" y="624865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5030993" y="6255305"/>
            <a:ext cx="1565133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5766490" y="6322371"/>
                <a:ext cx="274460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6490" y="6322371"/>
                <a:ext cx="274460" cy="155620"/>
              </a:xfrm>
              <a:prstGeom prst="rect">
                <a:avLst/>
              </a:prstGeom>
              <a:blipFill>
                <a:blip r:embed="rId25"/>
                <a:stretch>
                  <a:fillRect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551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200375" cy="307777"/>
              </a:xfrm>
              <a:prstGeom prst="rect">
                <a:avLst/>
              </a:prstGeom>
              <a:blipFill>
                <a:blip r:embed="rId4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544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343043" cy="307777"/>
              </a:xfrm>
              <a:prstGeom prst="rect">
                <a:avLst/>
              </a:prstGeom>
              <a:blipFill>
                <a:blip r:embed="rId15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6036" y="2251065"/>
            <a:ext cx="3805" cy="1162933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49657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49657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0016" y="3441988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343043" cy="307777"/>
              </a:xfrm>
              <a:prstGeom prst="rect">
                <a:avLst/>
              </a:prstGeom>
              <a:blipFill>
                <a:blip r:embed="rId30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4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4"/>
                <a:ext cx="1588384" cy="277961"/>
              </a:xfrm>
              <a:prstGeom prst="rect">
                <a:avLst/>
              </a:prstGeom>
              <a:blipFill>
                <a:blip r:embed="rId40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9324971" y="195751"/>
                <a:ext cx="1279325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𝑐h𝑢𝑛𝑘𝑒𝑑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𝐷𝐹</m:t>
                      </m:r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4971" y="195751"/>
                <a:ext cx="1279325" cy="246221"/>
              </a:xfrm>
              <a:prstGeom prst="rect">
                <a:avLst/>
              </a:prstGeom>
              <a:blipFill>
                <a:blip r:embed="rId41"/>
                <a:stretch>
                  <a:fillRect l="-3333" r="-1905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18120" y="314348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44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610324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6354" y="1054222"/>
                <a:ext cx="174214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354" y="1054222"/>
                <a:ext cx="174214" cy="155940"/>
              </a:xfrm>
              <a:prstGeom prst="rect">
                <a:avLst/>
              </a:prstGeom>
              <a:blipFill>
                <a:blip r:embed="rId42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3138893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12193" y="2845444"/>
            <a:ext cx="1558858" cy="289752"/>
          </a:xfrm>
          <a:prstGeom prst="rect">
            <a:avLst/>
          </a:prstGeom>
          <a:solidFill>
            <a:schemeClr val="bg1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5652" y="284454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113308" y="2831095"/>
            <a:ext cx="1558858" cy="289752"/>
          </a:xfrm>
          <a:prstGeom prst="rect">
            <a:avLst/>
          </a:prstGeom>
          <a:solidFill>
            <a:schemeClr val="bg1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170520" y="3145490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333087" y="3146229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485487" y="3148232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638140" y="314660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790539" y="3141331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947091" y="3143334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099491" y="314533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260755" y="314533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423945" y="3139259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9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4569284" y="3132404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3730574" y="32098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0574" y="3209836"/>
                <a:ext cx="138115" cy="15562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578809" y="283414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731209" y="2836148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893776" y="283087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046176" y="2832874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198829" y="2831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351228" y="2831989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507780" y="283399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660180" y="283599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821444" y="283599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984634" y="2835933"/>
            <a:ext cx="13200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5294576" y="2906359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76" y="2906359"/>
                <a:ext cx="138115" cy="155299"/>
              </a:xfrm>
              <a:prstGeom prst="rect">
                <a:avLst/>
              </a:prstGeom>
              <a:blipFill>
                <a:blip r:embed="rId4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092112" y="312890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244512" y="3124895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407079" y="3125634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559479" y="3127637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712132" y="3126013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64531" y="3126752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021083" y="312875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173483" y="31247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334747" y="31247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497937" y="312468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6">
            <a:extLst>
              <a:ext uri="{FF2B5EF4-FFF2-40B4-BE49-F238E27FC236}">
                <a16:creationId xmlns:a16="http://schemas.microsoft.com/office/drawing/2014/main" id="{C2A2BFF7-883F-BC7A-DFD7-AFEF2FCE255D}"/>
              </a:ext>
            </a:extLst>
          </p:cNvPr>
          <p:cNvCxnSpPr/>
          <p:nvPr/>
        </p:nvCxnSpPr>
        <p:spPr>
          <a:xfrm>
            <a:off x="6106029" y="2712618"/>
            <a:ext cx="1" cy="734620"/>
          </a:xfrm>
          <a:prstGeom prst="line">
            <a:avLst/>
          </a:prstGeom>
          <a:ln w="38100" cmpd="sng">
            <a:solidFill>
              <a:schemeClr val="accent5">
                <a:lumMod val="75000"/>
              </a:schemeClr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839759" y="3207200"/>
                <a:ext cx="140872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9759" y="3207200"/>
                <a:ext cx="140872" cy="155940"/>
              </a:xfrm>
              <a:prstGeom prst="rect">
                <a:avLst/>
              </a:prstGeom>
              <a:blipFill>
                <a:blip r:embed="rId45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7645416" y="3121613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6115447" y="314785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656074" y="2841416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808474" y="2837403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971041" y="28381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123441" y="2840145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276094" y="283852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428493" y="2839260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585045" y="2841263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737445" y="2837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98709" y="2837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061899" y="283718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389112" y="2888016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112" y="2888016"/>
                <a:ext cx="138115" cy="155299"/>
              </a:xfrm>
              <a:prstGeom prst="rect">
                <a:avLst/>
              </a:prstGeom>
              <a:blipFill>
                <a:blip r:embed="rId4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9205216" y="2841140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193621" y="31316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346021" y="3133653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508588" y="313439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660988" y="3136395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813641" y="313477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966040" y="3135510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116576" y="313149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274992" y="313350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436256" y="313350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9446" y="313343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13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9218775" y="314357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10737859" y="3129822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896288" y="3203461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6288" y="3203461"/>
                <a:ext cx="140872" cy="156710"/>
              </a:xfrm>
              <a:prstGeom prst="rect">
                <a:avLst/>
              </a:prstGeom>
              <a:blipFill>
                <a:blip r:embed="rId4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189171" y="5817934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272240" y="581793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9216" y="5859168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216" y="5859168"/>
                <a:ext cx="808298" cy="184666"/>
              </a:xfrm>
              <a:prstGeom prst="rect">
                <a:avLst/>
              </a:prstGeom>
              <a:blipFill>
                <a:blip r:embed="rId48"/>
                <a:stretch>
                  <a:fillRect l="-6015" t="-3333" r="-3759" b="-3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3" name="Straight Connector 36">
            <a:extLst>
              <a:ext uri="{FF2B5EF4-FFF2-40B4-BE49-F238E27FC236}">
                <a16:creationId xmlns:a16="http://schemas.microsoft.com/office/drawing/2014/main" id="{C2A2BFF7-883F-BC7A-DFD7-AFEF2FCE255D}"/>
              </a:ext>
            </a:extLst>
          </p:cNvPr>
          <p:cNvCxnSpPr/>
          <p:nvPr/>
        </p:nvCxnSpPr>
        <p:spPr>
          <a:xfrm>
            <a:off x="2847476" y="5817934"/>
            <a:ext cx="4008" cy="367310"/>
          </a:xfrm>
          <a:prstGeom prst="line">
            <a:avLst/>
          </a:prstGeom>
          <a:ln w="28575" cmpd="sng">
            <a:solidFill>
              <a:schemeClr val="accent5">
                <a:lumMod val="75000"/>
              </a:schemeClr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TextBox 3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993807" y="5859168"/>
                <a:ext cx="855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𝑃𝑟𝑒𝑒𝑚𝑝𝑡𝑖𝑜𝑛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4" name="TextBox 3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807" y="5859168"/>
                <a:ext cx="855427" cy="184666"/>
              </a:xfrm>
              <a:prstGeom prst="rect">
                <a:avLst/>
              </a:prstGeom>
              <a:blipFill>
                <a:blip r:embed="rId49"/>
                <a:stretch>
                  <a:fillRect l="-5714" r="-5000" b="-3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5" name="TextBox 39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492284" y="5866196"/>
                <a:ext cx="59599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𝐶h𝑢𝑛𝑘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5" name="TextBox 39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284" y="5866196"/>
                <a:ext cx="595997" cy="184666"/>
              </a:xfrm>
              <a:prstGeom prst="rect">
                <a:avLst/>
              </a:prstGeom>
              <a:blipFill>
                <a:blip r:embed="rId50"/>
                <a:stretch>
                  <a:fillRect l="-6122" r="-5102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937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922523"/>
                  </p:ext>
                </p:extLst>
              </p:nvPr>
            </p:nvGraphicFramePr>
            <p:xfrm>
              <a:off x="900167" y="418878"/>
              <a:ext cx="3298854" cy="12640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39875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2658979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27033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1400" baseline="0" dirty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071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/>
                            <a:t>The number of deadline misses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2718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/>
                            <a:t>The number of context switches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2718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The number of preemptions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922523"/>
                  </p:ext>
                </p:extLst>
              </p:nvPr>
            </p:nvGraphicFramePr>
            <p:xfrm>
              <a:off x="900167" y="418878"/>
              <a:ext cx="3298854" cy="12640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39875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2658979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0480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1400" baseline="0" dirty="0" smtClean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46266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87931" r="-417143" b="-1896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/>
                            <a:t>The number of deadline misses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0651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18000" r="-417143" b="-1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/>
                            <a:t>The number of context switches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0651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11765" r="-417143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/>
                            <a:t>The number of preemptions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7" y="1870232"/>
            <a:ext cx="5115622" cy="214673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7" y="4651532"/>
            <a:ext cx="5115622" cy="21467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8951287"/>
                  </p:ext>
                </p:extLst>
              </p:nvPr>
            </p:nvGraphicFramePr>
            <p:xfrm>
              <a:off x="6635218" y="1870232"/>
              <a:ext cx="1239449" cy="132502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017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Scenario 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0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8951287"/>
                  </p:ext>
                </p:extLst>
              </p:nvPr>
            </p:nvGraphicFramePr>
            <p:xfrm>
              <a:off x="6635218" y="1870232"/>
              <a:ext cx="1239449" cy="132502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017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Scenario 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91667" r="-88073" b="-18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1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216981" r="-88073" b="-1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323077" r="-88073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0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911210"/>
                  </p:ext>
                </p:extLst>
              </p:nvPr>
            </p:nvGraphicFramePr>
            <p:xfrm>
              <a:off x="6635219" y="4651532"/>
              <a:ext cx="1239449" cy="132570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69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Scenario 2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0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911210"/>
                  </p:ext>
                </p:extLst>
              </p:nvPr>
            </p:nvGraphicFramePr>
            <p:xfrm>
              <a:off x="6635219" y="4651532"/>
              <a:ext cx="1239449" cy="132570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69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Scenario 2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93333" r="-88073" b="-1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0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223077" r="-88073" b="-1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323077" r="-88073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1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889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/>
              <p:cNvGraphicFramePr>
                <a:graphicFrameLocks noGrp="1"/>
              </p:cNvGraphicFramePr>
              <p:nvPr/>
            </p:nvGraphicFramePr>
            <p:xfrm>
              <a:off x="900167" y="635445"/>
              <a:ext cx="8128000" cy="190595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6723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641277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2400" baseline="0" dirty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/>
                            <a:t>The number of deadline misses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/>
                            <a:t>The number of context switches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The number of preemptions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900167" y="635445"/>
              <a:ext cx="8128000" cy="190595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6723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641277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45720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 smtClean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2400" baseline="0" dirty="0" smtClean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2400" dirty="0" smtClean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52838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95402" r="-227451" b="-198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 smtClean="0"/>
                            <a:t>The number of deadline misses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4601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26667" r="-227451" b="-1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 smtClean="0"/>
                            <a:t>The number of context switches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4601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2368" r="-227451" b="-2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The number of preemptions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900167" y="3398698"/>
          <a:ext cx="8128000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6723">
                  <a:extLst>
                    <a:ext uri="{9D8B030D-6E8A-4147-A177-3AD203B41FA5}">
                      <a16:colId xmlns:a16="http://schemas.microsoft.com/office/drawing/2014/main" val="336978170"/>
                    </a:ext>
                  </a:extLst>
                </a:gridCol>
                <a:gridCol w="5641277">
                  <a:extLst>
                    <a:ext uri="{9D8B030D-6E8A-4147-A177-3AD203B41FA5}">
                      <a16:colId xmlns:a16="http://schemas.microsoft.com/office/drawing/2014/main" val="206718508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STM32 scheduling overheads: to be investigated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6059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Overhead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Cost, cycles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9024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Context</a:t>
                      </a:r>
                      <a:r>
                        <a:rPr lang="en-US" sz="2400" baseline="0" dirty="0"/>
                        <a:t> switch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4811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Preemption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988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6762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9600</TotalTime>
  <Words>1525</Words>
  <Application>Microsoft Office PowerPoint</Application>
  <PresentationFormat>Широкоэкранный</PresentationFormat>
  <Paragraphs>941</Paragraphs>
  <Slides>16</Slides>
  <Notes>0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206</cp:revision>
  <cp:lastPrinted>2024-06-05T11:48:30Z</cp:lastPrinted>
  <dcterms:created xsi:type="dcterms:W3CDTF">2024-01-08T10:43:46Z</dcterms:created>
  <dcterms:modified xsi:type="dcterms:W3CDTF">2026-08-31T08:36:48Z</dcterms:modified>
</cp:coreProperties>
</file>