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05" r:id="rId2"/>
    <p:sldId id="406" r:id="rId3"/>
    <p:sldId id="407" r:id="rId4"/>
    <p:sldId id="408" r:id="rId5"/>
    <p:sldId id="409" r:id="rId6"/>
    <p:sldId id="412" r:id="rId7"/>
    <p:sldId id="417" r:id="rId8"/>
    <p:sldId id="420" r:id="rId9"/>
    <p:sldId id="422" r:id="rId10"/>
    <p:sldId id="418" r:id="rId11"/>
    <p:sldId id="421" r:id="rId12"/>
    <p:sldId id="419" r:id="rId13"/>
    <p:sldId id="415" r:id="rId14"/>
    <p:sldId id="416" r:id="rId15"/>
    <p:sldId id="411" r:id="rId16"/>
    <p:sldId id="410" r:id="rId17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6327"/>
  </p:normalViewPr>
  <p:slideViewPr>
    <p:cSldViewPr snapToGrid="0">
      <p:cViewPr varScale="1">
        <p:scale>
          <a:sx n="127" d="100"/>
          <a:sy n="127" d="100"/>
        </p:scale>
        <p:origin x="140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D1AF-382F-AC74-EE4D-37341A330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2DEC7-8A9D-02FE-0175-5C7ECA0F5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89B69-7C1E-FBB9-4444-E954762ED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07/22/2026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F0EF-FABB-D8DE-766E-ACB63A10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1CEA9-DF10-416B-5284-AB583BF3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73445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577DA-774A-6B6C-A4EC-7122595F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2C356-25C0-A8FD-35CD-F6263631C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BE595-A1DD-0E0B-14CE-958305FD7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07/22/2026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ADB51-E2B6-7880-0B4D-E0ED3A16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5E43D-A82F-E385-CE5D-F31241B33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3919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184F1-1182-9FDE-62B3-57FCA59E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918AF-41CF-8FEB-E47B-F3A1F486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1FEBC-1D97-0A8A-E592-D9F43D097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07/22/2026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E9D39-DE11-CEDC-E77E-A6792986C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FD316-EDCB-3D7C-C41C-3A40A8DF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4908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F3CEF-01DF-30E1-A495-C6F464038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E82C9-F222-622A-8251-E555CFF229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DBE83-C737-4313-1266-0588B2FDE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3C180-E08A-6256-6609-D85B65E1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07/22/2026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63F6F-5A24-34D1-F711-1AD9F7EC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FC846-1881-3E73-2ACB-243226015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1387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97FD-368B-D52F-766D-3FF1DBD0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D293C-06D8-4D13-C4E1-FAD5FCC0A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921A3-B70A-7867-83C9-B2273F253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B3633-708A-883B-B3ED-039EC65EE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29CBEE-A2D5-6CFB-41B8-FCF5A8A4AA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B7488B-FCD8-5A1D-398E-BE0A49BA8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07/22/2026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2A1BBE-85C7-C6E9-FA66-90061D22F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93E929-486E-D86C-86A4-A92D9FA7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25172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2ECF-2F27-98EB-4794-8DEB4CF11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B0CCE-A89D-149E-7D33-95C575470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07/22/2026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B8B85-DB75-E110-FF8A-1599B4AB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1789B-3D9F-1715-0BCF-56E2D6AA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39468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A5881C-2817-12D7-5308-87B5302E3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07/22/2026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AC8FCF-2869-D134-EADB-382C51D5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665B8-03B6-8FF8-AFA6-7D07DF0B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4395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F91F9-80E0-6FDA-7422-56D260A57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DB80B-D903-ACA6-0B89-570AE0966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05094-3D0D-7686-7B29-FE53C4967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D092C-DAC4-9FC6-0EC2-B925FE67C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07/22/2026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4F7CB-D0A8-8F33-7DC9-786A1B00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598A6-ADD9-5408-EE3C-D9773E76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1919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37AB-50ED-AD46-396D-E16B2B31A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B402C-607B-3195-0299-FF622CE17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4E3AB-F390-E976-56D8-A2DDDDBE9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E8017-BEE0-D0B5-E522-CD9587DF3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07/22/2026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AC081-ACE3-6B2C-60D5-B6765881C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04B7C-3DF9-AB71-2314-905ED58F6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7784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8B32-3F82-666C-B8A6-8AC3CBEB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CB74B-46D6-49E8-62A2-8DFB9DAA1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22CF-6611-ABB1-BE0D-1E1CEEF3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07/22/2026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969B5-5357-AA45-F470-4E792CE4C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C16A6-0682-4C6C-E6D2-56A64D47B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3261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283EC3-180F-5CC6-6C19-622338487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DBFD7-B027-CAC2-FD7E-E2DDE8D89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66616-91F8-5D6A-2A11-C120C5D9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07/22/2026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EB188-64E7-746D-0739-AE820648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B5825-D5DC-B988-462A-95FEBB71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32313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601DFC-70E4-9602-9EE4-4FD2BEF6A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37DDD-DA6B-00EE-A2E5-CCF7A0F9A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59896-723F-B54C-E9DB-28D5A0D8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4F69D-A07D-2540-A0CF-3D9333BA4B17}" type="datetimeFigureOut">
              <a:rPr lang="en-RU" smtClean="0"/>
              <a:t>07/22/2026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7DDF0-C6EB-F279-D0FC-F0A4156C2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67E40-4119-9342-6313-79BA81ABB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94303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7.png"/><Relationship Id="rId26" Type="http://schemas.openxmlformats.org/officeDocument/2006/relationships/image" Target="../media/image11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2.png"/><Relationship Id="rId7" Type="http://schemas.openxmlformats.org/officeDocument/2006/relationships/image" Target="../media/image35.png"/><Relationship Id="rId12" Type="http://schemas.openxmlformats.org/officeDocument/2006/relationships/image" Target="../media/image8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1.png"/><Relationship Id="rId38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7.png"/><Relationship Id="rId24" Type="http://schemas.openxmlformats.org/officeDocument/2006/relationships/image" Target="../media/image23.png"/><Relationship Id="rId32" Type="http://schemas.openxmlformats.org/officeDocument/2006/relationships/image" Target="../media/image30.png"/><Relationship Id="rId37" Type="http://schemas.openxmlformats.org/officeDocument/2006/relationships/image" Target="../media/image12.png"/><Relationship Id="rId5" Type="http://schemas.openxmlformats.org/officeDocument/2006/relationships/image" Target="../media/image1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36" Type="http://schemas.openxmlformats.org/officeDocument/2006/relationships/image" Target="../media/image34.png"/><Relationship Id="rId10" Type="http://schemas.openxmlformats.org/officeDocument/2006/relationships/image" Target="../media/image6.png"/><Relationship Id="rId19" Type="http://schemas.openxmlformats.org/officeDocument/2006/relationships/image" Target="../media/image18.png"/><Relationship Id="rId31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9" Type="http://schemas.openxmlformats.org/officeDocument/2006/relationships/image" Target="../media/image73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34" Type="http://schemas.openxmlformats.org/officeDocument/2006/relationships/image" Target="../media/image68.png"/><Relationship Id="rId42" Type="http://schemas.openxmlformats.org/officeDocument/2006/relationships/image" Target="../media/image76.png"/><Relationship Id="rId47" Type="http://schemas.openxmlformats.org/officeDocument/2006/relationships/image" Target="../media/image81.png"/><Relationship Id="rId50" Type="http://schemas.openxmlformats.org/officeDocument/2006/relationships/image" Target="../media/image84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38" Type="http://schemas.openxmlformats.org/officeDocument/2006/relationships/image" Target="../media/image72.png"/><Relationship Id="rId46" Type="http://schemas.openxmlformats.org/officeDocument/2006/relationships/image" Target="../media/image80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41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32" Type="http://schemas.openxmlformats.org/officeDocument/2006/relationships/image" Target="../media/image66.png"/><Relationship Id="rId37" Type="http://schemas.openxmlformats.org/officeDocument/2006/relationships/image" Target="../media/image71.png"/><Relationship Id="rId40" Type="http://schemas.openxmlformats.org/officeDocument/2006/relationships/image" Target="../media/image74.png"/><Relationship Id="rId45" Type="http://schemas.openxmlformats.org/officeDocument/2006/relationships/image" Target="../media/image79.png"/><Relationship Id="rId53" Type="http://schemas.openxmlformats.org/officeDocument/2006/relationships/image" Target="../media/image87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36" Type="http://schemas.openxmlformats.org/officeDocument/2006/relationships/image" Target="../media/image70.png"/><Relationship Id="rId49" Type="http://schemas.openxmlformats.org/officeDocument/2006/relationships/image" Target="../media/image83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65.png"/><Relationship Id="rId44" Type="http://schemas.openxmlformats.org/officeDocument/2006/relationships/image" Target="../media/image78.png"/><Relationship Id="rId52" Type="http://schemas.openxmlformats.org/officeDocument/2006/relationships/image" Target="../media/image86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Relationship Id="rId43" Type="http://schemas.openxmlformats.org/officeDocument/2006/relationships/image" Target="../media/image77.png"/><Relationship Id="rId48" Type="http://schemas.openxmlformats.org/officeDocument/2006/relationships/image" Target="../media/image82.png"/><Relationship Id="rId8" Type="http://schemas.openxmlformats.org/officeDocument/2006/relationships/image" Target="../media/image42.png"/><Relationship Id="rId51" Type="http://schemas.openxmlformats.org/officeDocument/2006/relationships/image" Target="../media/image8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39" Type="http://schemas.openxmlformats.org/officeDocument/2006/relationships/image" Target="../media/image107.png"/><Relationship Id="rId51" Type="http://schemas.openxmlformats.org/officeDocument/2006/relationships/image" Target="../media/image85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34" Type="http://schemas.openxmlformats.org/officeDocument/2006/relationships/image" Target="../media/image102.png"/><Relationship Id="rId55" Type="http://schemas.openxmlformats.org/officeDocument/2006/relationships/image" Target="../media/image112.png"/><Relationship Id="rId7" Type="http://schemas.openxmlformats.org/officeDocument/2006/relationships/image" Target="../media/image41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33" Type="http://schemas.openxmlformats.org/officeDocument/2006/relationships/image" Target="../media/image101.png"/><Relationship Id="rId38" Type="http://schemas.openxmlformats.org/officeDocument/2006/relationships/image" Target="../media/image106.png"/><Relationship Id="rId59" Type="http://schemas.openxmlformats.org/officeDocument/2006/relationships/image" Target="../media/image116.png"/><Relationship Id="rId16" Type="http://schemas.openxmlformats.org/officeDocument/2006/relationships/image" Target="../media/image92.png"/><Relationship Id="rId20" Type="http://schemas.openxmlformats.org/officeDocument/2006/relationships/image" Target="../media/image96.png"/><Relationship Id="rId29" Type="http://schemas.openxmlformats.org/officeDocument/2006/relationships/image" Target="../media/image63.png"/><Relationship Id="rId54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32" Type="http://schemas.openxmlformats.org/officeDocument/2006/relationships/image" Target="../media/image100.png"/><Relationship Id="rId37" Type="http://schemas.openxmlformats.org/officeDocument/2006/relationships/image" Target="../media/image105.png"/><Relationship Id="rId40" Type="http://schemas.openxmlformats.org/officeDocument/2006/relationships/image" Target="../media/image108.png"/><Relationship Id="rId53" Type="http://schemas.openxmlformats.org/officeDocument/2006/relationships/image" Target="../media/image110.png"/><Relationship Id="rId58" Type="http://schemas.openxmlformats.org/officeDocument/2006/relationships/image" Target="../media/image115.png"/><Relationship Id="rId5" Type="http://schemas.openxmlformats.org/officeDocument/2006/relationships/image" Target="../media/image39.png"/><Relationship Id="rId15" Type="http://schemas.openxmlformats.org/officeDocument/2006/relationships/image" Target="../media/image91.png"/><Relationship Id="rId28" Type="http://schemas.openxmlformats.org/officeDocument/2006/relationships/image" Target="../media/image62.png"/><Relationship Id="rId36" Type="http://schemas.openxmlformats.org/officeDocument/2006/relationships/image" Target="../media/image104.png"/><Relationship Id="rId57" Type="http://schemas.openxmlformats.org/officeDocument/2006/relationships/image" Target="../media/image114.png"/><Relationship Id="rId10" Type="http://schemas.openxmlformats.org/officeDocument/2006/relationships/image" Target="../media/image44.png"/><Relationship Id="rId19" Type="http://schemas.openxmlformats.org/officeDocument/2006/relationships/image" Target="../media/image95.png"/><Relationship Id="rId31" Type="http://schemas.openxmlformats.org/officeDocument/2006/relationships/image" Target="../media/image99.png"/><Relationship Id="rId52" Type="http://schemas.openxmlformats.org/officeDocument/2006/relationships/image" Target="../media/image10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90.png"/><Relationship Id="rId22" Type="http://schemas.openxmlformats.org/officeDocument/2006/relationships/image" Target="../media/image97.png"/><Relationship Id="rId27" Type="http://schemas.openxmlformats.org/officeDocument/2006/relationships/image" Target="../media/image61.png"/><Relationship Id="rId30" Type="http://schemas.openxmlformats.org/officeDocument/2006/relationships/image" Target="../media/image98.png"/><Relationship Id="rId35" Type="http://schemas.openxmlformats.org/officeDocument/2006/relationships/image" Target="../media/image103.png"/><Relationship Id="rId56" Type="http://schemas.openxmlformats.org/officeDocument/2006/relationships/image" Target="../media/image1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26" Type="http://schemas.openxmlformats.org/officeDocument/2006/relationships/image" Target="../media/image141.png"/><Relationship Id="rId39" Type="http://schemas.openxmlformats.org/officeDocument/2006/relationships/image" Target="../media/image154.png"/><Relationship Id="rId3" Type="http://schemas.openxmlformats.org/officeDocument/2006/relationships/image" Target="../media/image118.png"/><Relationship Id="rId21" Type="http://schemas.openxmlformats.org/officeDocument/2006/relationships/image" Target="../media/image136.png"/><Relationship Id="rId34" Type="http://schemas.openxmlformats.org/officeDocument/2006/relationships/image" Target="../media/image149.png"/><Relationship Id="rId42" Type="http://schemas.openxmlformats.org/officeDocument/2006/relationships/image" Target="../media/image157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5" Type="http://schemas.openxmlformats.org/officeDocument/2006/relationships/image" Target="../media/image140.png"/><Relationship Id="rId33" Type="http://schemas.openxmlformats.org/officeDocument/2006/relationships/image" Target="../media/image148.png"/><Relationship Id="rId38" Type="http://schemas.openxmlformats.org/officeDocument/2006/relationships/image" Target="../media/image153.png"/><Relationship Id="rId2" Type="http://schemas.openxmlformats.org/officeDocument/2006/relationships/image" Target="../media/image117.png"/><Relationship Id="rId16" Type="http://schemas.openxmlformats.org/officeDocument/2006/relationships/image" Target="../media/image131.png"/><Relationship Id="rId20" Type="http://schemas.openxmlformats.org/officeDocument/2006/relationships/image" Target="../media/image135.png"/><Relationship Id="rId29" Type="http://schemas.openxmlformats.org/officeDocument/2006/relationships/image" Target="../media/image144.png"/><Relationship Id="rId41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24" Type="http://schemas.openxmlformats.org/officeDocument/2006/relationships/image" Target="../media/image139.png"/><Relationship Id="rId32" Type="http://schemas.openxmlformats.org/officeDocument/2006/relationships/image" Target="../media/image147.png"/><Relationship Id="rId37" Type="http://schemas.openxmlformats.org/officeDocument/2006/relationships/image" Target="../media/image152.png"/><Relationship Id="rId40" Type="http://schemas.openxmlformats.org/officeDocument/2006/relationships/image" Target="../media/image155.png"/><Relationship Id="rId45" Type="http://schemas.openxmlformats.org/officeDocument/2006/relationships/image" Target="../media/image160.png"/><Relationship Id="rId5" Type="http://schemas.openxmlformats.org/officeDocument/2006/relationships/image" Target="../media/image120.png"/><Relationship Id="rId15" Type="http://schemas.openxmlformats.org/officeDocument/2006/relationships/image" Target="../media/image130.png"/><Relationship Id="rId23" Type="http://schemas.openxmlformats.org/officeDocument/2006/relationships/image" Target="../media/image138.png"/><Relationship Id="rId28" Type="http://schemas.openxmlformats.org/officeDocument/2006/relationships/image" Target="../media/image143.png"/><Relationship Id="rId36" Type="http://schemas.openxmlformats.org/officeDocument/2006/relationships/image" Target="../media/image151.png"/><Relationship Id="rId10" Type="http://schemas.openxmlformats.org/officeDocument/2006/relationships/image" Target="../media/image125.png"/><Relationship Id="rId19" Type="http://schemas.openxmlformats.org/officeDocument/2006/relationships/image" Target="../media/image134.png"/><Relationship Id="rId31" Type="http://schemas.openxmlformats.org/officeDocument/2006/relationships/image" Target="../media/image146.png"/><Relationship Id="rId44" Type="http://schemas.openxmlformats.org/officeDocument/2006/relationships/image" Target="../media/image159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Relationship Id="rId22" Type="http://schemas.openxmlformats.org/officeDocument/2006/relationships/image" Target="../media/image137.png"/><Relationship Id="rId27" Type="http://schemas.openxmlformats.org/officeDocument/2006/relationships/image" Target="../media/image142.png"/><Relationship Id="rId30" Type="http://schemas.openxmlformats.org/officeDocument/2006/relationships/image" Target="../media/image145.png"/><Relationship Id="rId35" Type="http://schemas.openxmlformats.org/officeDocument/2006/relationships/image" Target="../media/image150.png"/><Relationship Id="rId43" Type="http://schemas.openxmlformats.org/officeDocument/2006/relationships/image" Target="../media/image15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2.png"/><Relationship Id="rId18" Type="http://schemas.openxmlformats.org/officeDocument/2006/relationships/image" Target="../media/image177.png"/><Relationship Id="rId26" Type="http://schemas.openxmlformats.org/officeDocument/2006/relationships/image" Target="../media/image185.png"/><Relationship Id="rId21" Type="http://schemas.openxmlformats.org/officeDocument/2006/relationships/image" Target="../media/image180.png"/><Relationship Id="rId47" Type="http://schemas.openxmlformats.org/officeDocument/2006/relationships/image" Target="../media/image206.png"/><Relationship Id="rId50" Type="http://schemas.openxmlformats.org/officeDocument/2006/relationships/image" Target="../media/image209.png"/><Relationship Id="rId63" Type="http://schemas.openxmlformats.org/officeDocument/2006/relationships/image" Target="../media/image219.png"/><Relationship Id="rId68" Type="http://schemas.openxmlformats.org/officeDocument/2006/relationships/image" Target="../media/image224.png"/><Relationship Id="rId76" Type="http://schemas.openxmlformats.org/officeDocument/2006/relationships/image" Target="../media/image232.png"/><Relationship Id="rId7" Type="http://schemas.openxmlformats.org/officeDocument/2006/relationships/image" Target="../media/image166.png"/><Relationship Id="rId12" Type="http://schemas.openxmlformats.org/officeDocument/2006/relationships/image" Target="../media/image171.png"/><Relationship Id="rId17" Type="http://schemas.openxmlformats.org/officeDocument/2006/relationships/image" Target="../media/image176.png"/><Relationship Id="rId25" Type="http://schemas.openxmlformats.org/officeDocument/2006/relationships/image" Target="../media/image184.png"/><Relationship Id="rId67" Type="http://schemas.openxmlformats.org/officeDocument/2006/relationships/image" Target="../media/image223.png"/><Relationship Id="rId71" Type="http://schemas.openxmlformats.org/officeDocument/2006/relationships/image" Target="../media/image227.png"/><Relationship Id="rId2" Type="http://schemas.openxmlformats.org/officeDocument/2006/relationships/image" Target="../media/image161.png"/><Relationship Id="rId16" Type="http://schemas.openxmlformats.org/officeDocument/2006/relationships/image" Target="../media/image175.png"/><Relationship Id="rId20" Type="http://schemas.openxmlformats.org/officeDocument/2006/relationships/image" Target="../media/image179.png"/><Relationship Id="rId29" Type="http://schemas.openxmlformats.org/officeDocument/2006/relationships/image" Target="../media/image188.png"/><Relationship Id="rId62" Type="http://schemas.openxmlformats.org/officeDocument/2006/relationships/image" Target="../media/image215.png"/><Relationship Id="rId70" Type="http://schemas.openxmlformats.org/officeDocument/2006/relationships/image" Target="../media/image226.png"/><Relationship Id="rId75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24" Type="http://schemas.openxmlformats.org/officeDocument/2006/relationships/image" Target="../media/image183.png"/><Relationship Id="rId53" Type="http://schemas.openxmlformats.org/officeDocument/2006/relationships/image" Target="../media/image212.png"/><Relationship Id="rId66" Type="http://schemas.openxmlformats.org/officeDocument/2006/relationships/image" Target="../media/image222.png"/><Relationship Id="rId74" Type="http://schemas.openxmlformats.org/officeDocument/2006/relationships/image" Target="../media/image230.png"/><Relationship Id="rId79" Type="http://schemas.openxmlformats.org/officeDocument/2006/relationships/image" Target="../media/image235.png"/><Relationship Id="rId5" Type="http://schemas.openxmlformats.org/officeDocument/2006/relationships/image" Target="../media/image164.png"/><Relationship Id="rId15" Type="http://schemas.openxmlformats.org/officeDocument/2006/relationships/image" Target="../media/image174.png"/><Relationship Id="rId23" Type="http://schemas.openxmlformats.org/officeDocument/2006/relationships/image" Target="../media/image182.png"/><Relationship Id="rId28" Type="http://schemas.openxmlformats.org/officeDocument/2006/relationships/image" Target="../media/image187.png"/><Relationship Id="rId49" Type="http://schemas.openxmlformats.org/officeDocument/2006/relationships/image" Target="../media/image208.png"/><Relationship Id="rId61" Type="http://schemas.openxmlformats.org/officeDocument/2006/relationships/image" Target="../media/image214.png"/><Relationship Id="rId10" Type="http://schemas.openxmlformats.org/officeDocument/2006/relationships/image" Target="../media/image169.png"/><Relationship Id="rId19" Type="http://schemas.openxmlformats.org/officeDocument/2006/relationships/image" Target="../media/image178.png"/><Relationship Id="rId31" Type="http://schemas.openxmlformats.org/officeDocument/2006/relationships/image" Target="../media/image190.png"/><Relationship Id="rId52" Type="http://schemas.openxmlformats.org/officeDocument/2006/relationships/image" Target="../media/image211.png"/><Relationship Id="rId60" Type="http://schemas.openxmlformats.org/officeDocument/2006/relationships/image" Target="../media/image213.png"/><Relationship Id="rId65" Type="http://schemas.openxmlformats.org/officeDocument/2006/relationships/image" Target="../media/image221.png"/><Relationship Id="rId73" Type="http://schemas.openxmlformats.org/officeDocument/2006/relationships/image" Target="../media/image229.png"/><Relationship Id="rId78" Type="http://schemas.openxmlformats.org/officeDocument/2006/relationships/image" Target="../media/image234.png"/><Relationship Id="rId81" Type="http://schemas.openxmlformats.org/officeDocument/2006/relationships/image" Target="../media/image237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Relationship Id="rId14" Type="http://schemas.openxmlformats.org/officeDocument/2006/relationships/image" Target="../media/image173.png"/><Relationship Id="rId22" Type="http://schemas.openxmlformats.org/officeDocument/2006/relationships/image" Target="../media/image181.png"/><Relationship Id="rId27" Type="http://schemas.openxmlformats.org/officeDocument/2006/relationships/image" Target="../media/image186.png"/><Relationship Id="rId30" Type="http://schemas.openxmlformats.org/officeDocument/2006/relationships/image" Target="../media/image189.png"/><Relationship Id="rId48" Type="http://schemas.openxmlformats.org/officeDocument/2006/relationships/image" Target="../media/image207.png"/><Relationship Id="rId64" Type="http://schemas.openxmlformats.org/officeDocument/2006/relationships/image" Target="../media/image220.png"/><Relationship Id="rId69" Type="http://schemas.openxmlformats.org/officeDocument/2006/relationships/image" Target="../media/image225.png"/><Relationship Id="rId77" Type="http://schemas.openxmlformats.org/officeDocument/2006/relationships/image" Target="../media/image233.png"/><Relationship Id="rId8" Type="http://schemas.openxmlformats.org/officeDocument/2006/relationships/image" Target="../media/image167.png"/><Relationship Id="rId51" Type="http://schemas.openxmlformats.org/officeDocument/2006/relationships/image" Target="../media/image210.png"/><Relationship Id="rId72" Type="http://schemas.openxmlformats.org/officeDocument/2006/relationships/image" Target="../media/image228.png"/><Relationship Id="rId80" Type="http://schemas.openxmlformats.org/officeDocument/2006/relationships/image" Target="../media/image236.png"/><Relationship Id="rId3" Type="http://schemas.openxmlformats.org/officeDocument/2006/relationships/image" Target="../media/image162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1.png"/><Relationship Id="rId18" Type="http://schemas.openxmlformats.org/officeDocument/2006/relationships/image" Target="../media/image204.png"/><Relationship Id="rId26" Type="http://schemas.openxmlformats.org/officeDocument/2006/relationships/image" Target="../media/image241.png"/><Relationship Id="rId39" Type="http://schemas.openxmlformats.org/officeDocument/2006/relationships/image" Target="../media/image254.png"/><Relationship Id="rId21" Type="http://schemas.openxmlformats.org/officeDocument/2006/relationships/image" Target="../media/image217.png"/><Relationship Id="rId34" Type="http://schemas.openxmlformats.org/officeDocument/2006/relationships/image" Target="../media/image249.png"/><Relationship Id="rId47" Type="http://schemas.openxmlformats.org/officeDocument/2006/relationships/image" Target="../media/image262.png"/><Relationship Id="rId50" Type="http://schemas.openxmlformats.org/officeDocument/2006/relationships/image" Target="../media/image265.png"/><Relationship Id="rId55" Type="http://schemas.openxmlformats.org/officeDocument/2006/relationships/image" Target="../media/image270.png"/><Relationship Id="rId63" Type="http://schemas.openxmlformats.org/officeDocument/2006/relationships/image" Target="../media/image278.png"/><Relationship Id="rId68" Type="http://schemas.openxmlformats.org/officeDocument/2006/relationships/image" Target="../media/image283.png"/><Relationship Id="rId7" Type="http://schemas.openxmlformats.org/officeDocument/2006/relationships/image" Target="../media/image195.png"/><Relationship Id="rId2" Type="http://schemas.openxmlformats.org/officeDocument/2006/relationships/image" Target="../media/image1611.png"/><Relationship Id="rId20" Type="http://schemas.openxmlformats.org/officeDocument/2006/relationships/image" Target="../media/image216.png"/><Relationship Id="rId29" Type="http://schemas.openxmlformats.org/officeDocument/2006/relationships/image" Target="../media/image244.png"/><Relationship Id="rId41" Type="http://schemas.openxmlformats.org/officeDocument/2006/relationships/image" Target="../media/image256.png"/><Relationship Id="rId54" Type="http://schemas.openxmlformats.org/officeDocument/2006/relationships/image" Target="../media/image269.png"/><Relationship Id="rId62" Type="http://schemas.openxmlformats.org/officeDocument/2006/relationships/image" Target="../media/image277.png"/><Relationship Id="rId70" Type="http://schemas.openxmlformats.org/officeDocument/2006/relationships/image" Target="../media/image2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11" Type="http://schemas.openxmlformats.org/officeDocument/2006/relationships/image" Target="../media/image199.png"/><Relationship Id="rId24" Type="http://schemas.openxmlformats.org/officeDocument/2006/relationships/image" Target="../media/image239.png"/><Relationship Id="rId32" Type="http://schemas.openxmlformats.org/officeDocument/2006/relationships/image" Target="../media/image247.png"/><Relationship Id="rId37" Type="http://schemas.openxmlformats.org/officeDocument/2006/relationships/image" Target="../media/image252.png"/><Relationship Id="rId40" Type="http://schemas.openxmlformats.org/officeDocument/2006/relationships/image" Target="../media/image255.png"/><Relationship Id="rId53" Type="http://schemas.openxmlformats.org/officeDocument/2006/relationships/image" Target="../media/image268.png"/><Relationship Id="rId58" Type="http://schemas.openxmlformats.org/officeDocument/2006/relationships/image" Target="../media/image273.png"/><Relationship Id="rId66" Type="http://schemas.openxmlformats.org/officeDocument/2006/relationships/image" Target="../media/image281.png"/><Relationship Id="rId5" Type="http://schemas.openxmlformats.org/officeDocument/2006/relationships/image" Target="../media/image193.png"/><Relationship Id="rId15" Type="http://schemas.openxmlformats.org/officeDocument/2006/relationships/image" Target="../media/image203.png"/><Relationship Id="rId23" Type="http://schemas.openxmlformats.org/officeDocument/2006/relationships/image" Target="../media/image238.png"/><Relationship Id="rId28" Type="http://schemas.openxmlformats.org/officeDocument/2006/relationships/image" Target="../media/image243.png"/><Relationship Id="rId36" Type="http://schemas.openxmlformats.org/officeDocument/2006/relationships/image" Target="../media/image251.png"/><Relationship Id="rId49" Type="http://schemas.openxmlformats.org/officeDocument/2006/relationships/image" Target="../media/image264.png"/><Relationship Id="rId57" Type="http://schemas.openxmlformats.org/officeDocument/2006/relationships/image" Target="../media/image272.png"/><Relationship Id="rId61" Type="http://schemas.openxmlformats.org/officeDocument/2006/relationships/image" Target="../media/image276.png"/><Relationship Id="rId10" Type="http://schemas.openxmlformats.org/officeDocument/2006/relationships/image" Target="../media/image198.png"/><Relationship Id="rId19" Type="http://schemas.openxmlformats.org/officeDocument/2006/relationships/image" Target="../media/image205.png"/><Relationship Id="rId31" Type="http://schemas.openxmlformats.org/officeDocument/2006/relationships/image" Target="../media/image246.png"/><Relationship Id="rId52" Type="http://schemas.openxmlformats.org/officeDocument/2006/relationships/image" Target="../media/image267.png"/><Relationship Id="rId60" Type="http://schemas.openxmlformats.org/officeDocument/2006/relationships/image" Target="../media/image275.png"/><Relationship Id="rId65" Type="http://schemas.openxmlformats.org/officeDocument/2006/relationships/image" Target="../media/image280.png"/><Relationship Id="rId4" Type="http://schemas.openxmlformats.org/officeDocument/2006/relationships/image" Target="../media/image192.png"/><Relationship Id="rId9" Type="http://schemas.openxmlformats.org/officeDocument/2006/relationships/image" Target="../media/image197.png"/><Relationship Id="rId14" Type="http://schemas.openxmlformats.org/officeDocument/2006/relationships/image" Target="../media/image202.png"/><Relationship Id="rId22" Type="http://schemas.openxmlformats.org/officeDocument/2006/relationships/image" Target="../media/image218.png"/><Relationship Id="rId27" Type="http://schemas.openxmlformats.org/officeDocument/2006/relationships/image" Target="../media/image242.png"/><Relationship Id="rId30" Type="http://schemas.openxmlformats.org/officeDocument/2006/relationships/image" Target="../media/image245.png"/><Relationship Id="rId35" Type="http://schemas.openxmlformats.org/officeDocument/2006/relationships/image" Target="../media/image250.png"/><Relationship Id="rId48" Type="http://schemas.openxmlformats.org/officeDocument/2006/relationships/image" Target="../media/image263.png"/><Relationship Id="rId56" Type="http://schemas.openxmlformats.org/officeDocument/2006/relationships/image" Target="../media/image271.png"/><Relationship Id="rId64" Type="http://schemas.openxmlformats.org/officeDocument/2006/relationships/image" Target="../media/image279.png"/><Relationship Id="rId69" Type="http://schemas.openxmlformats.org/officeDocument/2006/relationships/image" Target="../media/image284.png"/><Relationship Id="rId8" Type="http://schemas.openxmlformats.org/officeDocument/2006/relationships/image" Target="../media/image196.png"/><Relationship Id="rId51" Type="http://schemas.openxmlformats.org/officeDocument/2006/relationships/image" Target="../media/image266.png"/><Relationship Id="rId3" Type="http://schemas.openxmlformats.org/officeDocument/2006/relationships/image" Target="../media/image191.png"/><Relationship Id="rId12" Type="http://schemas.openxmlformats.org/officeDocument/2006/relationships/image" Target="../media/image200.png"/><Relationship Id="rId17" Type="http://schemas.openxmlformats.org/officeDocument/2006/relationships/image" Target="../media/image1760.png"/><Relationship Id="rId25" Type="http://schemas.openxmlformats.org/officeDocument/2006/relationships/image" Target="../media/image240.png"/><Relationship Id="rId33" Type="http://schemas.openxmlformats.org/officeDocument/2006/relationships/image" Target="../media/image248.png"/><Relationship Id="rId38" Type="http://schemas.openxmlformats.org/officeDocument/2006/relationships/image" Target="../media/image253.png"/><Relationship Id="rId46" Type="http://schemas.openxmlformats.org/officeDocument/2006/relationships/image" Target="../media/image261.png"/><Relationship Id="rId59" Type="http://schemas.openxmlformats.org/officeDocument/2006/relationships/image" Target="../media/image274.png"/><Relationship Id="rId67" Type="http://schemas.openxmlformats.org/officeDocument/2006/relationships/image" Target="../media/image282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1.png"/><Relationship Id="rId26" Type="http://schemas.openxmlformats.org/officeDocument/2006/relationships/image" Target="../media/image241.png"/><Relationship Id="rId39" Type="http://schemas.openxmlformats.org/officeDocument/2006/relationships/image" Target="../media/image291.png"/><Relationship Id="rId21" Type="http://schemas.openxmlformats.org/officeDocument/2006/relationships/image" Target="../media/image217.png"/><Relationship Id="rId34" Type="http://schemas.openxmlformats.org/officeDocument/2006/relationships/image" Target="../media/image2860.png"/><Relationship Id="rId42" Type="http://schemas.openxmlformats.org/officeDocument/2006/relationships/image" Target="../media/image294.png"/><Relationship Id="rId47" Type="http://schemas.openxmlformats.org/officeDocument/2006/relationships/image" Target="../media/image299.png"/><Relationship Id="rId50" Type="http://schemas.openxmlformats.org/officeDocument/2006/relationships/image" Target="../media/image302.png"/><Relationship Id="rId63" Type="http://schemas.openxmlformats.org/officeDocument/2006/relationships/image" Target="../media/image2970.png"/><Relationship Id="rId68" Type="http://schemas.openxmlformats.org/officeDocument/2006/relationships/image" Target="../media/image309.png"/><Relationship Id="rId76" Type="http://schemas.openxmlformats.org/officeDocument/2006/relationships/image" Target="../media/image316.png"/><Relationship Id="rId84" Type="http://schemas.openxmlformats.org/officeDocument/2006/relationships/image" Target="../media/image324.png"/><Relationship Id="rId89" Type="http://schemas.openxmlformats.org/officeDocument/2006/relationships/image" Target="../media/image3200.png"/><Relationship Id="rId7" Type="http://schemas.openxmlformats.org/officeDocument/2006/relationships/image" Target="../media/image195.png"/><Relationship Id="rId71" Type="http://schemas.openxmlformats.org/officeDocument/2006/relationships/image" Target="../media/image312.png"/><Relationship Id="rId92" Type="http://schemas.openxmlformats.org/officeDocument/2006/relationships/image" Target="../media/image331.png"/><Relationship Id="rId2" Type="http://schemas.openxmlformats.org/officeDocument/2006/relationships/image" Target="../media/image257.png"/><Relationship Id="rId16" Type="http://schemas.openxmlformats.org/officeDocument/2006/relationships/image" Target="../media/image286.png"/><Relationship Id="rId29" Type="http://schemas.openxmlformats.org/officeDocument/2006/relationships/image" Target="../media/image288.png"/><Relationship Id="rId11" Type="http://schemas.openxmlformats.org/officeDocument/2006/relationships/image" Target="../media/image199.png"/><Relationship Id="rId24" Type="http://schemas.openxmlformats.org/officeDocument/2006/relationships/image" Target="../media/image239.png"/><Relationship Id="rId32" Type="http://schemas.openxmlformats.org/officeDocument/2006/relationships/image" Target="../media/image2591.png"/><Relationship Id="rId37" Type="http://schemas.openxmlformats.org/officeDocument/2006/relationships/image" Target="../media/image2890.png"/><Relationship Id="rId40" Type="http://schemas.openxmlformats.org/officeDocument/2006/relationships/image" Target="../media/image292.png"/><Relationship Id="rId45" Type="http://schemas.openxmlformats.org/officeDocument/2006/relationships/image" Target="../media/image297.png"/><Relationship Id="rId66" Type="http://schemas.openxmlformats.org/officeDocument/2006/relationships/image" Target="../media/image307.png"/><Relationship Id="rId74" Type="http://schemas.openxmlformats.org/officeDocument/2006/relationships/image" Target="../media/image314.png"/><Relationship Id="rId79" Type="http://schemas.openxmlformats.org/officeDocument/2006/relationships/image" Target="../media/image319.png"/><Relationship Id="rId87" Type="http://schemas.openxmlformats.org/officeDocument/2006/relationships/image" Target="../media/image327.png"/><Relationship Id="rId5" Type="http://schemas.openxmlformats.org/officeDocument/2006/relationships/image" Target="../media/image193.png"/><Relationship Id="rId61" Type="http://schemas.openxmlformats.org/officeDocument/2006/relationships/image" Target="../media/image2960.png"/><Relationship Id="rId82" Type="http://schemas.openxmlformats.org/officeDocument/2006/relationships/image" Target="../media/image322.png"/><Relationship Id="rId90" Type="http://schemas.openxmlformats.org/officeDocument/2006/relationships/image" Target="../media/image329.png"/><Relationship Id="rId95" Type="http://schemas.openxmlformats.org/officeDocument/2006/relationships/image" Target="../media/image334.png"/><Relationship Id="rId19" Type="http://schemas.openxmlformats.org/officeDocument/2006/relationships/image" Target="../media/image205.png"/><Relationship Id="rId4" Type="http://schemas.openxmlformats.org/officeDocument/2006/relationships/image" Target="../media/image192.png"/><Relationship Id="rId9" Type="http://schemas.openxmlformats.org/officeDocument/2006/relationships/image" Target="../media/image197.png"/><Relationship Id="rId14" Type="http://schemas.openxmlformats.org/officeDocument/2006/relationships/image" Target="../media/image259.png"/><Relationship Id="rId22" Type="http://schemas.openxmlformats.org/officeDocument/2006/relationships/image" Target="../media/image218.png"/><Relationship Id="rId27" Type="http://schemas.openxmlformats.org/officeDocument/2006/relationships/image" Target="../media/image242.png"/><Relationship Id="rId30" Type="http://schemas.openxmlformats.org/officeDocument/2006/relationships/image" Target="../media/image289.png"/><Relationship Id="rId35" Type="http://schemas.openxmlformats.org/officeDocument/2006/relationships/image" Target="../media/image2870.png"/><Relationship Id="rId43" Type="http://schemas.openxmlformats.org/officeDocument/2006/relationships/image" Target="../media/image295.png"/><Relationship Id="rId48" Type="http://schemas.openxmlformats.org/officeDocument/2006/relationships/image" Target="../media/image300.png"/><Relationship Id="rId64" Type="http://schemas.openxmlformats.org/officeDocument/2006/relationships/image" Target="../media/image305.png"/><Relationship Id="rId69" Type="http://schemas.openxmlformats.org/officeDocument/2006/relationships/image" Target="../media/image310.png"/><Relationship Id="rId77" Type="http://schemas.openxmlformats.org/officeDocument/2006/relationships/image" Target="../media/image317.png"/><Relationship Id="rId8" Type="http://schemas.openxmlformats.org/officeDocument/2006/relationships/image" Target="../media/image196.png"/><Relationship Id="rId51" Type="http://schemas.openxmlformats.org/officeDocument/2006/relationships/image" Target="../media/image303.png"/><Relationship Id="rId72" Type="http://schemas.openxmlformats.org/officeDocument/2006/relationships/image" Target="../media/image313.png"/><Relationship Id="rId80" Type="http://schemas.openxmlformats.org/officeDocument/2006/relationships/image" Target="../media/image320.png"/><Relationship Id="rId85" Type="http://schemas.openxmlformats.org/officeDocument/2006/relationships/image" Target="../media/image325.png"/><Relationship Id="rId93" Type="http://schemas.openxmlformats.org/officeDocument/2006/relationships/image" Target="../media/image332.png"/><Relationship Id="rId3" Type="http://schemas.openxmlformats.org/officeDocument/2006/relationships/image" Target="../media/image258.png"/><Relationship Id="rId12" Type="http://schemas.openxmlformats.org/officeDocument/2006/relationships/image" Target="../media/image200.png"/><Relationship Id="rId17" Type="http://schemas.openxmlformats.org/officeDocument/2006/relationships/image" Target="../media/image287.png"/><Relationship Id="rId25" Type="http://schemas.openxmlformats.org/officeDocument/2006/relationships/image" Target="../media/image2571.png"/><Relationship Id="rId33" Type="http://schemas.openxmlformats.org/officeDocument/2006/relationships/image" Target="../media/image2601.png"/><Relationship Id="rId38" Type="http://schemas.openxmlformats.org/officeDocument/2006/relationships/image" Target="../media/image290.png"/><Relationship Id="rId46" Type="http://schemas.openxmlformats.org/officeDocument/2006/relationships/image" Target="../media/image298.png"/><Relationship Id="rId67" Type="http://schemas.openxmlformats.org/officeDocument/2006/relationships/image" Target="../media/image308.png"/><Relationship Id="rId20" Type="http://schemas.openxmlformats.org/officeDocument/2006/relationships/image" Target="../media/image216.png"/><Relationship Id="rId41" Type="http://schemas.openxmlformats.org/officeDocument/2006/relationships/image" Target="../media/image293.png"/><Relationship Id="rId62" Type="http://schemas.openxmlformats.org/officeDocument/2006/relationships/image" Target="../media/image304.png"/><Relationship Id="rId70" Type="http://schemas.openxmlformats.org/officeDocument/2006/relationships/image" Target="../media/image311.png"/><Relationship Id="rId75" Type="http://schemas.openxmlformats.org/officeDocument/2006/relationships/image" Target="../media/image315.png"/><Relationship Id="rId83" Type="http://schemas.openxmlformats.org/officeDocument/2006/relationships/image" Target="../media/image323.png"/><Relationship Id="rId88" Type="http://schemas.openxmlformats.org/officeDocument/2006/relationships/image" Target="../media/image328.png"/><Relationship Id="rId91" Type="http://schemas.openxmlformats.org/officeDocument/2006/relationships/image" Target="../media/image330.png"/><Relationship Id="rId96" Type="http://schemas.openxmlformats.org/officeDocument/2006/relationships/image" Target="../media/image3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15" Type="http://schemas.openxmlformats.org/officeDocument/2006/relationships/image" Target="../media/image260.png"/><Relationship Id="rId23" Type="http://schemas.openxmlformats.org/officeDocument/2006/relationships/image" Target="../media/image2572.png"/><Relationship Id="rId28" Type="http://schemas.openxmlformats.org/officeDocument/2006/relationships/image" Target="../media/image243.png"/><Relationship Id="rId36" Type="http://schemas.openxmlformats.org/officeDocument/2006/relationships/image" Target="../media/image2880.png"/><Relationship Id="rId49" Type="http://schemas.openxmlformats.org/officeDocument/2006/relationships/image" Target="../media/image301.png"/><Relationship Id="rId10" Type="http://schemas.openxmlformats.org/officeDocument/2006/relationships/image" Target="../media/image198.png"/><Relationship Id="rId31" Type="http://schemas.openxmlformats.org/officeDocument/2006/relationships/image" Target="../media/image2581.png"/><Relationship Id="rId44" Type="http://schemas.openxmlformats.org/officeDocument/2006/relationships/image" Target="../media/image296.png"/><Relationship Id="rId65" Type="http://schemas.openxmlformats.org/officeDocument/2006/relationships/image" Target="../media/image306.png"/><Relationship Id="rId73" Type="http://schemas.openxmlformats.org/officeDocument/2006/relationships/image" Target="../media/image3060.png"/><Relationship Id="rId78" Type="http://schemas.openxmlformats.org/officeDocument/2006/relationships/image" Target="../media/image318.png"/><Relationship Id="rId81" Type="http://schemas.openxmlformats.org/officeDocument/2006/relationships/image" Target="../media/image321.png"/><Relationship Id="rId86" Type="http://schemas.openxmlformats.org/officeDocument/2006/relationships/image" Target="../media/image326.png"/><Relationship Id="rId94" Type="http://schemas.openxmlformats.org/officeDocument/2006/relationships/image" Target="../media/image33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1.png"/><Relationship Id="rId18" Type="http://schemas.openxmlformats.org/officeDocument/2006/relationships/image" Target="../media/image351.png"/><Relationship Id="rId26" Type="http://schemas.openxmlformats.org/officeDocument/2006/relationships/image" Target="../media/image359.png"/><Relationship Id="rId39" Type="http://schemas.openxmlformats.org/officeDocument/2006/relationships/image" Target="../media/image372.png"/><Relationship Id="rId21" Type="http://schemas.openxmlformats.org/officeDocument/2006/relationships/image" Target="../media/image354.png"/><Relationship Id="rId34" Type="http://schemas.openxmlformats.org/officeDocument/2006/relationships/image" Target="../media/image367.png"/><Relationship Id="rId42" Type="http://schemas.openxmlformats.org/officeDocument/2006/relationships/image" Target="../media/image375.png"/><Relationship Id="rId47" Type="http://schemas.openxmlformats.org/officeDocument/2006/relationships/image" Target="../media/image380.png"/><Relationship Id="rId50" Type="http://schemas.openxmlformats.org/officeDocument/2006/relationships/image" Target="../media/image383.png"/><Relationship Id="rId55" Type="http://schemas.openxmlformats.org/officeDocument/2006/relationships/image" Target="../media/image388.png"/><Relationship Id="rId63" Type="http://schemas.openxmlformats.org/officeDocument/2006/relationships/image" Target="../media/image396.png"/><Relationship Id="rId68" Type="http://schemas.openxmlformats.org/officeDocument/2006/relationships/image" Target="../media/image401.png"/><Relationship Id="rId76" Type="http://schemas.openxmlformats.org/officeDocument/2006/relationships/image" Target="../media/image409.png"/><Relationship Id="rId7" Type="http://schemas.openxmlformats.org/officeDocument/2006/relationships/image" Target="../media/image341.png"/><Relationship Id="rId71" Type="http://schemas.openxmlformats.org/officeDocument/2006/relationships/image" Target="../media/image404.png"/><Relationship Id="rId2" Type="http://schemas.openxmlformats.org/officeDocument/2006/relationships/image" Target="../media/image336.png"/><Relationship Id="rId16" Type="http://schemas.openxmlformats.org/officeDocument/2006/relationships/image" Target="../media/image349.png"/><Relationship Id="rId29" Type="http://schemas.openxmlformats.org/officeDocument/2006/relationships/image" Target="../media/image362.png"/><Relationship Id="rId11" Type="http://schemas.openxmlformats.org/officeDocument/2006/relationships/image" Target="../media/image345.png"/><Relationship Id="rId24" Type="http://schemas.openxmlformats.org/officeDocument/2006/relationships/image" Target="../media/image357.png"/><Relationship Id="rId32" Type="http://schemas.openxmlformats.org/officeDocument/2006/relationships/image" Target="../media/image365.png"/><Relationship Id="rId37" Type="http://schemas.openxmlformats.org/officeDocument/2006/relationships/image" Target="../media/image370.png"/><Relationship Id="rId40" Type="http://schemas.openxmlformats.org/officeDocument/2006/relationships/image" Target="../media/image373.png"/><Relationship Id="rId45" Type="http://schemas.openxmlformats.org/officeDocument/2006/relationships/image" Target="../media/image378.png"/><Relationship Id="rId53" Type="http://schemas.openxmlformats.org/officeDocument/2006/relationships/image" Target="../media/image386.png"/><Relationship Id="rId58" Type="http://schemas.openxmlformats.org/officeDocument/2006/relationships/image" Target="../media/image391.png"/><Relationship Id="rId66" Type="http://schemas.openxmlformats.org/officeDocument/2006/relationships/image" Target="../media/image399.png"/><Relationship Id="rId74" Type="http://schemas.openxmlformats.org/officeDocument/2006/relationships/image" Target="../media/image407.png"/><Relationship Id="rId79" Type="http://schemas.openxmlformats.org/officeDocument/2006/relationships/image" Target="../media/image412.png"/><Relationship Id="rId5" Type="http://schemas.openxmlformats.org/officeDocument/2006/relationships/image" Target="../media/image339.png"/><Relationship Id="rId61" Type="http://schemas.openxmlformats.org/officeDocument/2006/relationships/image" Target="../media/image394.png"/><Relationship Id="rId10" Type="http://schemas.openxmlformats.org/officeDocument/2006/relationships/image" Target="../media/image344.png"/><Relationship Id="rId19" Type="http://schemas.openxmlformats.org/officeDocument/2006/relationships/image" Target="../media/image352.png"/><Relationship Id="rId31" Type="http://schemas.openxmlformats.org/officeDocument/2006/relationships/image" Target="../media/image364.png"/><Relationship Id="rId44" Type="http://schemas.openxmlformats.org/officeDocument/2006/relationships/image" Target="../media/image377.png"/><Relationship Id="rId52" Type="http://schemas.openxmlformats.org/officeDocument/2006/relationships/image" Target="../media/image385.png"/><Relationship Id="rId60" Type="http://schemas.openxmlformats.org/officeDocument/2006/relationships/image" Target="../media/image393.png"/><Relationship Id="rId65" Type="http://schemas.openxmlformats.org/officeDocument/2006/relationships/image" Target="../media/image398.png"/><Relationship Id="rId73" Type="http://schemas.openxmlformats.org/officeDocument/2006/relationships/image" Target="../media/image406.png"/><Relationship Id="rId78" Type="http://schemas.openxmlformats.org/officeDocument/2006/relationships/image" Target="../media/image411.png"/><Relationship Id="rId4" Type="http://schemas.openxmlformats.org/officeDocument/2006/relationships/image" Target="../media/image338.png"/><Relationship Id="rId9" Type="http://schemas.openxmlformats.org/officeDocument/2006/relationships/image" Target="../media/image343.png"/><Relationship Id="rId14" Type="http://schemas.openxmlformats.org/officeDocument/2006/relationships/image" Target="../media/image347.png"/><Relationship Id="rId22" Type="http://schemas.openxmlformats.org/officeDocument/2006/relationships/image" Target="../media/image355.png"/><Relationship Id="rId27" Type="http://schemas.openxmlformats.org/officeDocument/2006/relationships/image" Target="../media/image360.png"/><Relationship Id="rId30" Type="http://schemas.openxmlformats.org/officeDocument/2006/relationships/image" Target="../media/image363.png"/><Relationship Id="rId35" Type="http://schemas.openxmlformats.org/officeDocument/2006/relationships/image" Target="../media/image368.png"/><Relationship Id="rId43" Type="http://schemas.openxmlformats.org/officeDocument/2006/relationships/image" Target="../media/image376.png"/><Relationship Id="rId48" Type="http://schemas.openxmlformats.org/officeDocument/2006/relationships/image" Target="../media/image381.png"/><Relationship Id="rId56" Type="http://schemas.openxmlformats.org/officeDocument/2006/relationships/image" Target="../media/image389.png"/><Relationship Id="rId64" Type="http://schemas.openxmlformats.org/officeDocument/2006/relationships/image" Target="../media/image397.png"/><Relationship Id="rId69" Type="http://schemas.openxmlformats.org/officeDocument/2006/relationships/image" Target="../media/image402.png"/><Relationship Id="rId77" Type="http://schemas.openxmlformats.org/officeDocument/2006/relationships/image" Target="../media/image410.png"/><Relationship Id="rId8" Type="http://schemas.openxmlformats.org/officeDocument/2006/relationships/image" Target="../media/image342.png"/><Relationship Id="rId51" Type="http://schemas.openxmlformats.org/officeDocument/2006/relationships/image" Target="../media/image384.png"/><Relationship Id="rId72" Type="http://schemas.openxmlformats.org/officeDocument/2006/relationships/image" Target="../media/image405.png"/><Relationship Id="rId3" Type="http://schemas.openxmlformats.org/officeDocument/2006/relationships/image" Target="../media/image337.png"/><Relationship Id="rId12" Type="http://schemas.openxmlformats.org/officeDocument/2006/relationships/image" Target="../media/image346.png"/><Relationship Id="rId17" Type="http://schemas.openxmlformats.org/officeDocument/2006/relationships/image" Target="../media/image350.png"/><Relationship Id="rId25" Type="http://schemas.openxmlformats.org/officeDocument/2006/relationships/image" Target="../media/image358.png"/><Relationship Id="rId33" Type="http://schemas.openxmlformats.org/officeDocument/2006/relationships/image" Target="../media/image366.png"/><Relationship Id="rId38" Type="http://schemas.openxmlformats.org/officeDocument/2006/relationships/image" Target="../media/image371.png"/><Relationship Id="rId46" Type="http://schemas.openxmlformats.org/officeDocument/2006/relationships/image" Target="../media/image379.png"/><Relationship Id="rId59" Type="http://schemas.openxmlformats.org/officeDocument/2006/relationships/image" Target="../media/image392.png"/><Relationship Id="rId67" Type="http://schemas.openxmlformats.org/officeDocument/2006/relationships/image" Target="../media/image400.png"/><Relationship Id="rId20" Type="http://schemas.openxmlformats.org/officeDocument/2006/relationships/image" Target="../media/image353.png"/><Relationship Id="rId41" Type="http://schemas.openxmlformats.org/officeDocument/2006/relationships/image" Target="../media/image374.png"/><Relationship Id="rId54" Type="http://schemas.openxmlformats.org/officeDocument/2006/relationships/image" Target="../media/image387.png"/><Relationship Id="rId62" Type="http://schemas.openxmlformats.org/officeDocument/2006/relationships/image" Target="../media/image395.png"/><Relationship Id="rId70" Type="http://schemas.openxmlformats.org/officeDocument/2006/relationships/image" Target="../media/image403.png"/><Relationship Id="rId75" Type="http://schemas.openxmlformats.org/officeDocument/2006/relationships/image" Target="../media/image4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15" Type="http://schemas.openxmlformats.org/officeDocument/2006/relationships/image" Target="../media/image348.png"/><Relationship Id="rId23" Type="http://schemas.openxmlformats.org/officeDocument/2006/relationships/image" Target="../media/image356.png"/><Relationship Id="rId28" Type="http://schemas.openxmlformats.org/officeDocument/2006/relationships/image" Target="../media/image361.png"/><Relationship Id="rId36" Type="http://schemas.openxmlformats.org/officeDocument/2006/relationships/image" Target="../media/image369.png"/><Relationship Id="rId49" Type="http://schemas.openxmlformats.org/officeDocument/2006/relationships/image" Target="../media/image382.png"/><Relationship Id="rId57" Type="http://schemas.openxmlformats.org/officeDocument/2006/relationships/image" Target="../media/image390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4.png"/><Relationship Id="rId18" Type="http://schemas.openxmlformats.org/officeDocument/2006/relationships/image" Target="../media/image429.png"/><Relationship Id="rId26" Type="http://schemas.openxmlformats.org/officeDocument/2006/relationships/image" Target="../media/image437.png"/><Relationship Id="rId39" Type="http://schemas.openxmlformats.org/officeDocument/2006/relationships/image" Target="../media/image449.png"/><Relationship Id="rId3" Type="http://schemas.openxmlformats.org/officeDocument/2006/relationships/image" Target="../media/image414.png"/><Relationship Id="rId21" Type="http://schemas.openxmlformats.org/officeDocument/2006/relationships/image" Target="../media/image432.png"/><Relationship Id="rId34" Type="http://schemas.openxmlformats.org/officeDocument/2006/relationships/image" Target="../media/image444.png"/><Relationship Id="rId42" Type="http://schemas.openxmlformats.org/officeDocument/2006/relationships/image" Target="../media/image451.png"/><Relationship Id="rId47" Type="http://schemas.openxmlformats.org/officeDocument/2006/relationships/image" Target="../media/image408.png"/><Relationship Id="rId50" Type="http://schemas.openxmlformats.org/officeDocument/2006/relationships/image" Target="../media/image455.png"/><Relationship Id="rId7" Type="http://schemas.openxmlformats.org/officeDocument/2006/relationships/image" Target="../media/image418.png"/><Relationship Id="rId12" Type="http://schemas.openxmlformats.org/officeDocument/2006/relationships/image" Target="../media/image423.png"/><Relationship Id="rId17" Type="http://schemas.openxmlformats.org/officeDocument/2006/relationships/image" Target="../media/image428.png"/><Relationship Id="rId25" Type="http://schemas.openxmlformats.org/officeDocument/2006/relationships/image" Target="../media/image436.png"/><Relationship Id="rId33" Type="http://schemas.openxmlformats.org/officeDocument/2006/relationships/image" Target="../media/image387.png"/><Relationship Id="rId38" Type="http://schemas.openxmlformats.org/officeDocument/2006/relationships/image" Target="../media/image448.png"/><Relationship Id="rId46" Type="http://schemas.openxmlformats.org/officeDocument/2006/relationships/image" Target="../media/image410.png"/><Relationship Id="rId2" Type="http://schemas.openxmlformats.org/officeDocument/2006/relationships/image" Target="../media/image413.png"/><Relationship Id="rId16" Type="http://schemas.openxmlformats.org/officeDocument/2006/relationships/image" Target="../media/image427.png"/><Relationship Id="rId20" Type="http://schemas.openxmlformats.org/officeDocument/2006/relationships/image" Target="../media/image431.png"/><Relationship Id="rId29" Type="http://schemas.openxmlformats.org/officeDocument/2006/relationships/image" Target="../media/image440.png"/><Relationship Id="rId41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7.png"/><Relationship Id="rId11" Type="http://schemas.openxmlformats.org/officeDocument/2006/relationships/image" Target="../media/image422.png"/><Relationship Id="rId24" Type="http://schemas.openxmlformats.org/officeDocument/2006/relationships/image" Target="../media/image435.png"/><Relationship Id="rId32" Type="http://schemas.openxmlformats.org/officeDocument/2006/relationships/image" Target="../media/image443.png"/><Relationship Id="rId37" Type="http://schemas.openxmlformats.org/officeDocument/2006/relationships/image" Target="../media/image447.png"/><Relationship Id="rId40" Type="http://schemas.openxmlformats.org/officeDocument/2006/relationships/image" Target="../media/image397.png"/><Relationship Id="rId45" Type="http://schemas.openxmlformats.org/officeDocument/2006/relationships/image" Target="../media/image411.png"/><Relationship Id="rId53" Type="http://schemas.openxmlformats.org/officeDocument/2006/relationships/image" Target="../media/image458.png"/><Relationship Id="rId5" Type="http://schemas.openxmlformats.org/officeDocument/2006/relationships/image" Target="../media/image416.png"/><Relationship Id="rId15" Type="http://schemas.openxmlformats.org/officeDocument/2006/relationships/image" Target="../media/image426.png"/><Relationship Id="rId23" Type="http://schemas.openxmlformats.org/officeDocument/2006/relationships/image" Target="../media/image434.png"/><Relationship Id="rId28" Type="http://schemas.openxmlformats.org/officeDocument/2006/relationships/image" Target="../media/image439.png"/><Relationship Id="rId36" Type="http://schemas.openxmlformats.org/officeDocument/2006/relationships/image" Target="../media/image446.png"/><Relationship Id="rId49" Type="http://schemas.openxmlformats.org/officeDocument/2006/relationships/image" Target="../media/image454.png"/><Relationship Id="rId10" Type="http://schemas.openxmlformats.org/officeDocument/2006/relationships/image" Target="../media/image421.png"/><Relationship Id="rId19" Type="http://schemas.openxmlformats.org/officeDocument/2006/relationships/image" Target="../media/image430.png"/><Relationship Id="rId31" Type="http://schemas.openxmlformats.org/officeDocument/2006/relationships/image" Target="../media/image442.png"/><Relationship Id="rId44" Type="http://schemas.openxmlformats.org/officeDocument/2006/relationships/image" Target="../media/image452.png"/><Relationship Id="rId52" Type="http://schemas.openxmlformats.org/officeDocument/2006/relationships/image" Target="../media/image457.png"/><Relationship Id="rId4" Type="http://schemas.openxmlformats.org/officeDocument/2006/relationships/image" Target="../media/image415.png"/><Relationship Id="rId9" Type="http://schemas.openxmlformats.org/officeDocument/2006/relationships/image" Target="../media/image420.png"/><Relationship Id="rId14" Type="http://schemas.openxmlformats.org/officeDocument/2006/relationships/image" Target="../media/image425.png"/><Relationship Id="rId22" Type="http://schemas.openxmlformats.org/officeDocument/2006/relationships/image" Target="../media/image433.png"/><Relationship Id="rId27" Type="http://schemas.openxmlformats.org/officeDocument/2006/relationships/image" Target="../media/image438.png"/><Relationship Id="rId30" Type="http://schemas.openxmlformats.org/officeDocument/2006/relationships/image" Target="../media/image441.png"/><Relationship Id="rId35" Type="http://schemas.openxmlformats.org/officeDocument/2006/relationships/image" Target="../media/image445.png"/><Relationship Id="rId43" Type="http://schemas.openxmlformats.org/officeDocument/2006/relationships/image" Target="../media/image401.png"/><Relationship Id="rId48" Type="http://schemas.openxmlformats.org/officeDocument/2006/relationships/image" Target="../media/image453.png"/><Relationship Id="rId8" Type="http://schemas.openxmlformats.org/officeDocument/2006/relationships/image" Target="../media/image419.png"/><Relationship Id="rId51" Type="http://schemas.openxmlformats.org/officeDocument/2006/relationships/image" Target="../media/image45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4.png"/><Relationship Id="rId13" Type="http://schemas.openxmlformats.org/officeDocument/2006/relationships/image" Target="../media/image467.png"/><Relationship Id="rId18" Type="http://schemas.openxmlformats.org/officeDocument/2006/relationships/image" Target="../media/image472.png"/><Relationship Id="rId3" Type="http://schemas.openxmlformats.org/officeDocument/2006/relationships/image" Target="NULL"/><Relationship Id="rId21" Type="http://schemas.openxmlformats.org/officeDocument/2006/relationships/image" Target="../media/image475.png"/><Relationship Id="rId7" Type="http://schemas.openxmlformats.org/officeDocument/2006/relationships/image" Target="../media/image463.png"/><Relationship Id="rId12" Type="http://schemas.openxmlformats.org/officeDocument/2006/relationships/image" Target="../media/image466.png"/><Relationship Id="rId17" Type="http://schemas.openxmlformats.org/officeDocument/2006/relationships/image" Target="../media/image471.png"/><Relationship Id="rId25" Type="http://schemas.openxmlformats.org/officeDocument/2006/relationships/image" Target="../media/image479.png"/><Relationship Id="rId2" Type="http://schemas.openxmlformats.org/officeDocument/2006/relationships/image" Target="../media/image460.png"/><Relationship Id="rId16" Type="http://schemas.openxmlformats.org/officeDocument/2006/relationships/image" Target="../media/image470.png"/><Relationship Id="rId20" Type="http://schemas.openxmlformats.org/officeDocument/2006/relationships/image" Target="../media/image4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2.png"/><Relationship Id="rId11" Type="http://schemas.openxmlformats.org/officeDocument/2006/relationships/image" Target="NULL"/><Relationship Id="rId24" Type="http://schemas.openxmlformats.org/officeDocument/2006/relationships/image" Target="../media/image478.png"/><Relationship Id="rId5" Type="http://schemas.openxmlformats.org/officeDocument/2006/relationships/image" Target="../media/image461.png"/><Relationship Id="rId15" Type="http://schemas.openxmlformats.org/officeDocument/2006/relationships/image" Target="../media/image469.png"/><Relationship Id="rId23" Type="http://schemas.openxmlformats.org/officeDocument/2006/relationships/image" Target="../media/image477.png"/><Relationship Id="rId10" Type="http://schemas.openxmlformats.org/officeDocument/2006/relationships/image" Target="NULL"/><Relationship Id="rId19" Type="http://schemas.openxmlformats.org/officeDocument/2006/relationships/image" Target="../media/image473.png"/><Relationship Id="rId4" Type="http://schemas.openxmlformats.org/officeDocument/2006/relationships/image" Target="NULL"/><Relationship Id="rId9" Type="http://schemas.openxmlformats.org/officeDocument/2006/relationships/image" Target="../media/image465.png"/><Relationship Id="rId14" Type="http://schemas.openxmlformats.org/officeDocument/2006/relationships/image" Target="../media/image468.png"/><Relationship Id="rId22" Type="http://schemas.openxmlformats.org/officeDocument/2006/relationships/image" Target="../media/image47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20.png"/><Relationship Id="rId13" Type="http://schemas.openxmlformats.org/officeDocument/2006/relationships/image" Target="../media/image201.png"/><Relationship Id="rId18" Type="http://schemas.openxmlformats.org/officeDocument/2006/relationships/image" Target="../media/image3680.png"/><Relationship Id="rId26" Type="http://schemas.openxmlformats.org/officeDocument/2006/relationships/image" Target="../media/image3740.png"/><Relationship Id="rId39" Type="http://schemas.openxmlformats.org/officeDocument/2006/relationships/image" Target="../media/image292.png"/><Relationship Id="rId3" Type="http://schemas.openxmlformats.org/officeDocument/2006/relationships/image" Target="../media/image258.png"/><Relationship Id="rId21" Type="http://schemas.openxmlformats.org/officeDocument/2006/relationships/image" Target="../media/image3710.png"/><Relationship Id="rId42" Type="http://schemas.openxmlformats.org/officeDocument/2006/relationships/image" Target="../media/image3800.png"/><Relationship Id="rId47" Type="http://schemas.openxmlformats.org/officeDocument/2006/relationships/image" Target="../media/image3850.png"/><Relationship Id="rId50" Type="http://schemas.openxmlformats.org/officeDocument/2006/relationships/image" Target="../media/image3880.png"/><Relationship Id="rId7" Type="http://schemas.openxmlformats.org/officeDocument/2006/relationships/image" Target="../media/image3610.png"/><Relationship Id="rId12" Type="http://schemas.openxmlformats.org/officeDocument/2006/relationships/image" Target="../media/image3650.png"/><Relationship Id="rId17" Type="http://schemas.openxmlformats.org/officeDocument/2006/relationships/image" Target="../media/image287.png"/><Relationship Id="rId25" Type="http://schemas.openxmlformats.org/officeDocument/2006/relationships/image" Target="../media/image2571.png"/><Relationship Id="rId38" Type="http://schemas.openxmlformats.org/officeDocument/2006/relationships/image" Target="../media/image290.png"/><Relationship Id="rId46" Type="http://schemas.openxmlformats.org/officeDocument/2006/relationships/image" Target="../media/image3840.png"/><Relationship Id="rId2" Type="http://schemas.openxmlformats.org/officeDocument/2006/relationships/image" Target="../media/image257.png"/><Relationship Id="rId16" Type="http://schemas.openxmlformats.org/officeDocument/2006/relationships/image" Target="../media/image286.png"/><Relationship Id="rId20" Type="http://schemas.openxmlformats.org/officeDocument/2006/relationships/image" Target="../media/image3700.png"/><Relationship Id="rId29" Type="http://schemas.openxmlformats.org/officeDocument/2006/relationships/image" Target="../media/image3760.png"/><Relationship Id="rId41" Type="http://schemas.openxmlformats.org/officeDocument/2006/relationships/image" Target="../media/image37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0.png"/><Relationship Id="rId11" Type="http://schemas.openxmlformats.org/officeDocument/2006/relationships/image" Target="../media/image3640.png"/><Relationship Id="rId32" Type="http://schemas.openxmlformats.org/officeDocument/2006/relationships/image" Target="../media/image2591.png"/><Relationship Id="rId40" Type="http://schemas.openxmlformats.org/officeDocument/2006/relationships/image" Target="../media/image3780.png"/><Relationship Id="rId45" Type="http://schemas.openxmlformats.org/officeDocument/2006/relationships/image" Target="../media/image3830.png"/><Relationship Id="rId5" Type="http://schemas.openxmlformats.org/officeDocument/2006/relationships/image" Target="../media/image3590.png"/><Relationship Id="rId15" Type="http://schemas.openxmlformats.org/officeDocument/2006/relationships/image" Target="../media/image3670.png"/><Relationship Id="rId23" Type="http://schemas.openxmlformats.org/officeDocument/2006/relationships/image" Target="../media/image3730.png"/><Relationship Id="rId28" Type="http://schemas.openxmlformats.org/officeDocument/2006/relationships/image" Target="../media/image243.png"/><Relationship Id="rId49" Type="http://schemas.openxmlformats.org/officeDocument/2006/relationships/image" Target="../media/image3870.png"/><Relationship Id="rId10" Type="http://schemas.openxmlformats.org/officeDocument/2006/relationships/image" Target="../media/image198.png"/><Relationship Id="rId19" Type="http://schemas.openxmlformats.org/officeDocument/2006/relationships/image" Target="../media/image3690.png"/><Relationship Id="rId31" Type="http://schemas.openxmlformats.org/officeDocument/2006/relationships/image" Target="../media/image2581.png"/><Relationship Id="rId44" Type="http://schemas.openxmlformats.org/officeDocument/2006/relationships/image" Target="../media/image3820.png"/><Relationship Id="rId4" Type="http://schemas.openxmlformats.org/officeDocument/2006/relationships/image" Target="../media/image3580.png"/><Relationship Id="rId9" Type="http://schemas.openxmlformats.org/officeDocument/2006/relationships/image" Target="../media/image3630.png"/><Relationship Id="rId14" Type="http://schemas.openxmlformats.org/officeDocument/2006/relationships/image" Target="../media/image3660.png"/><Relationship Id="rId22" Type="http://schemas.openxmlformats.org/officeDocument/2006/relationships/image" Target="../media/image3720.png"/><Relationship Id="rId27" Type="http://schemas.openxmlformats.org/officeDocument/2006/relationships/image" Target="../media/image3750.png"/><Relationship Id="rId30" Type="http://schemas.openxmlformats.org/officeDocument/2006/relationships/image" Target="../media/image3770.png"/><Relationship Id="rId43" Type="http://schemas.openxmlformats.org/officeDocument/2006/relationships/image" Target="../media/image3810.png"/><Relationship Id="rId48" Type="http://schemas.openxmlformats.org/officeDocument/2006/relationships/image" Target="../media/image38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33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10.png"/><Relationship Id="rId4" Type="http://schemas.openxmlformats.org/officeDocument/2006/relationships/image" Target="../media/image390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7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2.png"/><Relationship Id="rId18" Type="http://schemas.openxmlformats.org/officeDocument/2006/relationships/image" Target="../media/image177.png"/><Relationship Id="rId26" Type="http://schemas.openxmlformats.org/officeDocument/2006/relationships/image" Target="../media/image185.png"/><Relationship Id="rId39" Type="http://schemas.openxmlformats.org/officeDocument/2006/relationships/image" Target="../media/image1980.png"/><Relationship Id="rId21" Type="http://schemas.openxmlformats.org/officeDocument/2006/relationships/image" Target="../media/image180.png"/><Relationship Id="rId34" Type="http://schemas.openxmlformats.org/officeDocument/2006/relationships/image" Target="../media/image1930.png"/><Relationship Id="rId42" Type="http://schemas.openxmlformats.org/officeDocument/2006/relationships/image" Target="../media/image2010.png"/><Relationship Id="rId47" Type="http://schemas.openxmlformats.org/officeDocument/2006/relationships/image" Target="../media/image206.png"/><Relationship Id="rId50" Type="http://schemas.openxmlformats.org/officeDocument/2006/relationships/image" Target="../media/image209.png"/><Relationship Id="rId63" Type="http://schemas.openxmlformats.org/officeDocument/2006/relationships/image" Target="../media/image219.png"/><Relationship Id="rId68" Type="http://schemas.openxmlformats.org/officeDocument/2006/relationships/image" Target="../media/image224.png"/><Relationship Id="rId76" Type="http://schemas.openxmlformats.org/officeDocument/2006/relationships/image" Target="../media/image232.png"/><Relationship Id="rId7" Type="http://schemas.openxmlformats.org/officeDocument/2006/relationships/image" Target="../media/image166.png"/><Relationship Id="rId71" Type="http://schemas.openxmlformats.org/officeDocument/2006/relationships/image" Target="../media/image227.png"/><Relationship Id="rId2" Type="http://schemas.openxmlformats.org/officeDocument/2006/relationships/image" Target="../media/image1610.png"/><Relationship Id="rId16" Type="http://schemas.openxmlformats.org/officeDocument/2006/relationships/image" Target="../media/image175.png"/><Relationship Id="rId29" Type="http://schemas.openxmlformats.org/officeDocument/2006/relationships/image" Target="../media/image188.png"/><Relationship Id="rId11" Type="http://schemas.openxmlformats.org/officeDocument/2006/relationships/image" Target="../media/image170.png"/><Relationship Id="rId24" Type="http://schemas.openxmlformats.org/officeDocument/2006/relationships/image" Target="../media/image183.png"/><Relationship Id="rId32" Type="http://schemas.openxmlformats.org/officeDocument/2006/relationships/image" Target="../media/image1910.png"/><Relationship Id="rId37" Type="http://schemas.openxmlformats.org/officeDocument/2006/relationships/image" Target="../media/image1960.png"/><Relationship Id="rId40" Type="http://schemas.openxmlformats.org/officeDocument/2006/relationships/image" Target="../media/image1990.png"/><Relationship Id="rId45" Type="http://schemas.openxmlformats.org/officeDocument/2006/relationships/image" Target="../media/image2040.png"/><Relationship Id="rId53" Type="http://schemas.openxmlformats.org/officeDocument/2006/relationships/image" Target="../media/image212.png"/><Relationship Id="rId66" Type="http://schemas.openxmlformats.org/officeDocument/2006/relationships/image" Target="../media/image222.png"/><Relationship Id="rId74" Type="http://schemas.openxmlformats.org/officeDocument/2006/relationships/image" Target="../media/image230.png"/><Relationship Id="rId79" Type="http://schemas.openxmlformats.org/officeDocument/2006/relationships/image" Target="../media/image235.png"/><Relationship Id="rId5" Type="http://schemas.openxmlformats.org/officeDocument/2006/relationships/image" Target="../media/image164.png"/><Relationship Id="rId15" Type="http://schemas.openxmlformats.org/officeDocument/2006/relationships/image" Target="../media/image174.png"/><Relationship Id="rId23" Type="http://schemas.openxmlformats.org/officeDocument/2006/relationships/image" Target="../media/image182.png"/><Relationship Id="rId28" Type="http://schemas.openxmlformats.org/officeDocument/2006/relationships/image" Target="../media/image187.png"/><Relationship Id="rId36" Type="http://schemas.openxmlformats.org/officeDocument/2006/relationships/image" Target="../media/image1950.png"/><Relationship Id="rId49" Type="http://schemas.openxmlformats.org/officeDocument/2006/relationships/image" Target="../media/image208.png"/><Relationship Id="rId61" Type="http://schemas.openxmlformats.org/officeDocument/2006/relationships/image" Target="../media/image214.png"/><Relationship Id="rId10" Type="http://schemas.openxmlformats.org/officeDocument/2006/relationships/image" Target="../media/image169.png"/><Relationship Id="rId19" Type="http://schemas.openxmlformats.org/officeDocument/2006/relationships/image" Target="../media/image178.png"/><Relationship Id="rId31" Type="http://schemas.openxmlformats.org/officeDocument/2006/relationships/image" Target="../media/image190.png"/><Relationship Id="rId44" Type="http://schemas.openxmlformats.org/officeDocument/2006/relationships/image" Target="../media/image2030.png"/><Relationship Id="rId52" Type="http://schemas.openxmlformats.org/officeDocument/2006/relationships/image" Target="../media/image211.png"/><Relationship Id="rId60" Type="http://schemas.openxmlformats.org/officeDocument/2006/relationships/image" Target="../media/image213.png"/><Relationship Id="rId65" Type="http://schemas.openxmlformats.org/officeDocument/2006/relationships/image" Target="../media/image221.png"/><Relationship Id="rId73" Type="http://schemas.openxmlformats.org/officeDocument/2006/relationships/image" Target="../media/image229.png"/><Relationship Id="rId78" Type="http://schemas.openxmlformats.org/officeDocument/2006/relationships/image" Target="../media/image234.png"/><Relationship Id="rId81" Type="http://schemas.openxmlformats.org/officeDocument/2006/relationships/image" Target="../media/image237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Relationship Id="rId14" Type="http://schemas.openxmlformats.org/officeDocument/2006/relationships/image" Target="../media/image173.png"/><Relationship Id="rId22" Type="http://schemas.openxmlformats.org/officeDocument/2006/relationships/image" Target="../media/image181.png"/><Relationship Id="rId27" Type="http://schemas.openxmlformats.org/officeDocument/2006/relationships/image" Target="../media/image186.png"/><Relationship Id="rId30" Type="http://schemas.openxmlformats.org/officeDocument/2006/relationships/image" Target="../media/image189.png"/><Relationship Id="rId35" Type="http://schemas.openxmlformats.org/officeDocument/2006/relationships/image" Target="../media/image1940.png"/><Relationship Id="rId43" Type="http://schemas.openxmlformats.org/officeDocument/2006/relationships/image" Target="../media/image2020.png"/><Relationship Id="rId48" Type="http://schemas.openxmlformats.org/officeDocument/2006/relationships/image" Target="../media/image207.png"/><Relationship Id="rId64" Type="http://schemas.openxmlformats.org/officeDocument/2006/relationships/image" Target="../media/image220.png"/><Relationship Id="rId69" Type="http://schemas.openxmlformats.org/officeDocument/2006/relationships/image" Target="../media/image225.png"/><Relationship Id="rId77" Type="http://schemas.openxmlformats.org/officeDocument/2006/relationships/image" Target="../media/image233.png"/><Relationship Id="rId8" Type="http://schemas.openxmlformats.org/officeDocument/2006/relationships/image" Target="../media/image167.png"/><Relationship Id="rId51" Type="http://schemas.openxmlformats.org/officeDocument/2006/relationships/image" Target="../media/image210.png"/><Relationship Id="rId72" Type="http://schemas.openxmlformats.org/officeDocument/2006/relationships/image" Target="../media/image228.png"/><Relationship Id="rId80" Type="http://schemas.openxmlformats.org/officeDocument/2006/relationships/image" Target="../media/image236.png"/><Relationship Id="rId3" Type="http://schemas.openxmlformats.org/officeDocument/2006/relationships/image" Target="../media/image1620.png"/><Relationship Id="rId12" Type="http://schemas.openxmlformats.org/officeDocument/2006/relationships/image" Target="../media/image171.png"/><Relationship Id="rId17" Type="http://schemas.openxmlformats.org/officeDocument/2006/relationships/image" Target="../media/image176.png"/><Relationship Id="rId25" Type="http://schemas.openxmlformats.org/officeDocument/2006/relationships/image" Target="../media/image184.png"/><Relationship Id="rId33" Type="http://schemas.openxmlformats.org/officeDocument/2006/relationships/image" Target="../media/image1920.png"/><Relationship Id="rId38" Type="http://schemas.openxmlformats.org/officeDocument/2006/relationships/image" Target="../media/image1970.png"/><Relationship Id="rId46" Type="http://schemas.openxmlformats.org/officeDocument/2006/relationships/image" Target="../media/image2050.png"/><Relationship Id="rId67" Type="http://schemas.openxmlformats.org/officeDocument/2006/relationships/image" Target="../media/image223.png"/><Relationship Id="rId20" Type="http://schemas.openxmlformats.org/officeDocument/2006/relationships/image" Target="../media/image179.png"/><Relationship Id="rId41" Type="http://schemas.openxmlformats.org/officeDocument/2006/relationships/image" Target="../media/image2000.png"/><Relationship Id="rId62" Type="http://schemas.openxmlformats.org/officeDocument/2006/relationships/image" Target="../media/image215.png"/><Relationship Id="rId70" Type="http://schemas.openxmlformats.org/officeDocument/2006/relationships/image" Target="../media/image226.png"/><Relationship Id="rId75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0.png"/><Relationship Id="rId13" Type="http://schemas.openxmlformats.org/officeDocument/2006/relationships/image" Target="../media/image2410.png"/><Relationship Id="rId18" Type="http://schemas.openxmlformats.org/officeDocument/2006/relationships/image" Target="../media/image2460.png"/><Relationship Id="rId26" Type="http://schemas.openxmlformats.org/officeDocument/2006/relationships/image" Target="../media/image2540.png"/><Relationship Id="rId3" Type="http://schemas.openxmlformats.org/officeDocument/2006/relationships/image" Target="../media/image2310.png"/><Relationship Id="rId21" Type="http://schemas.openxmlformats.org/officeDocument/2006/relationships/image" Target="../media/image2490.png"/><Relationship Id="rId7" Type="http://schemas.openxmlformats.org/officeDocument/2006/relationships/image" Target="../media/image2350.png"/><Relationship Id="rId12" Type="http://schemas.openxmlformats.org/officeDocument/2006/relationships/image" Target="../media/image2400.png"/><Relationship Id="rId17" Type="http://schemas.openxmlformats.org/officeDocument/2006/relationships/image" Target="../media/image2450.png"/><Relationship Id="rId25" Type="http://schemas.openxmlformats.org/officeDocument/2006/relationships/image" Target="../media/image2530.png"/><Relationship Id="rId2" Type="http://schemas.openxmlformats.org/officeDocument/2006/relationships/image" Target="../media/image2300.png"/><Relationship Id="rId16" Type="http://schemas.openxmlformats.org/officeDocument/2006/relationships/image" Target="../media/image2440.png"/><Relationship Id="rId20" Type="http://schemas.openxmlformats.org/officeDocument/2006/relationships/image" Target="../media/image2480.png"/><Relationship Id="rId29" Type="http://schemas.openxmlformats.org/officeDocument/2006/relationships/image" Target="../media/image25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40.png"/><Relationship Id="rId11" Type="http://schemas.openxmlformats.org/officeDocument/2006/relationships/image" Target="../media/image2390.png"/><Relationship Id="rId24" Type="http://schemas.openxmlformats.org/officeDocument/2006/relationships/image" Target="../media/image2520.png"/><Relationship Id="rId32" Type="http://schemas.openxmlformats.org/officeDocument/2006/relationships/image" Target="../media/image2600.png"/><Relationship Id="rId5" Type="http://schemas.openxmlformats.org/officeDocument/2006/relationships/image" Target="../media/image2330.png"/><Relationship Id="rId15" Type="http://schemas.openxmlformats.org/officeDocument/2006/relationships/image" Target="../media/image2430.png"/><Relationship Id="rId23" Type="http://schemas.openxmlformats.org/officeDocument/2006/relationships/image" Target="../media/image2510.png"/><Relationship Id="rId28" Type="http://schemas.openxmlformats.org/officeDocument/2006/relationships/image" Target="../media/image2560.png"/><Relationship Id="rId10" Type="http://schemas.openxmlformats.org/officeDocument/2006/relationships/image" Target="../media/image2380.png"/><Relationship Id="rId19" Type="http://schemas.openxmlformats.org/officeDocument/2006/relationships/image" Target="../media/image2470.png"/><Relationship Id="rId31" Type="http://schemas.openxmlformats.org/officeDocument/2006/relationships/image" Target="../media/image2590.png"/><Relationship Id="rId4" Type="http://schemas.openxmlformats.org/officeDocument/2006/relationships/image" Target="../media/image2320.png"/><Relationship Id="rId9" Type="http://schemas.openxmlformats.org/officeDocument/2006/relationships/image" Target="../media/image2370.png"/><Relationship Id="rId14" Type="http://schemas.openxmlformats.org/officeDocument/2006/relationships/image" Target="../media/image2420.png"/><Relationship Id="rId22" Type="http://schemas.openxmlformats.org/officeDocument/2006/relationships/image" Target="../media/image2500.png"/><Relationship Id="rId27" Type="http://schemas.openxmlformats.org/officeDocument/2006/relationships/image" Target="../media/image2550.png"/><Relationship Id="rId30" Type="http://schemas.openxmlformats.org/officeDocument/2006/relationships/image" Target="../media/image25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Straight Connector 142"/>
          <p:cNvCxnSpPr>
            <a:cxnSpLocks/>
          </p:cNvCxnSpPr>
          <p:nvPr/>
        </p:nvCxnSpPr>
        <p:spPr>
          <a:xfrm flipV="1">
            <a:off x="717460" y="553097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43B21D4-5DE5-E4A1-61E6-1B42D9AEBEBC}"/>
                  </a:ext>
                </a:extLst>
              </p:cNvPr>
              <p:cNvSpPr txBox="1"/>
              <p:nvPr/>
            </p:nvSpPr>
            <p:spPr>
              <a:xfrm>
                <a:off x="729547" y="5202423"/>
                <a:ext cx="891591" cy="3852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RU" sz="21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RU" sz="21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43B21D4-5DE5-E4A1-61E6-1B42D9AEB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47" y="5202423"/>
                <a:ext cx="891591" cy="385234"/>
              </a:xfrm>
              <a:prstGeom prst="rect">
                <a:avLst/>
              </a:prstGeom>
              <a:blipFill>
                <a:blip r:embed="rId2"/>
                <a:stretch>
                  <a:fillRect l="-4225" b="-625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2" name="Straight Connector 141"/>
          <p:cNvCxnSpPr>
            <a:cxnSpLocks/>
          </p:cNvCxnSpPr>
          <p:nvPr/>
        </p:nvCxnSpPr>
        <p:spPr>
          <a:xfrm>
            <a:off x="717460" y="522723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cxnSpLocks/>
          </p:cNvCxnSpPr>
          <p:nvPr/>
        </p:nvCxnSpPr>
        <p:spPr>
          <a:xfrm>
            <a:off x="717460" y="495117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59F1B2F-6DAA-96AA-279B-09DDCBB11751}"/>
                  </a:ext>
                </a:extLst>
              </p:cNvPr>
              <p:cNvSpPr txBox="1"/>
              <p:nvPr/>
            </p:nvSpPr>
            <p:spPr>
              <a:xfrm>
                <a:off x="733508" y="4641867"/>
                <a:ext cx="912173" cy="3852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RU" sz="21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RU" sz="21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59F1B2F-6DAA-96AA-279B-09DDCBB11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08" y="4641867"/>
                <a:ext cx="912173" cy="385234"/>
              </a:xfrm>
              <a:prstGeom prst="rect">
                <a:avLst/>
              </a:prstGeom>
              <a:blipFill>
                <a:blip r:embed="rId3"/>
                <a:stretch>
                  <a:fillRect l="-5479" b="-1290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Connector 139"/>
          <p:cNvCxnSpPr>
            <a:cxnSpLocks/>
          </p:cNvCxnSpPr>
          <p:nvPr/>
        </p:nvCxnSpPr>
        <p:spPr>
          <a:xfrm flipV="1">
            <a:off x="717460" y="466798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>
            <a:cxnSpLocks/>
          </p:cNvCxnSpPr>
          <p:nvPr/>
        </p:nvCxnSpPr>
        <p:spPr>
          <a:xfrm flipV="1">
            <a:off x="717460" y="438185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9768E2-195A-439F-39A6-1F57BEA81448}"/>
                  </a:ext>
                </a:extLst>
              </p:cNvPr>
              <p:cNvSpPr txBox="1"/>
              <p:nvPr/>
            </p:nvSpPr>
            <p:spPr>
              <a:xfrm>
                <a:off x="732279" y="4067700"/>
                <a:ext cx="871842" cy="3852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RU" sz="21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RU" sz="21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9768E2-195A-439F-39A6-1F57BEA81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79" y="4067700"/>
                <a:ext cx="871842" cy="385234"/>
              </a:xfrm>
              <a:prstGeom prst="rect">
                <a:avLst/>
              </a:prstGeom>
              <a:blipFill>
                <a:blip r:embed="rId4"/>
                <a:stretch>
                  <a:fillRect l="-2857" b="-967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9EBCBE8-005B-28CD-9D8A-C1AE79FACA62}"/>
              </a:ext>
            </a:extLst>
          </p:cNvPr>
          <p:cNvCxnSpPr>
            <a:cxnSpLocks/>
          </p:cNvCxnSpPr>
          <p:nvPr/>
        </p:nvCxnSpPr>
        <p:spPr>
          <a:xfrm>
            <a:off x="719135" y="238356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1F5B48-D80D-4159-2E3A-3C7BF215AC3F}"/>
              </a:ext>
            </a:extLst>
          </p:cNvPr>
          <p:cNvCxnSpPr>
            <a:cxnSpLocks/>
          </p:cNvCxnSpPr>
          <p:nvPr/>
        </p:nvCxnSpPr>
        <p:spPr>
          <a:xfrm>
            <a:off x="722488" y="327526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B9CE83-AF4A-A1C7-71D4-804A4033887B}"/>
              </a:ext>
            </a:extLst>
          </p:cNvPr>
          <p:cNvCxnSpPr>
            <a:cxnSpLocks/>
          </p:cNvCxnSpPr>
          <p:nvPr/>
        </p:nvCxnSpPr>
        <p:spPr>
          <a:xfrm>
            <a:off x="739789" y="63683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DA07DCF-6404-4564-D3B9-3DD289361CBC}"/>
              </a:ext>
            </a:extLst>
          </p:cNvPr>
          <p:cNvCxnSpPr>
            <a:cxnSpLocks/>
          </p:cNvCxnSpPr>
          <p:nvPr/>
        </p:nvCxnSpPr>
        <p:spPr>
          <a:xfrm>
            <a:off x="739789" y="93232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EC11959-4536-9B07-F109-41B3F2AE9C75}"/>
              </a:ext>
            </a:extLst>
          </p:cNvPr>
          <p:cNvCxnSpPr>
            <a:cxnSpLocks/>
          </p:cNvCxnSpPr>
          <p:nvPr/>
        </p:nvCxnSpPr>
        <p:spPr>
          <a:xfrm>
            <a:off x="741464" y="122540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850D1DF-D5F8-8E88-D14E-00EA7CCC4B63}"/>
              </a:ext>
            </a:extLst>
          </p:cNvPr>
          <p:cNvCxnSpPr>
            <a:cxnSpLocks/>
          </p:cNvCxnSpPr>
          <p:nvPr/>
        </p:nvCxnSpPr>
        <p:spPr>
          <a:xfrm>
            <a:off x="743142" y="152852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43BBBAB-B05E-9C87-FFF1-21F81656E674}"/>
              </a:ext>
            </a:extLst>
          </p:cNvPr>
          <p:cNvSpPr/>
          <p:nvPr/>
        </p:nvSpPr>
        <p:spPr>
          <a:xfrm flipH="1">
            <a:off x="6372707" y="5235265"/>
            <a:ext cx="425637" cy="294572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C7EBF31-996B-1191-B2E6-4BF93238539E}"/>
              </a:ext>
            </a:extLst>
          </p:cNvPr>
          <p:cNvSpPr/>
          <p:nvPr/>
        </p:nvSpPr>
        <p:spPr>
          <a:xfrm flipH="1">
            <a:off x="4048819" y="5223638"/>
            <a:ext cx="1534863" cy="305721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23442F8-8AF9-8F12-7D68-FEEBC29EEA0B}"/>
              </a:ext>
            </a:extLst>
          </p:cNvPr>
          <p:cNvSpPr/>
          <p:nvPr/>
        </p:nvSpPr>
        <p:spPr>
          <a:xfrm flipH="1">
            <a:off x="2505017" y="5221046"/>
            <a:ext cx="771025" cy="305721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E04F85C-3567-81BC-1F20-D0D4AE72167D}"/>
              </a:ext>
            </a:extLst>
          </p:cNvPr>
          <p:cNvSpPr/>
          <p:nvPr/>
        </p:nvSpPr>
        <p:spPr>
          <a:xfrm flipH="1">
            <a:off x="6364956" y="4670158"/>
            <a:ext cx="425637" cy="281012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CCF7C9E-B4FE-B4AA-940C-B7D51C8E1390}"/>
              </a:ext>
            </a:extLst>
          </p:cNvPr>
          <p:cNvSpPr/>
          <p:nvPr/>
        </p:nvSpPr>
        <p:spPr>
          <a:xfrm flipH="1">
            <a:off x="2507558" y="4672703"/>
            <a:ext cx="3082527" cy="282114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7D050FA-768A-F41D-D263-CA59CB0EB9B2}"/>
              </a:ext>
            </a:extLst>
          </p:cNvPr>
          <p:cNvSpPr/>
          <p:nvPr/>
        </p:nvSpPr>
        <p:spPr>
          <a:xfrm flipH="1">
            <a:off x="1737940" y="4100413"/>
            <a:ext cx="766428" cy="281032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87AA584-A4D3-862B-4949-D9AC6426008B}"/>
              </a:ext>
            </a:extLst>
          </p:cNvPr>
          <p:cNvSpPr/>
          <p:nvPr/>
        </p:nvSpPr>
        <p:spPr>
          <a:xfrm flipH="1">
            <a:off x="5600169" y="4103854"/>
            <a:ext cx="762059" cy="280470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9813DC7-05F6-6CE2-7B28-8F695E701ABB}"/>
              </a:ext>
            </a:extLst>
          </p:cNvPr>
          <p:cNvCxnSpPr>
            <a:cxnSpLocks/>
          </p:cNvCxnSpPr>
          <p:nvPr/>
        </p:nvCxnSpPr>
        <p:spPr>
          <a:xfrm>
            <a:off x="2520836" y="4378497"/>
            <a:ext cx="3073914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725227" y="34635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728183" y="346351"/>
            <a:ext cx="0" cy="6156004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cxnSpLocks/>
          </p:cNvCxnSpPr>
          <p:nvPr/>
        </p:nvCxnSpPr>
        <p:spPr>
          <a:xfrm>
            <a:off x="2500033" y="346351"/>
            <a:ext cx="3023" cy="642356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cxnSpLocks/>
          </p:cNvCxnSpPr>
          <p:nvPr/>
        </p:nvCxnSpPr>
        <p:spPr>
          <a:xfrm flipH="1">
            <a:off x="3269010" y="346351"/>
            <a:ext cx="2876" cy="642356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cxnSpLocks/>
          </p:cNvCxnSpPr>
          <p:nvPr/>
        </p:nvCxnSpPr>
        <p:spPr>
          <a:xfrm>
            <a:off x="4054010" y="346351"/>
            <a:ext cx="571" cy="642356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cxnSpLocks/>
          </p:cNvCxnSpPr>
          <p:nvPr/>
        </p:nvCxnSpPr>
        <p:spPr>
          <a:xfrm flipH="1">
            <a:off x="4806774" y="346351"/>
            <a:ext cx="8811" cy="6511649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cxnSpLocks/>
          </p:cNvCxnSpPr>
          <p:nvPr/>
        </p:nvCxnSpPr>
        <p:spPr>
          <a:xfrm>
            <a:off x="5587436" y="346351"/>
            <a:ext cx="0" cy="6511649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6359286" y="346351"/>
            <a:ext cx="0" cy="6156004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131138" y="34635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7902988" y="34635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8674839" y="34635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>
            <a:cxnSpLocks/>
          </p:cNvCxnSpPr>
          <p:nvPr/>
        </p:nvCxnSpPr>
        <p:spPr>
          <a:xfrm>
            <a:off x="717460" y="409867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cxnSpLocks/>
          </p:cNvCxnSpPr>
          <p:nvPr/>
        </p:nvCxnSpPr>
        <p:spPr>
          <a:xfrm>
            <a:off x="717460" y="563087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BB676003-E75C-C6EB-811E-C0278E7C81B4}"/>
              </a:ext>
            </a:extLst>
          </p:cNvPr>
          <p:cNvCxnSpPr/>
          <p:nvPr/>
        </p:nvCxnSpPr>
        <p:spPr>
          <a:xfrm flipV="1">
            <a:off x="2505843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97062196-B6C0-3AC7-942F-C9008DDE2569}"/>
              </a:ext>
            </a:extLst>
          </p:cNvPr>
          <p:cNvCxnSpPr>
            <a:cxnSpLocks/>
          </p:cNvCxnSpPr>
          <p:nvPr/>
        </p:nvCxnSpPr>
        <p:spPr>
          <a:xfrm flipV="1">
            <a:off x="4049551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D845780-7ACA-7B49-2014-10ED491C29C4}"/>
              </a:ext>
            </a:extLst>
          </p:cNvPr>
          <p:cNvCxnSpPr>
            <a:cxnSpLocks/>
          </p:cNvCxnSpPr>
          <p:nvPr/>
        </p:nvCxnSpPr>
        <p:spPr>
          <a:xfrm flipV="1">
            <a:off x="3279374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4C71918B-38D9-E28C-CC20-A7E9CFC535E7}"/>
              </a:ext>
            </a:extLst>
          </p:cNvPr>
          <p:cNvCxnSpPr>
            <a:cxnSpLocks/>
          </p:cNvCxnSpPr>
          <p:nvPr/>
        </p:nvCxnSpPr>
        <p:spPr>
          <a:xfrm flipV="1">
            <a:off x="4825293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D83B2D3-A195-EF8D-85AA-A92B1FEE45DC}"/>
              </a:ext>
            </a:extLst>
          </p:cNvPr>
          <p:cNvCxnSpPr>
            <a:cxnSpLocks/>
          </p:cNvCxnSpPr>
          <p:nvPr/>
        </p:nvCxnSpPr>
        <p:spPr>
          <a:xfrm flipV="1">
            <a:off x="5590446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67391AA5-4C57-743D-EFF2-4AC8E3B33049}"/>
              </a:ext>
            </a:extLst>
          </p:cNvPr>
          <p:cNvCxnSpPr>
            <a:cxnSpLocks/>
          </p:cNvCxnSpPr>
          <p:nvPr/>
        </p:nvCxnSpPr>
        <p:spPr>
          <a:xfrm flipV="1">
            <a:off x="6361556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/>
              <p:nvPr/>
            </p:nvSpPr>
            <p:spPr>
              <a:xfrm>
                <a:off x="728975" y="588938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75" y="588938"/>
                <a:ext cx="317779" cy="338554"/>
              </a:xfrm>
              <a:prstGeom prst="rect">
                <a:avLst/>
              </a:prstGeom>
              <a:blipFill>
                <a:blip r:embed="rId5"/>
                <a:stretch>
                  <a:fillRect l="-11538" r="-7692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/>
              <p:nvPr/>
            </p:nvSpPr>
            <p:spPr>
              <a:xfrm>
                <a:off x="725302" y="886814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02" y="886814"/>
                <a:ext cx="324320" cy="338554"/>
              </a:xfrm>
              <a:prstGeom prst="rect">
                <a:avLst/>
              </a:prstGeom>
              <a:blipFill>
                <a:blip r:embed="rId6"/>
                <a:stretch>
                  <a:fillRect l="-11538" r="-7692" b="-1785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/>
              <p:nvPr/>
            </p:nvSpPr>
            <p:spPr>
              <a:xfrm>
                <a:off x="727494" y="1190354"/>
                <a:ext cx="284886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94" y="1190354"/>
                <a:ext cx="284886" cy="338554"/>
              </a:xfrm>
              <a:prstGeom prst="rect">
                <a:avLst/>
              </a:prstGeom>
              <a:blipFill>
                <a:blip r:embed="rId7"/>
                <a:stretch>
                  <a:fillRect l="-13043" r="-13043" b="-1785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2D6090DE-60DB-B2A2-04C8-BDA3A2CD6ACE}"/>
              </a:ext>
            </a:extLst>
          </p:cNvPr>
          <p:cNvGrpSpPr/>
          <p:nvPr/>
        </p:nvGrpSpPr>
        <p:grpSpPr>
          <a:xfrm>
            <a:off x="2503644" y="1221549"/>
            <a:ext cx="784665" cy="301550"/>
            <a:chOff x="2027257" y="1526734"/>
            <a:chExt cx="385349" cy="39156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206142E-1561-CEDD-BE41-6D5B6AEBB10E}"/>
                </a:ext>
              </a:extLst>
            </p:cNvPr>
            <p:cNvGrpSpPr/>
            <p:nvPr/>
          </p:nvGrpSpPr>
          <p:grpSpPr>
            <a:xfrm>
              <a:off x="2027257" y="1528499"/>
              <a:ext cx="385349" cy="389803"/>
              <a:chOff x="4726748" y="371058"/>
              <a:chExt cx="385349" cy="389803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723C387-53D3-0C3E-B7F5-ED2544F38A9F}"/>
                  </a:ext>
                </a:extLst>
              </p:cNvPr>
              <p:cNvSpPr/>
              <p:nvPr/>
            </p:nvSpPr>
            <p:spPr>
              <a:xfrm flipH="1">
                <a:off x="4729506" y="378198"/>
                <a:ext cx="375905" cy="3818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5875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00E2270-D331-6AF9-A931-50CEBC139D1A}"/>
                  </a:ext>
                </a:extLst>
              </p:cNvPr>
              <p:cNvCxnSpPr/>
              <p:nvPr/>
            </p:nvCxnSpPr>
            <p:spPr>
              <a:xfrm flipV="1">
                <a:off x="4726748" y="371058"/>
                <a:ext cx="0" cy="382582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prstDash val="solid"/>
                <a:headEnd type="none" w="med" len="lg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BEF96D2-993B-D965-E49A-F8B9A9025339}"/>
                  </a:ext>
                </a:extLst>
              </p:cNvPr>
              <p:cNvCxnSpPr/>
              <p:nvPr/>
            </p:nvCxnSpPr>
            <p:spPr>
              <a:xfrm flipH="1" flipV="1">
                <a:off x="4730388" y="376496"/>
                <a:ext cx="381709" cy="1702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prstDash val="solid"/>
                <a:headEnd type="none" w="med" len="lg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011AE30-FF80-547D-6FBB-16E90E3B04CB}"/>
                  </a:ext>
                </a:extLst>
              </p:cNvPr>
              <p:cNvCxnSpPr/>
              <p:nvPr/>
            </p:nvCxnSpPr>
            <p:spPr>
              <a:xfrm flipH="1">
                <a:off x="4726748" y="760033"/>
                <a:ext cx="385349" cy="828"/>
              </a:xfrm>
              <a:prstGeom prst="line">
                <a:avLst/>
              </a:prstGeom>
              <a:ln w="19050" cmpd="sng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headEnd type="none" w="med" len="lg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A1B0360-DE50-3EBB-B3F1-6C11D5082CB3}"/>
                </a:ext>
              </a:extLst>
            </p:cNvPr>
            <p:cNvCxnSpPr/>
            <p:nvPr/>
          </p:nvCxnSpPr>
          <p:spPr>
            <a:xfrm flipV="1">
              <a:off x="2408344" y="1526734"/>
              <a:ext cx="2760" cy="38258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  <a:headEnd type="none" w="med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/>
              <p:nvPr/>
            </p:nvSpPr>
            <p:spPr>
              <a:xfrm>
                <a:off x="2395930" y="161510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930" y="1615107"/>
                <a:ext cx="200375" cy="307777"/>
              </a:xfrm>
              <a:prstGeom prst="rect">
                <a:avLst/>
              </a:prstGeom>
              <a:blipFill>
                <a:blip r:embed="rId8"/>
                <a:stretch>
                  <a:fillRect l="-23529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/>
              <p:nvPr/>
            </p:nvSpPr>
            <p:spPr>
              <a:xfrm>
                <a:off x="3169850" y="161510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50" y="1615107"/>
                <a:ext cx="200375" cy="307777"/>
              </a:xfrm>
              <a:prstGeom prst="rect">
                <a:avLst/>
              </a:prstGeom>
              <a:blipFill>
                <a:blip r:embed="rId9"/>
                <a:stretch>
                  <a:fillRect l="-23529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/>
              <p:nvPr/>
            </p:nvSpPr>
            <p:spPr>
              <a:xfrm>
                <a:off x="3931206" y="161510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206" y="1615107"/>
                <a:ext cx="200375" cy="307777"/>
              </a:xfrm>
              <a:prstGeom prst="rect">
                <a:avLst/>
              </a:prstGeom>
              <a:blipFill>
                <a:blip r:embed="rId10"/>
                <a:stretch>
                  <a:fillRect l="-23529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/>
              <p:nvPr/>
            </p:nvSpPr>
            <p:spPr>
              <a:xfrm>
                <a:off x="4714494" y="161510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494" y="1615107"/>
                <a:ext cx="200375" cy="307777"/>
              </a:xfrm>
              <a:prstGeom prst="rect">
                <a:avLst/>
              </a:prstGeom>
              <a:blipFill>
                <a:blip r:embed="rId11"/>
                <a:stretch>
                  <a:fillRect l="-31250" r="-31250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/>
              <p:nvPr/>
            </p:nvSpPr>
            <p:spPr>
              <a:xfrm>
                <a:off x="5469743" y="161510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743" y="1615107"/>
                <a:ext cx="200375" cy="307777"/>
              </a:xfrm>
              <a:prstGeom prst="rect">
                <a:avLst/>
              </a:prstGeom>
              <a:blipFill>
                <a:blip r:embed="rId12"/>
                <a:stretch>
                  <a:fillRect l="-29412" r="-29412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/>
              <p:nvPr/>
            </p:nvSpPr>
            <p:spPr>
              <a:xfrm>
                <a:off x="6250135" y="161510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135" y="1615107"/>
                <a:ext cx="200375" cy="307777"/>
              </a:xfrm>
              <a:prstGeom prst="rect">
                <a:avLst/>
              </a:prstGeom>
              <a:blipFill>
                <a:blip r:embed="rId13"/>
                <a:stretch>
                  <a:fillRect l="-31250" r="-31250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D66F7072-9824-507E-C50F-B08A977E6EF0}"/>
              </a:ext>
            </a:extLst>
          </p:cNvPr>
          <p:cNvGrpSpPr/>
          <p:nvPr/>
        </p:nvGrpSpPr>
        <p:grpSpPr>
          <a:xfrm>
            <a:off x="6362229" y="1219361"/>
            <a:ext cx="428885" cy="314132"/>
            <a:chOff x="4726748" y="371058"/>
            <a:chExt cx="385349" cy="38980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CF85DF7-F4CD-D5A8-10E2-53882FF03CCF}"/>
                </a:ext>
              </a:extLst>
            </p:cNvPr>
            <p:cNvSpPr/>
            <p:nvPr/>
          </p:nvSpPr>
          <p:spPr>
            <a:xfrm flipH="1">
              <a:off x="4729506" y="378198"/>
              <a:ext cx="375905" cy="38183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5875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F6CFEAB-166E-4585-C8C4-3B92FA45642C}"/>
                </a:ext>
              </a:extLst>
            </p:cNvPr>
            <p:cNvCxnSpPr/>
            <p:nvPr/>
          </p:nvCxnSpPr>
          <p:spPr>
            <a:xfrm flipV="1">
              <a:off x="4726748" y="371058"/>
              <a:ext cx="2760" cy="38258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5B39162-9C59-5EBE-7930-65757298DCF1}"/>
                </a:ext>
              </a:extLst>
            </p:cNvPr>
            <p:cNvCxnSpPr/>
            <p:nvPr/>
          </p:nvCxnSpPr>
          <p:spPr>
            <a:xfrm flipH="1" flipV="1">
              <a:off x="4730388" y="376496"/>
              <a:ext cx="381709" cy="170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solid"/>
              <a:headEnd type="none" w="med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0AC20A3-9C62-C828-8AAA-34041034714F}"/>
                </a:ext>
              </a:extLst>
            </p:cNvPr>
            <p:cNvCxnSpPr/>
            <p:nvPr/>
          </p:nvCxnSpPr>
          <p:spPr>
            <a:xfrm flipH="1">
              <a:off x="4726748" y="760033"/>
              <a:ext cx="385349" cy="828"/>
            </a:xfrm>
            <a:prstGeom prst="line">
              <a:avLst/>
            </a:prstGeom>
            <a:ln w="19050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headEnd type="none" w="med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93268D-C157-CEA3-20C1-8776E64ED1D4}"/>
              </a:ext>
            </a:extLst>
          </p:cNvPr>
          <p:cNvGrpSpPr/>
          <p:nvPr/>
        </p:nvGrpSpPr>
        <p:grpSpPr>
          <a:xfrm flipH="1" flipV="1">
            <a:off x="4045889" y="1225192"/>
            <a:ext cx="1552082" cy="305320"/>
            <a:chOff x="2030015" y="1528499"/>
            <a:chExt cx="382591" cy="388977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92DB02C-5B3E-23E6-2272-96859FC46972}"/>
                </a:ext>
              </a:extLst>
            </p:cNvPr>
            <p:cNvGrpSpPr/>
            <p:nvPr/>
          </p:nvGrpSpPr>
          <p:grpSpPr>
            <a:xfrm>
              <a:off x="2030015" y="1528499"/>
              <a:ext cx="382591" cy="388977"/>
              <a:chOff x="4729506" y="371058"/>
              <a:chExt cx="382591" cy="388977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244F8B7-8FDE-8678-157C-BC0608572188}"/>
                  </a:ext>
                </a:extLst>
              </p:cNvPr>
              <p:cNvSpPr/>
              <p:nvPr/>
            </p:nvSpPr>
            <p:spPr>
              <a:xfrm flipH="1">
                <a:off x="4729506" y="375637"/>
                <a:ext cx="380324" cy="38439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5875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A263EFD-0742-1108-5E61-06FFB28EFF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29508" y="759051"/>
                <a:ext cx="382589" cy="982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prstDash val="solid"/>
                <a:headEnd type="none" w="med" len="lg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D09929D8-7C88-3679-DF80-34B7BB32507C}"/>
                  </a:ext>
                </a:extLst>
              </p:cNvPr>
              <p:cNvCxnSpPr/>
              <p:nvPr/>
            </p:nvCxnSpPr>
            <p:spPr>
              <a:xfrm flipV="1">
                <a:off x="4729508" y="371058"/>
                <a:ext cx="0" cy="382582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prstDash val="solid"/>
                <a:headEnd type="none" w="med" len="lg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2A2BFF7-883F-BC7A-DFD7-AFEF2FCE255D}"/>
                </a:ext>
              </a:extLst>
            </p:cNvPr>
            <p:cNvCxnSpPr/>
            <p:nvPr/>
          </p:nvCxnSpPr>
          <p:spPr>
            <a:xfrm flipV="1">
              <a:off x="2411104" y="1531283"/>
              <a:ext cx="0" cy="38258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  <a:headEnd type="none" w="med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0293757-8F6F-CCB2-661B-156EB6B737CE}"/>
              </a:ext>
            </a:extLst>
          </p:cNvPr>
          <p:cNvCxnSpPr>
            <a:cxnSpLocks/>
          </p:cNvCxnSpPr>
          <p:nvPr/>
        </p:nvCxnSpPr>
        <p:spPr>
          <a:xfrm flipV="1">
            <a:off x="1727595" y="1527737"/>
            <a:ext cx="5411622" cy="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/>
              <p:nvPr/>
            </p:nvSpPr>
            <p:spPr>
              <a:xfrm>
                <a:off x="6887070" y="1580534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070" y="1580534"/>
                <a:ext cx="231602" cy="430887"/>
              </a:xfrm>
              <a:prstGeom prst="rect">
                <a:avLst/>
              </a:prstGeom>
              <a:blipFill>
                <a:blip r:embed="rId14"/>
                <a:stretch>
                  <a:fillRect l="-26316" r="-2105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45">
            <a:extLst>
              <a:ext uri="{FF2B5EF4-FFF2-40B4-BE49-F238E27FC236}">
                <a16:creationId xmlns:a16="http://schemas.microsoft.com/office/drawing/2014/main" id="{08921AB7-F7F3-9CAF-60FD-3962FE2D80C7}"/>
              </a:ext>
            </a:extLst>
          </p:cNvPr>
          <p:cNvSpPr>
            <a:spLocks noChangeAspect="1"/>
          </p:cNvSpPr>
          <p:nvPr/>
        </p:nvSpPr>
        <p:spPr>
          <a:xfrm>
            <a:off x="1693765" y="4052858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661B659-92EC-546B-992A-5A166BAE0CAC}"/>
              </a:ext>
            </a:extLst>
          </p:cNvPr>
          <p:cNvCxnSpPr>
            <a:cxnSpLocks/>
          </p:cNvCxnSpPr>
          <p:nvPr/>
        </p:nvCxnSpPr>
        <p:spPr>
          <a:xfrm>
            <a:off x="1738978" y="4096487"/>
            <a:ext cx="767456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31D17373-0A2E-2574-2C71-DF63C597D6FC}"/>
              </a:ext>
            </a:extLst>
          </p:cNvPr>
          <p:cNvSpPr>
            <a:spLocks noChangeAspect="1"/>
          </p:cNvSpPr>
          <p:nvPr/>
        </p:nvSpPr>
        <p:spPr>
          <a:xfrm>
            <a:off x="2464649" y="4331026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D9DD958-6C3B-047C-349C-CA5D4BEE9B18}"/>
              </a:ext>
            </a:extLst>
          </p:cNvPr>
          <p:cNvSpPr>
            <a:spLocks noChangeAspect="1"/>
          </p:cNvSpPr>
          <p:nvPr/>
        </p:nvSpPr>
        <p:spPr>
          <a:xfrm>
            <a:off x="5548954" y="4052858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F718C27-8D44-1C09-82FA-24312E98C5A7}"/>
              </a:ext>
            </a:extLst>
          </p:cNvPr>
          <p:cNvSpPr>
            <a:spLocks noChangeAspect="1"/>
          </p:cNvSpPr>
          <p:nvPr/>
        </p:nvSpPr>
        <p:spPr>
          <a:xfrm>
            <a:off x="4774221" y="4333535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D1D0754-2710-5D59-DC7B-000751EA5176}"/>
              </a:ext>
            </a:extLst>
          </p:cNvPr>
          <p:cNvSpPr>
            <a:spLocks noChangeAspect="1"/>
          </p:cNvSpPr>
          <p:nvPr/>
        </p:nvSpPr>
        <p:spPr>
          <a:xfrm>
            <a:off x="4018603" y="4331026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FF258DE-600D-4CEE-14AF-30CCB58EBA5C}"/>
              </a:ext>
            </a:extLst>
          </p:cNvPr>
          <p:cNvSpPr>
            <a:spLocks noChangeAspect="1"/>
          </p:cNvSpPr>
          <p:nvPr/>
        </p:nvSpPr>
        <p:spPr>
          <a:xfrm>
            <a:off x="3241963" y="4333685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FA026B4-FE4E-D478-BB6F-2294A4B0AC64}"/>
              </a:ext>
            </a:extLst>
          </p:cNvPr>
          <p:cNvCxnSpPr>
            <a:cxnSpLocks/>
          </p:cNvCxnSpPr>
          <p:nvPr/>
        </p:nvCxnSpPr>
        <p:spPr>
          <a:xfrm>
            <a:off x="5601767" y="4096487"/>
            <a:ext cx="756578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BD75B9E-CEBE-ECD2-D34E-3F04CF2C0330}"/>
              </a:ext>
            </a:extLst>
          </p:cNvPr>
          <p:cNvCxnSpPr>
            <a:cxnSpLocks/>
          </p:cNvCxnSpPr>
          <p:nvPr/>
        </p:nvCxnSpPr>
        <p:spPr>
          <a:xfrm>
            <a:off x="5592709" y="4948113"/>
            <a:ext cx="765636" cy="1473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75CABB38-C43C-80C6-9040-4A86FE1611C5}"/>
              </a:ext>
            </a:extLst>
          </p:cNvPr>
          <p:cNvSpPr>
            <a:spLocks noChangeAspect="1"/>
          </p:cNvSpPr>
          <p:nvPr/>
        </p:nvSpPr>
        <p:spPr>
          <a:xfrm>
            <a:off x="2457360" y="4623947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B7455BC-A6AD-A482-3F1E-37181A216499}"/>
              </a:ext>
            </a:extLst>
          </p:cNvPr>
          <p:cNvCxnSpPr>
            <a:cxnSpLocks/>
          </p:cNvCxnSpPr>
          <p:nvPr/>
        </p:nvCxnSpPr>
        <p:spPr>
          <a:xfrm>
            <a:off x="2502573" y="4667576"/>
            <a:ext cx="3095390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B0F51690-02BC-9F6A-C652-A5AA712BC81C}"/>
              </a:ext>
            </a:extLst>
          </p:cNvPr>
          <p:cNvSpPr>
            <a:spLocks noChangeAspect="1"/>
          </p:cNvSpPr>
          <p:nvPr/>
        </p:nvSpPr>
        <p:spPr>
          <a:xfrm>
            <a:off x="3228244" y="4621862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3977206-00B1-EC15-B613-16D59F078400}"/>
              </a:ext>
            </a:extLst>
          </p:cNvPr>
          <p:cNvSpPr>
            <a:spLocks noChangeAspect="1"/>
          </p:cNvSpPr>
          <p:nvPr/>
        </p:nvSpPr>
        <p:spPr>
          <a:xfrm>
            <a:off x="6312549" y="4623947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8B10D76-7D98-2808-A021-3879692504EC}"/>
              </a:ext>
            </a:extLst>
          </p:cNvPr>
          <p:cNvSpPr>
            <a:spLocks noChangeAspect="1"/>
          </p:cNvSpPr>
          <p:nvPr/>
        </p:nvSpPr>
        <p:spPr>
          <a:xfrm>
            <a:off x="5537816" y="4904624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B947379-65A4-316E-3408-20D0380D2717}"/>
              </a:ext>
            </a:extLst>
          </p:cNvPr>
          <p:cNvSpPr>
            <a:spLocks noChangeAspect="1"/>
          </p:cNvSpPr>
          <p:nvPr/>
        </p:nvSpPr>
        <p:spPr>
          <a:xfrm>
            <a:off x="4782198" y="4621862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AA411FC-34C4-37C6-E20D-DF11CEC9C3E6}"/>
              </a:ext>
            </a:extLst>
          </p:cNvPr>
          <p:cNvSpPr>
            <a:spLocks noChangeAspect="1"/>
          </p:cNvSpPr>
          <p:nvPr/>
        </p:nvSpPr>
        <p:spPr>
          <a:xfrm>
            <a:off x="4005558" y="4624521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4BE53D3-EAAA-2669-A07E-C143D5F0BB2E}"/>
              </a:ext>
            </a:extLst>
          </p:cNvPr>
          <p:cNvCxnSpPr>
            <a:cxnSpLocks/>
          </p:cNvCxnSpPr>
          <p:nvPr/>
        </p:nvCxnSpPr>
        <p:spPr>
          <a:xfrm>
            <a:off x="6365362" y="4667576"/>
            <a:ext cx="424042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E600F05-7BD6-32C4-AF66-BC97885D1A78}"/>
              </a:ext>
            </a:extLst>
          </p:cNvPr>
          <p:cNvCxnSpPr>
            <a:cxnSpLocks/>
          </p:cNvCxnSpPr>
          <p:nvPr/>
        </p:nvCxnSpPr>
        <p:spPr>
          <a:xfrm flipV="1">
            <a:off x="3283631" y="5523249"/>
            <a:ext cx="766927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26890244-EABC-2E08-5AAB-D33A1C3DD94B}"/>
              </a:ext>
            </a:extLst>
          </p:cNvPr>
          <p:cNvSpPr>
            <a:spLocks noChangeAspect="1"/>
          </p:cNvSpPr>
          <p:nvPr/>
        </p:nvSpPr>
        <p:spPr>
          <a:xfrm>
            <a:off x="2456560" y="5186121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5F82FCE-53E9-39F3-A8B9-823ED93274C2}"/>
              </a:ext>
            </a:extLst>
          </p:cNvPr>
          <p:cNvCxnSpPr>
            <a:cxnSpLocks/>
          </p:cNvCxnSpPr>
          <p:nvPr/>
        </p:nvCxnSpPr>
        <p:spPr>
          <a:xfrm>
            <a:off x="2501773" y="5229750"/>
            <a:ext cx="767456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B103932A-BB24-64D6-3711-94153819AA8D}"/>
              </a:ext>
            </a:extLst>
          </p:cNvPr>
          <p:cNvSpPr>
            <a:spLocks noChangeAspect="1"/>
          </p:cNvSpPr>
          <p:nvPr/>
        </p:nvSpPr>
        <p:spPr>
          <a:xfrm>
            <a:off x="3227444" y="5484837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328FFDF-4FDE-469D-2B05-3B2196592220}"/>
              </a:ext>
            </a:extLst>
          </p:cNvPr>
          <p:cNvSpPr>
            <a:spLocks noChangeAspect="1"/>
          </p:cNvSpPr>
          <p:nvPr/>
        </p:nvSpPr>
        <p:spPr>
          <a:xfrm>
            <a:off x="6311749" y="5186121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30D79FD-2EB9-B48B-7E5C-616DCB0EFD70}"/>
              </a:ext>
            </a:extLst>
          </p:cNvPr>
          <p:cNvSpPr>
            <a:spLocks noChangeAspect="1"/>
          </p:cNvSpPr>
          <p:nvPr/>
        </p:nvSpPr>
        <p:spPr>
          <a:xfrm>
            <a:off x="5537016" y="5487346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1882E75-2D0A-33B7-E6E9-4180DEEC79FC}"/>
              </a:ext>
            </a:extLst>
          </p:cNvPr>
          <p:cNvSpPr>
            <a:spLocks noChangeAspect="1"/>
          </p:cNvSpPr>
          <p:nvPr/>
        </p:nvSpPr>
        <p:spPr>
          <a:xfrm>
            <a:off x="4781398" y="5179250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07AA50C-95F7-D5C5-63A0-09D34960C888}"/>
              </a:ext>
            </a:extLst>
          </p:cNvPr>
          <p:cNvSpPr>
            <a:spLocks noChangeAspect="1"/>
          </p:cNvSpPr>
          <p:nvPr/>
        </p:nvSpPr>
        <p:spPr>
          <a:xfrm>
            <a:off x="4004758" y="5181909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CF93C33-8CF4-A02A-3CE7-CF65B75B716F}"/>
              </a:ext>
            </a:extLst>
          </p:cNvPr>
          <p:cNvCxnSpPr>
            <a:cxnSpLocks/>
          </p:cNvCxnSpPr>
          <p:nvPr/>
        </p:nvCxnSpPr>
        <p:spPr>
          <a:xfrm>
            <a:off x="6364562" y="5229750"/>
            <a:ext cx="424042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4758177-084B-BC44-AD31-D666766127B3}"/>
              </a:ext>
            </a:extLst>
          </p:cNvPr>
          <p:cNvGrpSpPr/>
          <p:nvPr/>
        </p:nvGrpSpPr>
        <p:grpSpPr>
          <a:xfrm>
            <a:off x="9994897" y="5473831"/>
            <a:ext cx="1387533" cy="706571"/>
            <a:chOff x="8671389" y="2234796"/>
            <a:chExt cx="1387533" cy="706571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83ECCD9-A27B-9F17-86D4-D324925A066F}"/>
                </a:ext>
              </a:extLst>
            </p:cNvPr>
            <p:cNvGrpSpPr/>
            <p:nvPr/>
          </p:nvGrpSpPr>
          <p:grpSpPr>
            <a:xfrm>
              <a:off x="8671389" y="2524609"/>
              <a:ext cx="1387533" cy="416758"/>
              <a:chOff x="869860" y="3953631"/>
              <a:chExt cx="8100002" cy="416758"/>
            </a:xfrm>
          </p:grpSpPr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E67D7004-07E7-4AB3-4956-41C4E5EF04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860" y="3953631"/>
                <a:ext cx="8100002" cy="0"/>
              </a:xfrm>
              <a:prstGeom prst="line">
                <a:avLst/>
              </a:prstGeom>
              <a:ln w="12700" cmpd="sng">
                <a:solidFill>
                  <a:schemeClr val="bg1">
                    <a:lumMod val="75000"/>
                  </a:schemeClr>
                </a:solidFill>
                <a:prstDash val="sysDash"/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71E6773F-B0CB-EB34-326E-2FA4FE4F01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9860" y="4370389"/>
                <a:ext cx="8100002" cy="0"/>
              </a:xfrm>
              <a:prstGeom prst="line">
                <a:avLst/>
              </a:prstGeom>
              <a:ln w="12700" cmpd="sng">
                <a:solidFill>
                  <a:schemeClr val="bg1">
                    <a:lumMod val="75000"/>
                  </a:schemeClr>
                </a:solidFill>
                <a:prstDash val="sysDash"/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F6CD96E-276C-9A95-1CDD-9B738AE29F01}"/>
                </a:ext>
              </a:extLst>
            </p:cNvPr>
            <p:cNvCxnSpPr>
              <a:cxnSpLocks/>
            </p:cNvCxnSpPr>
            <p:nvPr/>
          </p:nvCxnSpPr>
          <p:spPr>
            <a:xfrm>
              <a:off x="8671389" y="2234796"/>
              <a:ext cx="1387533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BC594E0-5C1D-CCC2-36E7-07BE046D01EE}"/>
              </a:ext>
            </a:extLst>
          </p:cNvPr>
          <p:cNvCxnSpPr>
            <a:cxnSpLocks/>
          </p:cNvCxnSpPr>
          <p:nvPr/>
        </p:nvCxnSpPr>
        <p:spPr>
          <a:xfrm flipV="1">
            <a:off x="4052050" y="5224250"/>
            <a:ext cx="1538035" cy="1705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F03449A-79A1-E19C-CF44-FB2A043C4546}"/>
              </a:ext>
            </a:extLst>
          </p:cNvPr>
          <p:cNvCxnSpPr>
            <a:cxnSpLocks/>
          </p:cNvCxnSpPr>
          <p:nvPr/>
        </p:nvCxnSpPr>
        <p:spPr>
          <a:xfrm>
            <a:off x="5582465" y="5528866"/>
            <a:ext cx="780213" cy="971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03303CF6-B4C2-A8D5-925C-82EEBF85B5B6}"/>
                  </a:ext>
                </a:extLst>
              </p:cNvPr>
              <p:cNvSpPr txBox="1"/>
              <p:nvPr/>
            </p:nvSpPr>
            <p:spPr>
              <a:xfrm>
                <a:off x="6946542" y="4247252"/>
                <a:ext cx="18113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03303CF6-B4C2-A8D5-925C-82EEBF85B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542" y="4247252"/>
                <a:ext cx="181139" cy="276999"/>
              </a:xfrm>
              <a:prstGeom prst="rect">
                <a:avLst/>
              </a:prstGeom>
              <a:blipFill>
                <a:blip r:embed="rId15"/>
                <a:stretch>
                  <a:fillRect l="-33333" r="-26667" b="-434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19C639D-D6B8-3F77-308A-DE5C5B7AFD59}"/>
                  </a:ext>
                </a:extLst>
              </p:cNvPr>
              <p:cNvSpPr txBox="1"/>
              <p:nvPr/>
            </p:nvSpPr>
            <p:spPr>
              <a:xfrm>
                <a:off x="6949357" y="3961261"/>
                <a:ext cx="18114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19C639D-D6B8-3F77-308A-DE5C5B7AF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57" y="3961261"/>
                <a:ext cx="181140" cy="276999"/>
              </a:xfrm>
              <a:prstGeom prst="rect">
                <a:avLst/>
              </a:prstGeom>
              <a:blipFill>
                <a:blip r:embed="rId16"/>
                <a:stretch>
                  <a:fillRect l="-33333" r="-26667" b="-909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/>
              <p:nvPr/>
            </p:nvSpPr>
            <p:spPr>
              <a:xfrm>
                <a:off x="2987297" y="2365677"/>
                <a:ext cx="575734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297" y="2365677"/>
                <a:ext cx="575734" cy="921021"/>
              </a:xfrm>
              <a:prstGeom prst="rect">
                <a:avLst/>
              </a:prstGeom>
              <a:blipFill>
                <a:blip r:embed="rId1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/>
              <p:nvPr/>
            </p:nvSpPr>
            <p:spPr>
              <a:xfrm>
                <a:off x="3760347" y="2365677"/>
                <a:ext cx="575735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347" y="2365677"/>
                <a:ext cx="575735" cy="921021"/>
              </a:xfrm>
              <a:prstGeom prst="rect">
                <a:avLst/>
              </a:prstGeom>
              <a:blipFill>
                <a:blip r:embed="rId18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/>
              <p:nvPr/>
            </p:nvSpPr>
            <p:spPr>
              <a:xfrm>
                <a:off x="4528125" y="2365677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125" y="2365677"/>
                <a:ext cx="608821" cy="923330"/>
              </a:xfrm>
              <a:prstGeom prst="rect">
                <a:avLst/>
              </a:prstGeom>
              <a:blipFill>
                <a:blip r:embed="rId19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/>
              <p:nvPr/>
            </p:nvSpPr>
            <p:spPr>
              <a:xfrm>
                <a:off x="5292798" y="2365677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798" y="2365677"/>
                <a:ext cx="608821" cy="923330"/>
              </a:xfrm>
              <a:prstGeom prst="rect">
                <a:avLst/>
              </a:prstGeom>
              <a:blipFill>
                <a:blip r:embed="rId20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/>
              <p:nvPr/>
            </p:nvSpPr>
            <p:spPr>
              <a:xfrm>
                <a:off x="6060970" y="2365677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970" y="2365677"/>
                <a:ext cx="608821" cy="923330"/>
              </a:xfrm>
              <a:prstGeom prst="rect">
                <a:avLst/>
              </a:prstGeom>
              <a:blipFill>
                <a:blip r:embed="rId21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30EF08-FAC1-46B0-EFF0-82297BC07C44}"/>
              </a:ext>
            </a:extLst>
          </p:cNvPr>
          <p:cNvCxnSpPr>
            <a:cxnSpLocks/>
          </p:cNvCxnSpPr>
          <p:nvPr/>
        </p:nvCxnSpPr>
        <p:spPr>
          <a:xfrm flipV="1">
            <a:off x="2792418" y="28207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68491-97D1-CDF5-FF25-1972BFDC054C}"/>
              </a:ext>
            </a:extLst>
          </p:cNvPr>
          <p:cNvCxnSpPr>
            <a:cxnSpLocks/>
          </p:cNvCxnSpPr>
          <p:nvPr/>
        </p:nvCxnSpPr>
        <p:spPr>
          <a:xfrm flipV="1">
            <a:off x="3565673" y="28207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36536C-29A9-4DEE-D35D-8C8713C46482}"/>
              </a:ext>
            </a:extLst>
          </p:cNvPr>
          <p:cNvCxnSpPr>
            <a:cxnSpLocks/>
          </p:cNvCxnSpPr>
          <p:nvPr/>
        </p:nvCxnSpPr>
        <p:spPr>
          <a:xfrm flipV="1">
            <a:off x="4344873" y="28207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95573B-71A0-5EBF-04A0-A430B8C52681}"/>
              </a:ext>
            </a:extLst>
          </p:cNvPr>
          <p:cNvCxnSpPr>
            <a:cxnSpLocks/>
          </p:cNvCxnSpPr>
          <p:nvPr/>
        </p:nvCxnSpPr>
        <p:spPr>
          <a:xfrm flipV="1">
            <a:off x="5113584" y="28207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2557DE-8097-E652-BF95-9A70274C7A8C}"/>
              </a:ext>
            </a:extLst>
          </p:cNvPr>
          <p:cNvCxnSpPr>
            <a:cxnSpLocks/>
          </p:cNvCxnSpPr>
          <p:nvPr/>
        </p:nvCxnSpPr>
        <p:spPr>
          <a:xfrm flipV="1">
            <a:off x="5880352" y="28207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/>
              <p:nvPr/>
            </p:nvSpPr>
            <p:spPr>
              <a:xfrm>
                <a:off x="725291" y="2340351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91" y="2340351"/>
                <a:ext cx="317779" cy="338554"/>
              </a:xfrm>
              <a:prstGeom prst="rect">
                <a:avLst/>
              </a:prstGeom>
              <a:blipFill>
                <a:blip r:embed="rId23"/>
                <a:stretch>
                  <a:fillRect l="-11538" r="-7692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/>
              <p:nvPr/>
            </p:nvSpPr>
            <p:spPr>
              <a:xfrm>
                <a:off x="725774" y="2631931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74" y="2631931"/>
                <a:ext cx="324320" cy="338554"/>
              </a:xfrm>
              <a:prstGeom prst="rect">
                <a:avLst/>
              </a:prstGeom>
              <a:blipFill>
                <a:blip r:embed="rId24"/>
                <a:stretch>
                  <a:fillRect l="-11538" r="-7692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/>
              <p:nvPr/>
            </p:nvSpPr>
            <p:spPr>
              <a:xfrm>
                <a:off x="725328" y="2934978"/>
                <a:ext cx="284886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28" y="2934978"/>
                <a:ext cx="284886" cy="338554"/>
              </a:xfrm>
              <a:prstGeom prst="rect">
                <a:avLst/>
              </a:prstGeom>
              <a:blipFill>
                <a:blip r:embed="rId25"/>
                <a:stretch>
                  <a:fillRect l="-13043" r="-8696" b="-2142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D61D8DD-0EAD-99BC-85A5-0D10FB7888B1}"/>
                  </a:ext>
                </a:extLst>
              </p:cNvPr>
              <p:cNvSpPr txBox="1"/>
              <p:nvPr/>
            </p:nvSpPr>
            <p:spPr>
              <a:xfrm>
                <a:off x="754236" y="2099540"/>
                <a:ext cx="1688154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RU">
                    <a:latin typeface="+mj-lt"/>
                  </a:rPr>
                  <a:t>State Trajectory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RU" dirty="0">
                    <a:latin typeface="+mj-lt"/>
                  </a:rPr>
                  <a:t>:</a:t>
                </a: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D61D8DD-0EAD-99BC-85A5-0D10FB788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236" y="2099540"/>
                <a:ext cx="1688154" cy="276999"/>
              </a:xfrm>
              <a:prstGeom prst="rect">
                <a:avLst/>
              </a:prstGeom>
              <a:blipFill>
                <a:blip r:embed="rId26"/>
                <a:stretch>
                  <a:fillRect l="-8664" t="-45652" r="-17329" b="-5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952F3BD-7018-8E4A-B1CD-5BD2EFF841C7}"/>
              </a:ext>
            </a:extLst>
          </p:cNvPr>
          <p:cNvCxnSpPr>
            <a:cxnSpLocks/>
          </p:cNvCxnSpPr>
          <p:nvPr/>
        </p:nvCxnSpPr>
        <p:spPr>
          <a:xfrm>
            <a:off x="717460" y="33702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4D7EA3E-0F16-7C45-BE0C-2229BEE92AE9}"/>
              </a:ext>
            </a:extLst>
          </p:cNvPr>
          <p:cNvCxnSpPr>
            <a:cxnSpLocks/>
          </p:cNvCxnSpPr>
          <p:nvPr/>
        </p:nvCxnSpPr>
        <p:spPr>
          <a:xfrm>
            <a:off x="717460" y="63251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D77B7D2C-DDE5-E3F8-0822-C6ACF508FF33}"/>
              </a:ext>
            </a:extLst>
          </p:cNvPr>
          <p:cNvSpPr txBox="1"/>
          <p:nvPr/>
        </p:nvSpPr>
        <p:spPr>
          <a:xfrm>
            <a:off x="745543" y="353202"/>
            <a:ext cx="1114088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dirty="0">
                <a:latin typeface="+mj-lt"/>
              </a:rPr>
              <a:t>Schedule: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DF85489-EC74-B3CB-8841-C10C15DE173E}"/>
                  </a:ext>
                </a:extLst>
              </p:cNvPr>
              <p:cNvSpPr txBox="1"/>
              <p:nvPr/>
            </p:nvSpPr>
            <p:spPr>
              <a:xfrm>
                <a:off x="747424" y="3769312"/>
                <a:ext cx="321716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RU" dirty="0">
                    <a:latin typeface="+mj-lt"/>
                  </a:rPr>
                  <a:t>Characteristic functions for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RU" dirty="0">
                    <a:latin typeface="+mj-lt"/>
                  </a:rPr>
                  <a:t>:</a:t>
                </a: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DF85489-EC74-B3CB-8841-C10C15DE1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24" y="3769312"/>
                <a:ext cx="3217163" cy="276999"/>
              </a:xfrm>
              <a:prstGeom prst="rect">
                <a:avLst/>
              </a:prstGeom>
              <a:blipFill>
                <a:blip r:embed="rId27"/>
                <a:stretch>
                  <a:fillRect l="-4743" t="-26087" r="-3953" b="-52174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6790B5F-AC19-190D-97CB-1F2B574904B0}"/>
              </a:ext>
            </a:extLst>
          </p:cNvPr>
          <p:cNvSpPr/>
          <p:nvPr/>
        </p:nvSpPr>
        <p:spPr>
          <a:xfrm>
            <a:off x="3005072" y="2383558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FF58150B-053E-0592-3AD1-7475C5746B35}"/>
              </a:ext>
            </a:extLst>
          </p:cNvPr>
          <p:cNvSpPr/>
          <p:nvPr/>
        </p:nvSpPr>
        <p:spPr>
          <a:xfrm>
            <a:off x="3774681" y="2384620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D4A2FE7C-8DA0-30D2-9F3F-BBC09FCAC147}"/>
              </a:ext>
            </a:extLst>
          </p:cNvPr>
          <p:cNvSpPr/>
          <p:nvPr/>
        </p:nvSpPr>
        <p:spPr>
          <a:xfrm>
            <a:off x="4563369" y="2384620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88D53E86-2F7D-C3D2-392E-66928FCFB802}"/>
              </a:ext>
            </a:extLst>
          </p:cNvPr>
          <p:cNvSpPr/>
          <p:nvPr/>
        </p:nvSpPr>
        <p:spPr>
          <a:xfrm>
            <a:off x="5326304" y="2385512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253FC0A7-6A6F-00DC-7650-68AC75C06BAF}"/>
              </a:ext>
            </a:extLst>
          </p:cNvPr>
          <p:cNvSpPr/>
          <p:nvPr/>
        </p:nvSpPr>
        <p:spPr>
          <a:xfrm>
            <a:off x="6086928" y="2386444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D1FC04CA-13D6-C3B6-747A-548EFFA5A497}"/>
              </a:ext>
            </a:extLst>
          </p:cNvPr>
          <p:cNvGrpSpPr/>
          <p:nvPr/>
        </p:nvGrpSpPr>
        <p:grpSpPr>
          <a:xfrm>
            <a:off x="3281054" y="622466"/>
            <a:ext cx="769021" cy="305442"/>
            <a:chOff x="1256957" y="371058"/>
            <a:chExt cx="1540874" cy="389802"/>
          </a:xfrm>
          <a:solidFill>
            <a:schemeClr val="bg1"/>
          </a:solidFill>
        </p:grpSpPr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925F3E50-FD12-F1EA-7E3E-142DA01784FA}"/>
                </a:ext>
              </a:extLst>
            </p:cNvPr>
            <p:cNvSpPr/>
            <p:nvPr/>
          </p:nvSpPr>
          <p:spPr>
            <a:xfrm flipH="1">
              <a:off x="1259714" y="378198"/>
              <a:ext cx="1538116" cy="381835"/>
            </a:xfrm>
            <a:prstGeom prst="rect">
              <a:avLst/>
            </a:prstGeom>
            <a:grpFill/>
            <a:ln w="19050" cmpd="sng">
              <a:solidFill>
                <a:schemeClr val="tx1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242ECFCD-85E1-DFD3-F19F-EA9B499B0722}"/>
                </a:ext>
              </a:extLst>
            </p:cNvPr>
            <p:cNvCxnSpPr/>
            <p:nvPr/>
          </p:nvCxnSpPr>
          <p:spPr>
            <a:xfrm flipV="1">
              <a:off x="1256957" y="371058"/>
              <a:ext cx="2760" cy="382582"/>
            </a:xfrm>
            <a:prstGeom prst="line">
              <a:avLst/>
            </a:prstGeom>
            <a:grpFill/>
            <a:ln w="15875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D284931B-4963-7996-C405-28B8E6EE1BB3}"/>
                </a:ext>
              </a:extLst>
            </p:cNvPr>
            <p:cNvCxnSpPr/>
            <p:nvPr/>
          </p:nvCxnSpPr>
          <p:spPr>
            <a:xfrm>
              <a:off x="2795071" y="378278"/>
              <a:ext cx="2760" cy="382582"/>
            </a:xfrm>
            <a:prstGeom prst="line">
              <a:avLst/>
            </a:prstGeom>
            <a:grpFill/>
            <a:ln w="15875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2965A76-7FAD-D78B-696E-6B607499F6BC}"/>
              </a:ext>
            </a:extLst>
          </p:cNvPr>
          <p:cNvGrpSpPr/>
          <p:nvPr/>
        </p:nvGrpSpPr>
        <p:grpSpPr>
          <a:xfrm>
            <a:off x="3280997" y="925331"/>
            <a:ext cx="1548338" cy="304196"/>
            <a:chOff x="1256957" y="371058"/>
            <a:chExt cx="1540874" cy="389802"/>
          </a:xfrm>
          <a:solidFill>
            <a:schemeClr val="bg1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FA86FC-BD26-1D0B-F38F-C39E02C45DE5}"/>
                </a:ext>
              </a:extLst>
            </p:cNvPr>
            <p:cNvSpPr/>
            <p:nvPr/>
          </p:nvSpPr>
          <p:spPr>
            <a:xfrm flipH="1">
              <a:off x="1259714" y="378198"/>
              <a:ext cx="1538116" cy="381835"/>
            </a:xfrm>
            <a:prstGeom prst="rect">
              <a:avLst/>
            </a:prstGeom>
            <a:grpFill/>
            <a:ln w="19050" cmpd="sng">
              <a:solidFill>
                <a:schemeClr val="tx1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C56DB36-B512-E63F-A252-7F9DB7A47E0B}"/>
                </a:ext>
              </a:extLst>
            </p:cNvPr>
            <p:cNvCxnSpPr/>
            <p:nvPr/>
          </p:nvCxnSpPr>
          <p:spPr>
            <a:xfrm flipV="1">
              <a:off x="1256957" y="371058"/>
              <a:ext cx="2760" cy="382582"/>
            </a:xfrm>
            <a:prstGeom prst="line">
              <a:avLst/>
            </a:prstGeom>
            <a:grpFill/>
            <a:ln w="15875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ECC6EC0-BA1D-3AE7-A0DE-37A7E597F1F0}"/>
                </a:ext>
              </a:extLst>
            </p:cNvPr>
            <p:cNvCxnSpPr/>
            <p:nvPr/>
          </p:nvCxnSpPr>
          <p:spPr>
            <a:xfrm>
              <a:off x="2795071" y="378278"/>
              <a:ext cx="2760" cy="382582"/>
            </a:xfrm>
            <a:prstGeom prst="line">
              <a:avLst/>
            </a:prstGeom>
            <a:grpFill/>
            <a:ln w="15875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50A88745-64F9-EEB2-DEDF-6B3AABAFF8E6}"/>
              </a:ext>
            </a:extLst>
          </p:cNvPr>
          <p:cNvSpPr/>
          <p:nvPr/>
        </p:nvSpPr>
        <p:spPr>
          <a:xfrm>
            <a:off x="1458385" y="2391229"/>
            <a:ext cx="539642" cy="8906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/>
              <p:nvPr/>
            </p:nvSpPr>
            <p:spPr>
              <a:xfrm>
                <a:off x="1447412" y="2369983"/>
                <a:ext cx="575735" cy="9210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412" y="2369983"/>
                <a:ext cx="575735" cy="92102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E20D56B1-204C-8957-A5A9-5CAAC76E04EF}"/>
              </a:ext>
            </a:extLst>
          </p:cNvPr>
          <p:cNvCxnSpPr>
            <a:cxnSpLocks/>
          </p:cNvCxnSpPr>
          <p:nvPr/>
        </p:nvCxnSpPr>
        <p:spPr>
          <a:xfrm flipV="1">
            <a:off x="2020479" y="2814152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A0BFA56E-8F1E-E923-7F77-7095FFCDE3D3}"/>
                  </a:ext>
                </a:extLst>
              </p:cNvPr>
              <p:cNvSpPr txBox="1"/>
              <p:nvPr/>
            </p:nvSpPr>
            <p:spPr>
              <a:xfrm>
                <a:off x="2139357" y="3305171"/>
                <a:ext cx="70006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RU" b="1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A0BFA56E-8F1E-E923-7F77-7095FFCDE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357" y="3305171"/>
                <a:ext cx="700063" cy="276999"/>
              </a:xfrm>
              <a:prstGeom prst="rect">
                <a:avLst/>
              </a:prstGeom>
              <a:blipFill>
                <a:blip r:embed="rId3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91700FA1-63A0-6043-EB4A-114AE1BEC45D}"/>
                  </a:ext>
                </a:extLst>
              </p:cNvPr>
              <p:cNvSpPr txBox="1"/>
              <p:nvPr/>
            </p:nvSpPr>
            <p:spPr>
              <a:xfrm>
                <a:off x="2918725" y="3305171"/>
                <a:ext cx="70006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RU" b="1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91700FA1-63A0-6043-EB4A-114AE1BEC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725" y="3305171"/>
                <a:ext cx="700063" cy="276999"/>
              </a:xfrm>
              <a:prstGeom prst="rect">
                <a:avLst/>
              </a:prstGeom>
              <a:blipFill>
                <a:blip r:embed="rId31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D0D27EBE-2D86-829C-84E5-03F1CFCF5428}"/>
                  </a:ext>
                </a:extLst>
              </p:cNvPr>
              <p:cNvSpPr txBox="1"/>
              <p:nvPr/>
            </p:nvSpPr>
            <p:spPr>
              <a:xfrm>
                <a:off x="3693324" y="3305171"/>
                <a:ext cx="70006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RU" b="1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D0D27EBE-2D86-829C-84E5-03F1CFCF5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324" y="3305171"/>
                <a:ext cx="700063" cy="276999"/>
              </a:xfrm>
              <a:prstGeom prst="rect">
                <a:avLst/>
              </a:prstGeom>
              <a:blipFill>
                <a:blip r:embed="rId3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89A2F1D6-C943-8B6C-E6CF-3CB9C0F18EEA}"/>
                  </a:ext>
                </a:extLst>
              </p:cNvPr>
              <p:cNvSpPr txBox="1"/>
              <p:nvPr/>
            </p:nvSpPr>
            <p:spPr>
              <a:xfrm>
                <a:off x="4453775" y="3305171"/>
                <a:ext cx="70006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n-RU" b="1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89A2F1D6-C943-8B6C-E6CF-3CB9C0F18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775" y="3305171"/>
                <a:ext cx="700063" cy="276999"/>
              </a:xfrm>
              <a:prstGeom prst="rect">
                <a:avLst/>
              </a:prstGeom>
              <a:blipFill>
                <a:blip r:embed="rId3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E361E91E-336A-1B15-7C67-5A06B2E588BE}"/>
                  </a:ext>
                </a:extLst>
              </p:cNvPr>
              <p:cNvSpPr txBox="1"/>
              <p:nvPr/>
            </p:nvSpPr>
            <p:spPr>
              <a:xfrm>
                <a:off x="5216876" y="3305171"/>
                <a:ext cx="70006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</m:oMath>
                  </m:oMathPara>
                </a14:m>
                <a:endParaRPr lang="en-RU" b="1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E361E91E-336A-1B15-7C67-5A06B2E58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876" y="3305171"/>
                <a:ext cx="700063" cy="276999"/>
              </a:xfrm>
              <a:prstGeom prst="rect">
                <a:avLst/>
              </a:prstGeom>
              <a:blipFill>
                <a:blip r:embed="rId34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DB48DA8B-ED9C-F6B4-61AA-A9DB40F21DE6}"/>
                  </a:ext>
                </a:extLst>
              </p:cNvPr>
              <p:cNvSpPr txBox="1"/>
              <p:nvPr/>
            </p:nvSpPr>
            <p:spPr>
              <a:xfrm>
                <a:off x="6035210" y="3305171"/>
                <a:ext cx="70006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</m:oMath>
                  </m:oMathPara>
                </a14:m>
                <a:endParaRPr lang="en-RU" b="1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DB48DA8B-ED9C-F6B4-61AA-A9DB40F21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210" y="3305171"/>
                <a:ext cx="700063" cy="276999"/>
              </a:xfrm>
              <a:prstGeom prst="rect">
                <a:avLst/>
              </a:prstGeom>
              <a:blipFill>
                <a:blip r:embed="rId3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/>
              <p:nvPr/>
            </p:nvSpPr>
            <p:spPr>
              <a:xfrm>
                <a:off x="1633684" y="1615107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684" y="1615107"/>
                <a:ext cx="200376" cy="307777"/>
              </a:xfrm>
              <a:prstGeom prst="rect">
                <a:avLst/>
              </a:prstGeom>
              <a:blipFill>
                <a:blip r:embed="rId36"/>
                <a:stretch>
                  <a:fillRect l="-23529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Oval 165">
            <a:extLst>
              <a:ext uri="{FF2B5EF4-FFF2-40B4-BE49-F238E27FC236}">
                <a16:creationId xmlns:a16="http://schemas.microsoft.com/office/drawing/2014/main" id="{3A5243BA-AF74-4B6D-0579-EE1A0C3F7800}"/>
              </a:ext>
            </a:extLst>
          </p:cNvPr>
          <p:cNvSpPr>
            <a:spLocks noChangeAspect="1"/>
          </p:cNvSpPr>
          <p:nvPr/>
        </p:nvSpPr>
        <p:spPr>
          <a:xfrm>
            <a:off x="6325803" y="4339026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F9386D8F-5AF3-143C-25B8-6B10F93C2EAE}"/>
              </a:ext>
            </a:extLst>
          </p:cNvPr>
          <p:cNvCxnSpPr>
            <a:cxnSpLocks/>
          </p:cNvCxnSpPr>
          <p:nvPr/>
        </p:nvCxnSpPr>
        <p:spPr>
          <a:xfrm>
            <a:off x="6378616" y="4382655"/>
            <a:ext cx="424042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7705B8C0-14E7-783E-601E-1D10153F666E}"/>
              </a:ext>
            </a:extLst>
          </p:cNvPr>
          <p:cNvSpPr>
            <a:spLocks noChangeAspect="1"/>
          </p:cNvSpPr>
          <p:nvPr/>
        </p:nvSpPr>
        <p:spPr>
          <a:xfrm>
            <a:off x="1687141" y="4910935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562FEB08-4600-979D-0BD6-96B6098B8B31}"/>
              </a:ext>
            </a:extLst>
          </p:cNvPr>
          <p:cNvCxnSpPr>
            <a:cxnSpLocks/>
          </p:cNvCxnSpPr>
          <p:nvPr/>
        </p:nvCxnSpPr>
        <p:spPr>
          <a:xfrm>
            <a:off x="1732354" y="4954564"/>
            <a:ext cx="767456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Oval 169">
            <a:extLst>
              <a:ext uri="{FF2B5EF4-FFF2-40B4-BE49-F238E27FC236}">
                <a16:creationId xmlns:a16="http://schemas.microsoft.com/office/drawing/2014/main" id="{DA9F8063-B406-C05D-7608-0C81703433AC}"/>
              </a:ext>
            </a:extLst>
          </p:cNvPr>
          <p:cNvSpPr>
            <a:spLocks noChangeAspect="1"/>
          </p:cNvSpPr>
          <p:nvPr/>
        </p:nvSpPr>
        <p:spPr>
          <a:xfrm>
            <a:off x="1690456" y="5480778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D1869FCB-1B23-F103-7F60-62258D72C5AB}"/>
              </a:ext>
            </a:extLst>
          </p:cNvPr>
          <p:cNvCxnSpPr>
            <a:cxnSpLocks/>
          </p:cNvCxnSpPr>
          <p:nvPr/>
        </p:nvCxnSpPr>
        <p:spPr>
          <a:xfrm>
            <a:off x="1735669" y="5524407"/>
            <a:ext cx="767456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/>
              <p:nvPr/>
            </p:nvSpPr>
            <p:spPr>
              <a:xfrm>
                <a:off x="2217271" y="2374926"/>
                <a:ext cx="575734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271" y="2374926"/>
                <a:ext cx="575734" cy="921021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6683B8D-C3F4-CEAC-997F-6CE0881B7A37}"/>
              </a:ext>
            </a:extLst>
          </p:cNvPr>
          <p:cNvSpPr/>
          <p:nvPr/>
        </p:nvSpPr>
        <p:spPr>
          <a:xfrm>
            <a:off x="2235046" y="2392807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1566969-361B-44B8-A22D-4E71199B88C8}"/>
              </a:ext>
            </a:extLst>
          </p:cNvPr>
          <p:cNvCxnSpPr>
            <a:cxnSpLocks/>
          </p:cNvCxnSpPr>
          <p:nvPr/>
        </p:nvCxnSpPr>
        <p:spPr>
          <a:xfrm>
            <a:off x="719135" y="267906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418E584-5CF8-0BAD-F74D-6DB425936823}"/>
              </a:ext>
            </a:extLst>
          </p:cNvPr>
          <p:cNvCxnSpPr>
            <a:cxnSpLocks/>
          </p:cNvCxnSpPr>
          <p:nvPr/>
        </p:nvCxnSpPr>
        <p:spPr>
          <a:xfrm>
            <a:off x="720810" y="297213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226F49-A212-DBB2-E11D-5BB337DBAD2F}"/>
                  </a:ext>
                </a:extLst>
              </p:cNvPr>
              <p:cNvSpPr txBox="1"/>
              <p:nvPr/>
            </p:nvSpPr>
            <p:spPr>
              <a:xfrm>
                <a:off x="1380078" y="3307678"/>
                <a:ext cx="70006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n-RU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226F49-A212-DBB2-E11D-5BB337DBA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078" y="3307678"/>
                <a:ext cx="700063" cy="276999"/>
              </a:xfrm>
              <a:prstGeom prst="rect">
                <a:avLst/>
              </a:prstGeom>
              <a:blipFill>
                <a:blip r:embed="rId3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863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5A6B40FF-5188-D1B7-1699-292BAF6A6AE5}"/>
              </a:ext>
            </a:extLst>
          </p:cNvPr>
          <p:cNvCxnSpPr>
            <a:cxnSpLocks/>
          </p:cNvCxnSpPr>
          <p:nvPr/>
        </p:nvCxnSpPr>
        <p:spPr>
          <a:xfrm>
            <a:off x="748320" y="164614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30CB8D44-E538-4208-7022-599BD041538E}"/>
              </a:ext>
            </a:extLst>
          </p:cNvPr>
          <p:cNvCxnSpPr>
            <a:cxnSpLocks/>
          </p:cNvCxnSpPr>
          <p:nvPr/>
        </p:nvCxnSpPr>
        <p:spPr>
          <a:xfrm>
            <a:off x="727666" y="463764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68491-97D1-CDF5-FF25-1972BFDC054C}"/>
              </a:ext>
            </a:extLst>
          </p:cNvPr>
          <p:cNvCxnSpPr>
            <a:cxnSpLocks/>
          </p:cNvCxnSpPr>
          <p:nvPr/>
        </p:nvCxnSpPr>
        <p:spPr>
          <a:xfrm flipV="1">
            <a:off x="3565673" y="2684542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0E6CB212-C209-E5D6-1418-680213222407}"/>
              </a:ext>
            </a:extLst>
          </p:cNvPr>
          <p:cNvCxnSpPr>
            <a:cxnSpLocks/>
          </p:cNvCxnSpPr>
          <p:nvPr/>
        </p:nvCxnSpPr>
        <p:spPr>
          <a:xfrm>
            <a:off x="1719750" y="1688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89321C1B-08E9-682A-AAE0-4A4CB64CC521}"/>
              </a:ext>
            </a:extLst>
          </p:cNvPr>
          <p:cNvCxnSpPr>
            <a:cxnSpLocks/>
          </p:cNvCxnSpPr>
          <p:nvPr/>
        </p:nvCxnSpPr>
        <p:spPr>
          <a:xfrm>
            <a:off x="4803225" y="3742789"/>
            <a:ext cx="11279" cy="2485320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/>
              <p:nvPr/>
            </p:nvSpPr>
            <p:spPr>
              <a:xfrm>
                <a:off x="8163632" y="1631941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632" y="1631941"/>
                <a:ext cx="231602" cy="430887"/>
              </a:xfrm>
              <a:prstGeom prst="rect">
                <a:avLst/>
              </a:prstGeom>
              <a:blipFill>
                <a:blip r:embed="rId2"/>
                <a:stretch>
                  <a:fillRect l="-26316" r="-2631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9EBCBE8-005B-28CD-9D8A-C1AE79FACA62}"/>
              </a:ext>
            </a:extLst>
          </p:cNvPr>
          <p:cNvCxnSpPr>
            <a:cxnSpLocks/>
          </p:cNvCxnSpPr>
          <p:nvPr/>
        </p:nvCxnSpPr>
        <p:spPr>
          <a:xfrm>
            <a:off x="719135" y="195205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1F5B48-D80D-4159-2E3A-3C7BF215AC3F}"/>
              </a:ext>
            </a:extLst>
          </p:cNvPr>
          <p:cNvCxnSpPr>
            <a:cxnSpLocks/>
          </p:cNvCxnSpPr>
          <p:nvPr/>
        </p:nvCxnSpPr>
        <p:spPr>
          <a:xfrm>
            <a:off x="722488" y="284375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B9CE83-AF4A-A1C7-71D4-804A4033887B}"/>
              </a:ext>
            </a:extLst>
          </p:cNvPr>
          <p:cNvCxnSpPr>
            <a:cxnSpLocks/>
          </p:cNvCxnSpPr>
          <p:nvPr/>
        </p:nvCxnSpPr>
        <p:spPr>
          <a:xfrm>
            <a:off x="739789" y="46538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DA07DCF-6404-4564-D3B9-3DD289361CBC}"/>
              </a:ext>
            </a:extLst>
          </p:cNvPr>
          <p:cNvCxnSpPr>
            <a:cxnSpLocks/>
          </p:cNvCxnSpPr>
          <p:nvPr/>
        </p:nvCxnSpPr>
        <p:spPr>
          <a:xfrm>
            <a:off x="739789" y="76087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EC11959-4536-9B07-F109-41B3F2AE9C75}"/>
              </a:ext>
            </a:extLst>
          </p:cNvPr>
          <p:cNvCxnSpPr>
            <a:cxnSpLocks/>
          </p:cNvCxnSpPr>
          <p:nvPr/>
        </p:nvCxnSpPr>
        <p:spPr>
          <a:xfrm>
            <a:off x="741464" y="105395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850D1DF-D5F8-8E88-D14E-00EA7CCC4B63}"/>
              </a:ext>
            </a:extLst>
          </p:cNvPr>
          <p:cNvCxnSpPr>
            <a:cxnSpLocks/>
          </p:cNvCxnSpPr>
          <p:nvPr/>
        </p:nvCxnSpPr>
        <p:spPr>
          <a:xfrm>
            <a:off x="743142" y="135707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cxnSpLocks/>
          </p:cNvCxnSpPr>
          <p:nvPr/>
        </p:nvCxnSpPr>
        <p:spPr>
          <a:xfrm>
            <a:off x="1077652" y="174901"/>
            <a:ext cx="10731" cy="6562716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cxnSpLocks/>
          </p:cNvCxnSpPr>
          <p:nvPr/>
        </p:nvCxnSpPr>
        <p:spPr>
          <a:xfrm flipH="1">
            <a:off x="1723712" y="760657"/>
            <a:ext cx="0" cy="2515943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cxnSpLocks/>
          </p:cNvCxnSpPr>
          <p:nvPr/>
        </p:nvCxnSpPr>
        <p:spPr>
          <a:xfrm>
            <a:off x="2500033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cxnSpLocks/>
          </p:cNvCxnSpPr>
          <p:nvPr/>
        </p:nvCxnSpPr>
        <p:spPr>
          <a:xfrm flipH="1">
            <a:off x="3269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cxnSpLocks/>
          </p:cNvCxnSpPr>
          <p:nvPr/>
        </p:nvCxnSpPr>
        <p:spPr>
          <a:xfrm>
            <a:off x="4054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cxnSpLocks/>
          </p:cNvCxnSpPr>
          <p:nvPr/>
        </p:nvCxnSpPr>
        <p:spPr>
          <a:xfrm flipH="1">
            <a:off x="4806774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cxnSpLocks/>
          </p:cNvCxnSpPr>
          <p:nvPr/>
        </p:nvCxnSpPr>
        <p:spPr>
          <a:xfrm>
            <a:off x="5587436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6359286" y="174901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131138" y="17490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7902988" y="17490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BB676003-E75C-C6EB-811E-C0278E7C81B4}"/>
              </a:ext>
            </a:extLst>
          </p:cNvPr>
          <p:cNvCxnSpPr/>
          <p:nvPr/>
        </p:nvCxnSpPr>
        <p:spPr>
          <a:xfrm flipV="1">
            <a:off x="2501489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97062196-B6C0-3AC7-942F-C9008DDE2569}"/>
              </a:ext>
            </a:extLst>
          </p:cNvPr>
          <p:cNvCxnSpPr>
            <a:cxnSpLocks/>
          </p:cNvCxnSpPr>
          <p:nvPr/>
        </p:nvCxnSpPr>
        <p:spPr>
          <a:xfrm flipV="1">
            <a:off x="4049551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D845780-7ACA-7B49-2014-10ED491C29C4}"/>
              </a:ext>
            </a:extLst>
          </p:cNvPr>
          <p:cNvCxnSpPr>
            <a:cxnSpLocks/>
          </p:cNvCxnSpPr>
          <p:nvPr/>
        </p:nvCxnSpPr>
        <p:spPr>
          <a:xfrm flipV="1">
            <a:off x="3275020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4C71918B-38D9-E28C-CC20-A7E9CFC535E7}"/>
              </a:ext>
            </a:extLst>
          </p:cNvPr>
          <p:cNvCxnSpPr>
            <a:cxnSpLocks/>
          </p:cNvCxnSpPr>
          <p:nvPr/>
        </p:nvCxnSpPr>
        <p:spPr>
          <a:xfrm flipV="1">
            <a:off x="4820939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D83B2D3-A195-EF8D-85AA-A92B1FEE45DC}"/>
              </a:ext>
            </a:extLst>
          </p:cNvPr>
          <p:cNvCxnSpPr>
            <a:cxnSpLocks/>
          </p:cNvCxnSpPr>
          <p:nvPr/>
        </p:nvCxnSpPr>
        <p:spPr>
          <a:xfrm flipV="1">
            <a:off x="5590446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67391AA5-4C57-743D-EFF2-4AC8E3B33049}"/>
              </a:ext>
            </a:extLst>
          </p:cNvPr>
          <p:cNvCxnSpPr>
            <a:cxnSpLocks/>
          </p:cNvCxnSpPr>
          <p:nvPr/>
        </p:nvCxnSpPr>
        <p:spPr>
          <a:xfrm flipV="1">
            <a:off x="6361556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/>
              <p:nvPr/>
            </p:nvSpPr>
            <p:spPr>
              <a:xfrm>
                <a:off x="1081400" y="712763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400" y="712763"/>
                <a:ext cx="317779" cy="338554"/>
              </a:xfrm>
              <a:prstGeom prst="rect">
                <a:avLst/>
              </a:prstGeom>
              <a:blipFill>
                <a:blip r:embed="rId3"/>
                <a:stretch>
                  <a:fillRect l="-7407" r="-7407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/>
              <p:nvPr/>
            </p:nvSpPr>
            <p:spPr>
              <a:xfrm>
                <a:off x="1077727" y="1010639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27" y="1010639"/>
                <a:ext cx="324320" cy="338554"/>
              </a:xfrm>
              <a:prstGeom prst="rect">
                <a:avLst/>
              </a:prstGeom>
              <a:blipFill>
                <a:blip r:embed="rId4"/>
                <a:stretch>
                  <a:fillRect l="-7407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/>
              <p:nvPr/>
            </p:nvSpPr>
            <p:spPr>
              <a:xfrm>
                <a:off x="1079919" y="1314179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19" y="1314179"/>
                <a:ext cx="324320" cy="338554"/>
              </a:xfrm>
              <a:prstGeom prst="rect">
                <a:avLst/>
              </a:prstGeom>
              <a:blipFill>
                <a:blip r:embed="rId5"/>
                <a:stretch>
                  <a:fillRect l="-7407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/>
              <p:nvPr/>
            </p:nvSpPr>
            <p:spPr>
              <a:xfrm>
                <a:off x="2395930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930" y="1738932"/>
                <a:ext cx="200375" cy="307777"/>
              </a:xfrm>
              <a:prstGeom prst="rect">
                <a:avLst/>
              </a:prstGeom>
              <a:blipFill>
                <a:blip r:embed="rId6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/>
              <p:nvPr/>
            </p:nvSpPr>
            <p:spPr>
              <a:xfrm>
                <a:off x="3169850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50" y="1738932"/>
                <a:ext cx="200375" cy="307777"/>
              </a:xfrm>
              <a:prstGeom prst="rect">
                <a:avLst/>
              </a:prstGeom>
              <a:blipFill>
                <a:blip r:embed="rId7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/>
              <p:nvPr/>
            </p:nvSpPr>
            <p:spPr>
              <a:xfrm>
                <a:off x="3931206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206" y="1738932"/>
                <a:ext cx="200375" cy="307777"/>
              </a:xfrm>
              <a:prstGeom prst="rect">
                <a:avLst/>
              </a:prstGeom>
              <a:blipFill>
                <a:blip r:embed="rId8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/>
              <p:nvPr/>
            </p:nvSpPr>
            <p:spPr>
              <a:xfrm>
                <a:off x="4714494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494" y="1738932"/>
                <a:ext cx="200375" cy="307777"/>
              </a:xfrm>
              <a:prstGeom prst="rect">
                <a:avLst/>
              </a:prstGeom>
              <a:blipFill>
                <a:blip r:embed="rId9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/>
              <p:nvPr/>
            </p:nvSpPr>
            <p:spPr>
              <a:xfrm>
                <a:off x="5469743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743" y="1738932"/>
                <a:ext cx="200375" cy="307777"/>
              </a:xfrm>
              <a:prstGeom prst="rect">
                <a:avLst/>
              </a:prstGeom>
              <a:blipFill>
                <a:blip r:embed="rId10"/>
                <a:stretch>
                  <a:fillRect l="-29412" r="-29412" b="-769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/>
              <p:nvPr/>
            </p:nvSpPr>
            <p:spPr>
              <a:xfrm>
                <a:off x="6250135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135" y="1738932"/>
                <a:ext cx="200375" cy="307777"/>
              </a:xfrm>
              <a:prstGeom prst="rect">
                <a:avLst/>
              </a:prstGeom>
              <a:blipFill>
                <a:blip r:embed="rId11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/>
              <p:nvPr/>
            </p:nvSpPr>
            <p:spPr>
              <a:xfrm>
                <a:off x="3044447" y="2229443"/>
                <a:ext cx="575734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447" y="2229443"/>
                <a:ext cx="575734" cy="9210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/>
              <p:nvPr/>
            </p:nvSpPr>
            <p:spPr>
              <a:xfrm>
                <a:off x="3760347" y="2229443"/>
                <a:ext cx="575735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347" y="2229443"/>
                <a:ext cx="575735" cy="92102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/>
              <p:nvPr/>
            </p:nvSpPr>
            <p:spPr>
              <a:xfrm>
                <a:off x="4528125" y="2229443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125" y="2229443"/>
                <a:ext cx="608821" cy="923330"/>
              </a:xfrm>
              <a:prstGeom prst="rect">
                <a:avLst/>
              </a:prstGeom>
              <a:blipFill>
                <a:blip r:embed="rId14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/>
              <p:nvPr/>
            </p:nvSpPr>
            <p:spPr>
              <a:xfrm>
                <a:off x="5292798" y="2229443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798" y="2229443"/>
                <a:ext cx="608821" cy="923330"/>
              </a:xfrm>
              <a:prstGeom prst="rect">
                <a:avLst/>
              </a:prstGeom>
              <a:blipFill>
                <a:blip r:embed="rId15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/>
              <p:nvPr/>
            </p:nvSpPr>
            <p:spPr>
              <a:xfrm>
                <a:off x="6060970" y="2229443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970" y="2229443"/>
                <a:ext cx="608821" cy="923330"/>
              </a:xfrm>
              <a:prstGeom prst="rect">
                <a:avLst/>
              </a:prstGeom>
              <a:blipFill>
                <a:blip r:embed="rId16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30EF08-FAC1-46B0-EFF0-82297BC07C44}"/>
              </a:ext>
            </a:extLst>
          </p:cNvPr>
          <p:cNvCxnSpPr>
            <a:cxnSpLocks/>
          </p:cNvCxnSpPr>
          <p:nvPr/>
        </p:nvCxnSpPr>
        <p:spPr>
          <a:xfrm flipV="1">
            <a:off x="1954218" y="2684542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36536C-29A9-4DEE-D35D-8C8713C46482}"/>
              </a:ext>
            </a:extLst>
          </p:cNvPr>
          <p:cNvCxnSpPr>
            <a:cxnSpLocks/>
          </p:cNvCxnSpPr>
          <p:nvPr/>
        </p:nvCxnSpPr>
        <p:spPr>
          <a:xfrm flipV="1">
            <a:off x="4344873" y="2684542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95573B-71A0-5EBF-04A0-A430B8C52681}"/>
              </a:ext>
            </a:extLst>
          </p:cNvPr>
          <p:cNvCxnSpPr>
            <a:cxnSpLocks/>
          </p:cNvCxnSpPr>
          <p:nvPr/>
        </p:nvCxnSpPr>
        <p:spPr>
          <a:xfrm flipV="1">
            <a:off x="5113584" y="2684542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2557DE-8097-E652-BF95-9A70274C7A8C}"/>
              </a:ext>
            </a:extLst>
          </p:cNvPr>
          <p:cNvCxnSpPr>
            <a:cxnSpLocks/>
          </p:cNvCxnSpPr>
          <p:nvPr/>
        </p:nvCxnSpPr>
        <p:spPr>
          <a:xfrm flipV="1">
            <a:off x="5880352" y="2684542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/>
              <p:nvPr/>
            </p:nvSpPr>
            <p:spPr>
              <a:xfrm>
                <a:off x="1077716" y="2204117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16" y="2204117"/>
                <a:ext cx="317779" cy="338554"/>
              </a:xfrm>
              <a:prstGeom prst="rect">
                <a:avLst/>
              </a:prstGeom>
              <a:blipFill>
                <a:blip r:embed="rId17"/>
                <a:stretch>
                  <a:fillRect l="-7692" r="-7692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/>
              <p:nvPr/>
            </p:nvSpPr>
            <p:spPr>
              <a:xfrm>
                <a:off x="1078199" y="2495697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99" y="2495697"/>
                <a:ext cx="324320" cy="338554"/>
              </a:xfrm>
              <a:prstGeom prst="rect">
                <a:avLst/>
              </a:prstGeom>
              <a:blipFill>
                <a:blip r:embed="rId18"/>
                <a:stretch>
                  <a:fillRect l="-7407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/>
              <p:nvPr/>
            </p:nvSpPr>
            <p:spPr>
              <a:xfrm>
                <a:off x="1077753" y="2798744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53" y="2798744"/>
                <a:ext cx="324320" cy="338554"/>
              </a:xfrm>
              <a:prstGeom prst="rect">
                <a:avLst/>
              </a:prstGeom>
              <a:blipFill>
                <a:blip r:embed="rId19"/>
                <a:stretch>
                  <a:fillRect l="-7407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952F3BD-7018-8E4A-B1CD-5BD2EFF841C7}"/>
              </a:ext>
            </a:extLst>
          </p:cNvPr>
          <p:cNvCxnSpPr>
            <a:cxnSpLocks/>
          </p:cNvCxnSpPr>
          <p:nvPr/>
        </p:nvCxnSpPr>
        <p:spPr>
          <a:xfrm>
            <a:off x="717460" y="16557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D77B7D2C-DDE5-E3F8-0822-C6ACF508FF33}"/>
              </a:ext>
            </a:extLst>
          </p:cNvPr>
          <p:cNvSpPr txBox="1"/>
          <p:nvPr/>
        </p:nvSpPr>
        <p:spPr>
          <a:xfrm>
            <a:off x="1088383" y="181157"/>
            <a:ext cx="130003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b="1" dirty="0"/>
              <a:t>Scenario A:    </a:t>
            </a: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6790B5F-AC19-190D-97CB-1F2B574904B0}"/>
              </a:ext>
            </a:extLst>
          </p:cNvPr>
          <p:cNvSpPr/>
          <p:nvPr/>
        </p:nvSpPr>
        <p:spPr>
          <a:xfrm>
            <a:off x="3062222" y="2247324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FF58150B-053E-0592-3AD1-7475C5746B35}"/>
              </a:ext>
            </a:extLst>
          </p:cNvPr>
          <p:cNvSpPr/>
          <p:nvPr/>
        </p:nvSpPr>
        <p:spPr>
          <a:xfrm>
            <a:off x="3774681" y="2248386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D4A2FE7C-8DA0-30D2-9F3F-BBC09FCAC147}"/>
              </a:ext>
            </a:extLst>
          </p:cNvPr>
          <p:cNvSpPr/>
          <p:nvPr/>
        </p:nvSpPr>
        <p:spPr>
          <a:xfrm>
            <a:off x="4563369" y="2248386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88D53E86-2F7D-C3D2-392E-66928FCFB802}"/>
              </a:ext>
            </a:extLst>
          </p:cNvPr>
          <p:cNvSpPr/>
          <p:nvPr/>
        </p:nvSpPr>
        <p:spPr>
          <a:xfrm>
            <a:off x="5326304" y="2249278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253FC0A7-6A6F-00DC-7650-68AC75C06BAF}"/>
              </a:ext>
            </a:extLst>
          </p:cNvPr>
          <p:cNvSpPr/>
          <p:nvPr/>
        </p:nvSpPr>
        <p:spPr>
          <a:xfrm>
            <a:off x="6086928" y="2250210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50A88745-64F9-EEB2-DEDF-6B3AABAFF8E6}"/>
              </a:ext>
            </a:extLst>
          </p:cNvPr>
          <p:cNvSpPr/>
          <p:nvPr/>
        </p:nvSpPr>
        <p:spPr>
          <a:xfrm>
            <a:off x="1448860" y="2254995"/>
            <a:ext cx="539642" cy="8906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/>
              <p:nvPr/>
            </p:nvSpPr>
            <p:spPr>
              <a:xfrm>
                <a:off x="1437887" y="2233749"/>
                <a:ext cx="575735" cy="9210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887" y="2233749"/>
                <a:ext cx="575735" cy="92102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/>
              <p:nvPr/>
            </p:nvSpPr>
            <p:spPr>
              <a:xfrm>
                <a:off x="1633684" y="1738932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684" y="1738932"/>
                <a:ext cx="200376" cy="307777"/>
              </a:xfrm>
              <a:prstGeom prst="rect">
                <a:avLst/>
              </a:prstGeom>
              <a:blipFill>
                <a:blip r:embed="rId21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/>
              <p:nvPr/>
            </p:nvSpPr>
            <p:spPr>
              <a:xfrm>
                <a:off x="2150596" y="2238692"/>
                <a:ext cx="575734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596" y="2238692"/>
                <a:ext cx="575734" cy="921021"/>
              </a:xfrm>
              <a:prstGeom prst="rect">
                <a:avLst/>
              </a:prstGeom>
              <a:blipFill>
                <a:blip r:embed="rId22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6683B8D-C3F4-CEAC-997F-6CE0881B7A37}"/>
              </a:ext>
            </a:extLst>
          </p:cNvPr>
          <p:cNvSpPr/>
          <p:nvPr/>
        </p:nvSpPr>
        <p:spPr>
          <a:xfrm>
            <a:off x="2168371" y="2256573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1566969-361B-44B8-A22D-4E71199B88C8}"/>
              </a:ext>
            </a:extLst>
          </p:cNvPr>
          <p:cNvCxnSpPr>
            <a:cxnSpLocks/>
          </p:cNvCxnSpPr>
          <p:nvPr/>
        </p:nvCxnSpPr>
        <p:spPr>
          <a:xfrm>
            <a:off x="719135" y="224755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418E584-5CF8-0BAD-F74D-6DB425936823}"/>
              </a:ext>
            </a:extLst>
          </p:cNvPr>
          <p:cNvCxnSpPr>
            <a:cxnSpLocks/>
          </p:cNvCxnSpPr>
          <p:nvPr/>
        </p:nvCxnSpPr>
        <p:spPr>
          <a:xfrm>
            <a:off x="720810" y="254062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FB8FFC9-CDE8-7198-27D9-600DF2857851}"/>
              </a:ext>
            </a:extLst>
          </p:cNvPr>
          <p:cNvCxnSpPr>
            <a:cxnSpLocks/>
          </p:cNvCxnSpPr>
          <p:nvPr/>
        </p:nvCxnSpPr>
        <p:spPr>
          <a:xfrm>
            <a:off x="723886" y="314715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CD741747-6CA7-5A43-C2AF-C93FD489DD99}"/>
              </a:ext>
            </a:extLst>
          </p:cNvPr>
          <p:cNvSpPr/>
          <p:nvPr/>
        </p:nvSpPr>
        <p:spPr>
          <a:xfrm flipH="1">
            <a:off x="1732840" y="766614"/>
            <a:ext cx="767178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08E7B0F-CFF2-AA67-D8B6-7840D220231F}"/>
              </a:ext>
            </a:extLst>
          </p:cNvPr>
          <p:cNvCxnSpPr>
            <a:cxnSpLocks/>
          </p:cNvCxnSpPr>
          <p:nvPr/>
        </p:nvCxnSpPr>
        <p:spPr>
          <a:xfrm flipH="1" flipV="1">
            <a:off x="1723832" y="770130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DD1F643-1A0A-C37F-62F3-0FC5886A6FCB}"/>
              </a:ext>
            </a:extLst>
          </p:cNvPr>
          <p:cNvCxnSpPr>
            <a:cxnSpLocks/>
          </p:cNvCxnSpPr>
          <p:nvPr/>
        </p:nvCxnSpPr>
        <p:spPr>
          <a:xfrm>
            <a:off x="2503498" y="757097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D365A49-C18D-2DFC-EFD6-A0D57AC26186}"/>
              </a:ext>
            </a:extLst>
          </p:cNvPr>
          <p:cNvCxnSpPr>
            <a:cxnSpLocks/>
          </p:cNvCxnSpPr>
          <p:nvPr/>
        </p:nvCxnSpPr>
        <p:spPr>
          <a:xfrm>
            <a:off x="1721827" y="765773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38D2058-B5F6-8778-2917-C0D61DA101CE}"/>
              </a:ext>
            </a:extLst>
          </p:cNvPr>
          <p:cNvSpPr/>
          <p:nvPr/>
        </p:nvSpPr>
        <p:spPr>
          <a:xfrm flipH="1">
            <a:off x="2481131" y="1057009"/>
            <a:ext cx="156841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E4BD83C-A599-9516-9AD7-5F54FF13B9A2}"/>
              </a:ext>
            </a:extLst>
          </p:cNvPr>
          <p:cNvCxnSpPr>
            <a:cxnSpLocks/>
          </p:cNvCxnSpPr>
          <p:nvPr/>
        </p:nvCxnSpPr>
        <p:spPr>
          <a:xfrm flipV="1">
            <a:off x="2499547" y="1061826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01117A5-60E8-F086-A87C-A3069CE0BEBA}"/>
              </a:ext>
            </a:extLst>
          </p:cNvPr>
          <p:cNvCxnSpPr>
            <a:cxnSpLocks/>
          </p:cNvCxnSpPr>
          <p:nvPr/>
        </p:nvCxnSpPr>
        <p:spPr>
          <a:xfrm>
            <a:off x="4049550" y="105567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7AF42F2-BEA3-5FAE-D4AE-CF2CA236C5E0}"/>
              </a:ext>
            </a:extLst>
          </p:cNvPr>
          <p:cNvSpPr/>
          <p:nvPr/>
        </p:nvSpPr>
        <p:spPr>
          <a:xfrm flipH="1">
            <a:off x="1727594" y="1347000"/>
            <a:ext cx="232262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2974397-36FB-7C07-BA52-6738AC7A9EF0}"/>
              </a:ext>
            </a:extLst>
          </p:cNvPr>
          <p:cNvCxnSpPr>
            <a:cxnSpLocks/>
          </p:cNvCxnSpPr>
          <p:nvPr/>
        </p:nvCxnSpPr>
        <p:spPr>
          <a:xfrm flipV="1">
            <a:off x="1724016" y="1342407"/>
            <a:ext cx="0" cy="30849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070FF6A-9851-E9B2-E073-B44E97171974}"/>
              </a:ext>
            </a:extLst>
          </p:cNvPr>
          <p:cNvCxnSpPr>
            <a:cxnSpLocks/>
          </p:cNvCxnSpPr>
          <p:nvPr/>
        </p:nvCxnSpPr>
        <p:spPr>
          <a:xfrm>
            <a:off x="4049614" y="1349193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3A861D4B-F722-B2C1-BFEF-EA2FC63A4E83}"/>
              </a:ext>
            </a:extLst>
          </p:cNvPr>
          <p:cNvCxnSpPr>
            <a:cxnSpLocks/>
          </p:cNvCxnSpPr>
          <p:nvPr/>
        </p:nvCxnSpPr>
        <p:spPr>
          <a:xfrm>
            <a:off x="1723829" y="1349193"/>
            <a:ext cx="233643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9F6013C-6A56-B615-A2F7-9F955C3E21E8}"/>
              </a:ext>
            </a:extLst>
          </p:cNvPr>
          <p:cNvSpPr/>
          <p:nvPr/>
        </p:nvSpPr>
        <p:spPr>
          <a:xfrm flipH="1">
            <a:off x="4060662" y="765367"/>
            <a:ext cx="750545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C29DABB-5195-D1B1-A817-6FE2CBEDED7C}"/>
              </a:ext>
            </a:extLst>
          </p:cNvPr>
          <p:cNvCxnSpPr>
            <a:cxnSpLocks/>
          </p:cNvCxnSpPr>
          <p:nvPr/>
        </p:nvCxnSpPr>
        <p:spPr>
          <a:xfrm flipH="1" flipV="1">
            <a:off x="4051654" y="768883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854CCCA4-D8D2-A3BF-CC71-94185A7BBCC2}"/>
              </a:ext>
            </a:extLst>
          </p:cNvPr>
          <p:cNvCxnSpPr>
            <a:cxnSpLocks/>
          </p:cNvCxnSpPr>
          <p:nvPr/>
        </p:nvCxnSpPr>
        <p:spPr>
          <a:xfrm>
            <a:off x="4818258" y="755850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54EF12DB-5525-FE5F-8892-BC697F7122BB}"/>
              </a:ext>
            </a:extLst>
          </p:cNvPr>
          <p:cNvCxnSpPr>
            <a:cxnSpLocks/>
          </p:cNvCxnSpPr>
          <p:nvPr/>
        </p:nvCxnSpPr>
        <p:spPr>
          <a:xfrm>
            <a:off x="4049649" y="764526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842B79E8-6CE6-8AD5-3BE3-DA5EC506626A}"/>
              </a:ext>
            </a:extLst>
          </p:cNvPr>
          <p:cNvCxnSpPr>
            <a:cxnSpLocks/>
          </p:cNvCxnSpPr>
          <p:nvPr/>
        </p:nvCxnSpPr>
        <p:spPr>
          <a:xfrm>
            <a:off x="1721827" y="1053185"/>
            <a:ext cx="3093758" cy="382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3E55C4D0-93AD-83E6-C5A8-F157FC92AAE7}"/>
              </a:ext>
            </a:extLst>
          </p:cNvPr>
          <p:cNvGrpSpPr/>
          <p:nvPr/>
        </p:nvGrpSpPr>
        <p:grpSpPr>
          <a:xfrm>
            <a:off x="3239307" y="755850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794541B0-7ED6-B2FD-28AF-DE035D1AA5C8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087E0CBD-FDB6-2144-7497-18B63823CE8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07CF95C-945D-16BC-5DD4-7ED0B5DCFBC2}"/>
              </a:ext>
            </a:extLst>
          </p:cNvPr>
          <p:cNvSpPr/>
          <p:nvPr/>
        </p:nvSpPr>
        <p:spPr>
          <a:xfrm flipH="1">
            <a:off x="5589469" y="759661"/>
            <a:ext cx="76277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3142CAB-EC95-7325-5B5F-C35E3D22F976}"/>
              </a:ext>
            </a:extLst>
          </p:cNvPr>
          <p:cNvCxnSpPr>
            <a:cxnSpLocks/>
          </p:cNvCxnSpPr>
          <p:nvPr/>
        </p:nvCxnSpPr>
        <p:spPr>
          <a:xfrm>
            <a:off x="6359407" y="756092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5E06A8B9-AF58-CF8A-4555-3BAD9B741F15}"/>
              </a:ext>
            </a:extLst>
          </p:cNvPr>
          <p:cNvCxnSpPr>
            <a:cxnSpLocks/>
          </p:cNvCxnSpPr>
          <p:nvPr/>
        </p:nvCxnSpPr>
        <p:spPr>
          <a:xfrm>
            <a:off x="5590446" y="760657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E6D64AE-706A-8D1A-04E9-D5237591BCA8}"/>
              </a:ext>
            </a:extLst>
          </p:cNvPr>
          <p:cNvCxnSpPr>
            <a:cxnSpLocks/>
          </p:cNvCxnSpPr>
          <p:nvPr/>
        </p:nvCxnSpPr>
        <p:spPr>
          <a:xfrm>
            <a:off x="7131138" y="165569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4FD88E89-7EA6-60F8-2316-C6735318F846}"/>
              </a:ext>
            </a:extLst>
          </p:cNvPr>
          <p:cNvCxnSpPr/>
          <p:nvPr/>
        </p:nvCxnSpPr>
        <p:spPr>
          <a:xfrm>
            <a:off x="7902988" y="16557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3DADE35F-0FB1-4A70-9D50-8EB736ECF4C5}"/>
              </a:ext>
            </a:extLst>
          </p:cNvPr>
          <p:cNvCxnSpPr>
            <a:cxnSpLocks/>
          </p:cNvCxnSpPr>
          <p:nvPr/>
        </p:nvCxnSpPr>
        <p:spPr>
          <a:xfrm flipV="1">
            <a:off x="7134018" y="165224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B817F16-19E3-DB7F-F64D-A248FF700468}"/>
              </a:ext>
            </a:extLst>
          </p:cNvPr>
          <p:cNvCxnSpPr>
            <a:cxnSpLocks/>
          </p:cNvCxnSpPr>
          <p:nvPr/>
        </p:nvCxnSpPr>
        <p:spPr>
          <a:xfrm flipV="1">
            <a:off x="7905128" y="165224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9E912165-ECAD-A9E4-BC48-86E1CBDAFAB9}"/>
                  </a:ext>
                </a:extLst>
              </p:cNvPr>
              <p:cNvSpPr txBox="1"/>
              <p:nvPr/>
            </p:nvSpPr>
            <p:spPr>
              <a:xfrm>
                <a:off x="7030731" y="174027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9E912165-ECAD-A9E4-BC48-86E1CBDAF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731" y="1740278"/>
                <a:ext cx="200375" cy="307777"/>
              </a:xfrm>
              <a:prstGeom prst="rect">
                <a:avLst/>
              </a:prstGeom>
              <a:blipFill>
                <a:blip r:embed="rId23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40A5B52-0A61-D134-DAE2-B4F499BF810D}"/>
                  </a:ext>
                </a:extLst>
              </p:cNvPr>
              <p:cNvSpPr txBox="1"/>
              <p:nvPr/>
            </p:nvSpPr>
            <p:spPr>
              <a:xfrm>
                <a:off x="7793707" y="174027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40A5B52-0A61-D134-DAE2-B4F499BF8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707" y="1740278"/>
                <a:ext cx="200375" cy="307777"/>
              </a:xfrm>
              <a:prstGeom prst="rect">
                <a:avLst/>
              </a:prstGeom>
              <a:blipFill>
                <a:blip r:embed="rId24"/>
                <a:stretch>
                  <a:fillRect l="-23529" r="-29412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FD9083D7-04E3-926A-F2DC-EDA42211F3BA}"/>
                  </a:ext>
                </a:extLst>
              </p:cNvPr>
              <p:cNvSpPr txBox="1"/>
              <p:nvPr/>
            </p:nvSpPr>
            <p:spPr>
              <a:xfrm>
                <a:off x="6829142" y="2224377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FD9083D7-04E3-926A-F2DC-EDA42211F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142" y="2224377"/>
                <a:ext cx="608821" cy="923330"/>
              </a:xfrm>
              <a:prstGeom prst="rect">
                <a:avLst/>
              </a:prstGeom>
              <a:blipFill>
                <a:blip r:embed="rId25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C7D973D8-E86F-2C25-6932-1E9A8A68FC5F}"/>
              </a:ext>
            </a:extLst>
          </p:cNvPr>
          <p:cNvCxnSpPr>
            <a:cxnSpLocks/>
          </p:cNvCxnSpPr>
          <p:nvPr/>
        </p:nvCxnSpPr>
        <p:spPr>
          <a:xfrm flipV="1">
            <a:off x="6648524" y="26794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FB4F40A7-138B-55DC-32E7-8F8FC1FD9BD9}"/>
              </a:ext>
            </a:extLst>
          </p:cNvPr>
          <p:cNvSpPr/>
          <p:nvPr/>
        </p:nvSpPr>
        <p:spPr>
          <a:xfrm>
            <a:off x="6855100" y="2245144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1CB0CF0-AACB-2A7B-606E-AFB650AE1F95}"/>
                  </a:ext>
                </a:extLst>
              </p:cNvPr>
              <p:cNvSpPr txBox="1"/>
              <p:nvPr/>
            </p:nvSpPr>
            <p:spPr>
              <a:xfrm>
                <a:off x="7604671" y="2224376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1CB0CF0-AACB-2A7B-606E-AFB650AE1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671" y="2224376"/>
                <a:ext cx="608821" cy="923330"/>
              </a:xfrm>
              <a:prstGeom prst="rect">
                <a:avLst/>
              </a:prstGeom>
              <a:blipFill>
                <a:blip r:embed="rId26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94B3034F-FA9A-8908-2E02-D64E78FBE44A}"/>
              </a:ext>
            </a:extLst>
          </p:cNvPr>
          <p:cNvCxnSpPr>
            <a:cxnSpLocks/>
          </p:cNvCxnSpPr>
          <p:nvPr/>
        </p:nvCxnSpPr>
        <p:spPr>
          <a:xfrm flipV="1">
            <a:off x="7424053" y="2679475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8717807F-ECB6-B7E7-306E-3FF6944284C7}"/>
              </a:ext>
            </a:extLst>
          </p:cNvPr>
          <p:cNvSpPr/>
          <p:nvPr/>
        </p:nvSpPr>
        <p:spPr>
          <a:xfrm>
            <a:off x="7630629" y="2245143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73C2E1D2-35AF-F895-D1F1-6501B936EC6C}"/>
              </a:ext>
            </a:extLst>
          </p:cNvPr>
          <p:cNvGrpSpPr/>
          <p:nvPr/>
        </p:nvGrpSpPr>
        <p:grpSpPr>
          <a:xfrm>
            <a:off x="4781213" y="1352832"/>
            <a:ext cx="45719" cy="296189"/>
            <a:chOff x="3509152" y="253612"/>
            <a:chExt cx="45719" cy="296189"/>
          </a:xfrm>
        </p:grpSpPr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4F436A34-9D1E-D6A1-8F81-82FDBEA7B5C7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655220CF-4FE0-442B-BDC5-976E773CEDC4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7F99D4A-DA70-AC1B-4E02-E2E2FBFA242B}"/>
              </a:ext>
            </a:extLst>
          </p:cNvPr>
          <p:cNvGrpSpPr/>
          <p:nvPr/>
        </p:nvGrpSpPr>
        <p:grpSpPr>
          <a:xfrm>
            <a:off x="4781177" y="1060982"/>
            <a:ext cx="45719" cy="296189"/>
            <a:chOff x="3509152" y="253612"/>
            <a:chExt cx="45719" cy="296189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274663C-3738-9F4C-C9BF-5530EB6A8B70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296A5E5B-85F2-55CF-EBAC-F1A16D1B1B04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B65C5093-E7AE-C26D-6BC2-609334472EF5}"/>
              </a:ext>
            </a:extLst>
          </p:cNvPr>
          <p:cNvSpPr/>
          <p:nvPr/>
        </p:nvSpPr>
        <p:spPr>
          <a:xfrm flipH="1">
            <a:off x="4844089" y="1059751"/>
            <a:ext cx="1508009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C612976B-AF5E-A28E-0442-436649037CCC}"/>
              </a:ext>
            </a:extLst>
          </p:cNvPr>
          <p:cNvCxnSpPr>
            <a:cxnSpLocks/>
          </p:cNvCxnSpPr>
          <p:nvPr/>
        </p:nvCxnSpPr>
        <p:spPr>
          <a:xfrm flipV="1">
            <a:off x="4837076" y="1052039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91E62E69-C9EB-ABF8-AB46-28A82CE33461}"/>
              </a:ext>
            </a:extLst>
          </p:cNvPr>
          <p:cNvCxnSpPr>
            <a:cxnSpLocks/>
          </p:cNvCxnSpPr>
          <p:nvPr/>
        </p:nvCxnSpPr>
        <p:spPr>
          <a:xfrm>
            <a:off x="4835134" y="1053185"/>
            <a:ext cx="1523251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7D64F5BC-3A42-EF21-0501-9EA04A9DEAF5}"/>
              </a:ext>
            </a:extLst>
          </p:cNvPr>
          <p:cNvCxnSpPr>
            <a:cxnSpLocks/>
          </p:cNvCxnSpPr>
          <p:nvPr/>
        </p:nvCxnSpPr>
        <p:spPr>
          <a:xfrm>
            <a:off x="6356452" y="105975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Rectangle 216">
            <a:extLst>
              <a:ext uri="{FF2B5EF4-FFF2-40B4-BE49-F238E27FC236}">
                <a16:creationId xmlns:a16="http://schemas.microsoft.com/office/drawing/2014/main" id="{8AA9B4C2-3839-1825-35CB-F99B15F0F631}"/>
              </a:ext>
            </a:extLst>
          </p:cNvPr>
          <p:cNvSpPr/>
          <p:nvPr/>
        </p:nvSpPr>
        <p:spPr>
          <a:xfrm flipH="1">
            <a:off x="7136805" y="762883"/>
            <a:ext cx="762778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AE4CBA55-AD2B-14C3-82DA-DE4FEF79118C}"/>
              </a:ext>
            </a:extLst>
          </p:cNvPr>
          <p:cNvCxnSpPr>
            <a:cxnSpLocks/>
          </p:cNvCxnSpPr>
          <p:nvPr/>
        </p:nvCxnSpPr>
        <p:spPr>
          <a:xfrm>
            <a:off x="7906743" y="759314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A4B2FFF9-5F4A-1043-5059-B894E7EC0645}"/>
              </a:ext>
            </a:extLst>
          </p:cNvPr>
          <p:cNvCxnSpPr>
            <a:cxnSpLocks/>
          </p:cNvCxnSpPr>
          <p:nvPr/>
        </p:nvCxnSpPr>
        <p:spPr>
          <a:xfrm>
            <a:off x="7137782" y="763879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02F346A3-43A4-E85D-7EB8-0F52757C5D34}"/>
              </a:ext>
            </a:extLst>
          </p:cNvPr>
          <p:cNvCxnSpPr>
            <a:cxnSpLocks/>
          </p:cNvCxnSpPr>
          <p:nvPr/>
        </p:nvCxnSpPr>
        <p:spPr>
          <a:xfrm>
            <a:off x="7131138" y="1052013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29ED57FE-175E-16DD-BDF1-38CF361EBB7E}"/>
              </a:ext>
            </a:extLst>
          </p:cNvPr>
          <p:cNvGrpSpPr/>
          <p:nvPr/>
        </p:nvGrpSpPr>
        <p:grpSpPr>
          <a:xfrm>
            <a:off x="5528721" y="756528"/>
            <a:ext cx="45719" cy="296189"/>
            <a:chOff x="3509152" y="253612"/>
            <a:chExt cx="45719" cy="296189"/>
          </a:xfrm>
        </p:grpSpPr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B2AB7C2B-AA72-4BB6-8739-73112A11FD53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B4FB3566-7AFE-700E-9F65-D8ACA49E4EA0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B2240E7F-4BEC-2743-C287-64A53C3007F4}"/>
              </a:ext>
            </a:extLst>
          </p:cNvPr>
          <p:cNvCxnSpPr>
            <a:cxnSpLocks/>
          </p:cNvCxnSpPr>
          <p:nvPr/>
        </p:nvCxnSpPr>
        <p:spPr>
          <a:xfrm flipH="1" flipV="1">
            <a:off x="5584095" y="764771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54994D2-10E3-166B-2C4D-529B72D1F5DF}"/>
              </a:ext>
            </a:extLst>
          </p:cNvPr>
          <p:cNvGrpSpPr/>
          <p:nvPr/>
        </p:nvGrpSpPr>
        <p:grpSpPr>
          <a:xfrm>
            <a:off x="7075976" y="763486"/>
            <a:ext cx="45719" cy="296189"/>
            <a:chOff x="3509152" y="253612"/>
            <a:chExt cx="45719" cy="296189"/>
          </a:xfrm>
        </p:grpSpPr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A6883D99-BBAF-268F-C7D0-02505D602F79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FD53EBB2-2816-7D08-A4DC-484B82881959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38E4F475-4121-5B89-2AF4-40FB0D3849EC}"/>
              </a:ext>
            </a:extLst>
          </p:cNvPr>
          <p:cNvCxnSpPr>
            <a:cxnSpLocks/>
          </p:cNvCxnSpPr>
          <p:nvPr/>
        </p:nvCxnSpPr>
        <p:spPr>
          <a:xfrm flipH="1" flipV="1">
            <a:off x="7131431" y="767993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98797DB-D636-982C-A391-CA49D2517AFE}"/>
              </a:ext>
            </a:extLst>
          </p:cNvPr>
          <p:cNvGrpSpPr/>
          <p:nvPr/>
        </p:nvGrpSpPr>
        <p:grpSpPr>
          <a:xfrm>
            <a:off x="7075976" y="1062884"/>
            <a:ext cx="45719" cy="296189"/>
            <a:chOff x="3509152" y="253612"/>
            <a:chExt cx="45719" cy="296189"/>
          </a:xfrm>
        </p:grpSpPr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18CF40FE-7EB7-7595-1C75-334FEDF8A717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209D6118-AAE8-9EB0-9776-A82924ECB0DB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88F92AC-18AE-B443-D875-724995E592DF}"/>
              </a:ext>
            </a:extLst>
          </p:cNvPr>
          <p:cNvSpPr/>
          <p:nvPr/>
        </p:nvSpPr>
        <p:spPr>
          <a:xfrm flipH="1">
            <a:off x="4846333" y="1354268"/>
            <a:ext cx="733280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D95002DC-80D7-29EF-55D5-C73B1AC13D33}"/>
              </a:ext>
            </a:extLst>
          </p:cNvPr>
          <p:cNvCxnSpPr>
            <a:cxnSpLocks/>
          </p:cNvCxnSpPr>
          <p:nvPr/>
        </p:nvCxnSpPr>
        <p:spPr>
          <a:xfrm flipV="1">
            <a:off x="4836889" y="1351817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0293757-8F6F-CCB2-661B-156EB6B737CE}"/>
              </a:ext>
            </a:extLst>
          </p:cNvPr>
          <p:cNvCxnSpPr>
            <a:cxnSpLocks/>
          </p:cNvCxnSpPr>
          <p:nvPr/>
        </p:nvCxnSpPr>
        <p:spPr>
          <a:xfrm flipV="1">
            <a:off x="1727595" y="1646146"/>
            <a:ext cx="6776403" cy="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CDFBEAB-18EC-C94A-CA54-D23FFB8085EC}"/>
              </a:ext>
            </a:extLst>
          </p:cNvPr>
          <p:cNvSpPr/>
          <p:nvPr/>
        </p:nvSpPr>
        <p:spPr>
          <a:xfrm flipH="1">
            <a:off x="6369177" y="1349822"/>
            <a:ext cx="1524726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9C9E10CB-3397-BE54-846F-AF3D4E7690C5}"/>
              </a:ext>
            </a:extLst>
          </p:cNvPr>
          <p:cNvCxnSpPr>
            <a:cxnSpLocks/>
          </p:cNvCxnSpPr>
          <p:nvPr/>
        </p:nvCxnSpPr>
        <p:spPr>
          <a:xfrm>
            <a:off x="4828847" y="1346761"/>
            <a:ext cx="3074141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ectangle 241">
            <a:extLst>
              <a:ext uri="{FF2B5EF4-FFF2-40B4-BE49-F238E27FC236}">
                <a16:creationId xmlns:a16="http://schemas.microsoft.com/office/drawing/2014/main" id="{B14511E5-7CFD-0BC9-3D1A-B28B45F3061E}"/>
              </a:ext>
            </a:extLst>
          </p:cNvPr>
          <p:cNvSpPr/>
          <p:nvPr/>
        </p:nvSpPr>
        <p:spPr>
          <a:xfrm flipH="1">
            <a:off x="5594990" y="1355519"/>
            <a:ext cx="756352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9E3986CA-CF8B-606C-1CB5-2E1F7EC3D3B0}"/>
              </a:ext>
            </a:extLst>
          </p:cNvPr>
          <p:cNvGrpSpPr/>
          <p:nvPr/>
        </p:nvGrpSpPr>
        <p:grpSpPr>
          <a:xfrm>
            <a:off x="7917437" y="1348105"/>
            <a:ext cx="45719" cy="296189"/>
            <a:chOff x="3509152" y="253612"/>
            <a:chExt cx="45719" cy="296189"/>
          </a:xfrm>
        </p:grpSpPr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0E28881C-34C4-CE0B-AB89-476ABA82029A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022423BD-113E-B0EF-312A-82DC015A8DF6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55B3B7FE-FFDA-4834-B069-6EF51FCF1162}"/>
              </a:ext>
            </a:extLst>
          </p:cNvPr>
          <p:cNvCxnSpPr>
            <a:cxnSpLocks/>
          </p:cNvCxnSpPr>
          <p:nvPr/>
        </p:nvCxnSpPr>
        <p:spPr>
          <a:xfrm>
            <a:off x="7902988" y="134783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6EC012CC-558E-F894-AD4C-0D3C1636C611}"/>
                  </a:ext>
                </a:extLst>
              </p:cNvPr>
              <p:cNvSpPr txBox="1"/>
              <p:nvPr/>
            </p:nvSpPr>
            <p:spPr>
              <a:xfrm>
                <a:off x="5628520" y="768806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6EC012CC-558E-F894-AD4C-0D3C1636C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520" y="768806"/>
                <a:ext cx="215636" cy="261610"/>
              </a:xfrm>
              <a:prstGeom prst="rect">
                <a:avLst/>
              </a:prstGeom>
              <a:blipFill>
                <a:blip r:embed="rId27"/>
                <a:stretch>
                  <a:fillRect l="-33333" r="-5556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357DD3ED-144D-C964-1D71-E45A5E6950DB}"/>
                  </a:ext>
                </a:extLst>
              </p:cNvPr>
              <p:cNvSpPr txBox="1"/>
              <p:nvPr/>
            </p:nvSpPr>
            <p:spPr>
              <a:xfrm>
                <a:off x="4890650" y="1050786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357DD3ED-144D-C964-1D71-E45A5E695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650" y="1050786"/>
                <a:ext cx="220701" cy="261610"/>
              </a:xfrm>
              <a:prstGeom prst="rect">
                <a:avLst/>
              </a:prstGeom>
              <a:blipFill>
                <a:blip r:embed="rId28"/>
                <a:stretch>
                  <a:fillRect l="-26316" r="-10526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2DC0D016-2EB0-779C-993D-8C4D1697737F}"/>
                  </a:ext>
                </a:extLst>
              </p:cNvPr>
              <p:cNvSpPr txBox="1"/>
              <p:nvPr/>
            </p:nvSpPr>
            <p:spPr>
              <a:xfrm>
                <a:off x="4881585" y="1357868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2DC0D016-2EB0-779C-993D-8C4D16977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585" y="1357868"/>
                <a:ext cx="220701" cy="261610"/>
              </a:xfrm>
              <a:prstGeom prst="rect">
                <a:avLst/>
              </a:prstGeom>
              <a:blipFill>
                <a:blip r:embed="rId29"/>
                <a:stretch>
                  <a:fillRect l="-27778" r="-11111" b="-2381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7D966930-BD8C-1907-1377-86DBD02E19F6}"/>
              </a:ext>
            </a:extLst>
          </p:cNvPr>
          <p:cNvCxnSpPr>
            <a:cxnSpLocks/>
          </p:cNvCxnSpPr>
          <p:nvPr/>
        </p:nvCxnSpPr>
        <p:spPr>
          <a:xfrm>
            <a:off x="727666" y="493292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E902BC9F-139A-D2E2-A79C-69B1D6B5146C}"/>
              </a:ext>
            </a:extLst>
          </p:cNvPr>
          <p:cNvCxnSpPr>
            <a:cxnSpLocks/>
          </p:cNvCxnSpPr>
          <p:nvPr/>
        </p:nvCxnSpPr>
        <p:spPr>
          <a:xfrm>
            <a:off x="731019" y="582461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2C4BA709-879D-37FF-377F-245732DC0728}"/>
              </a:ext>
            </a:extLst>
          </p:cNvPr>
          <p:cNvCxnSpPr>
            <a:cxnSpLocks/>
          </p:cNvCxnSpPr>
          <p:nvPr/>
        </p:nvCxnSpPr>
        <p:spPr>
          <a:xfrm>
            <a:off x="748320" y="344624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9F87848-EA1B-F3E0-B385-52AB41BBDC2D}"/>
              </a:ext>
            </a:extLst>
          </p:cNvPr>
          <p:cNvCxnSpPr>
            <a:cxnSpLocks/>
          </p:cNvCxnSpPr>
          <p:nvPr/>
        </p:nvCxnSpPr>
        <p:spPr>
          <a:xfrm>
            <a:off x="748320" y="374174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20D09607-8D6D-4B92-4231-084428C392AB}"/>
              </a:ext>
            </a:extLst>
          </p:cNvPr>
          <p:cNvCxnSpPr>
            <a:cxnSpLocks/>
          </p:cNvCxnSpPr>
          <p:nvPr/>
        </p:nvCxnSpPr>
        <p:spPr>
          <a:xfrm>
            <a:off x="749995" y="403481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1BC09289-A9A5-2CD1-E8E4-F3C88CE29072}"/>
              </a:ext>
            </a:extLst>
          </p:cNvPr>
          <p:cNvCxnSpPr>
            <a:cxnSpLocks/>
          </p:cNvCxnSpPr>
          <p:nvPr/>
        </p:nvCxnSpPr>
        <p:spPr>
          <a:xfrm>
            <a:off x="751673" y="433793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FD54F299-148A-8B3D-26AF-3C955CE96507}"/>
              </a:ext>
            </a:extLst>
          </p:cNvPr>
          <p:cNvCxnSpPr>
            <a:cxnSpLocks/>
          </p:cNvCxnSpPr>
          <p:nvPr/>
        </p:nvCxnSpPr>
        <p:spPr>
          <a:xfrm flipV="1">
            <a:off x="4815958" y="4927041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0C5C386D-79A3-ED29-D376-7A559AC9EBF3}"/>
              </a:ext>
            </a:extLst>
          </p:cNvPr>
          <p:cNvCxnSpPr>
            <a:cxnSpLocks/>
          </p:cNvCxnSpPr>
          <p:nvPr/>
        </p:nvCxnSpPr>
        <p:spPr>
          <a:xfrm flipV="1">
            <a:off x="5598977" y="4927041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0CEF81E2-C53B-3E1F-C568-CF1144D18790}"/>
              </a:ext>
            </a:extLst>
          </p:cNvPr>
          <p:cNvCxnSpPr>
            <a:cxnSpLocks/>
          </p:cNvCxnSpPr>
          <p:nvPr/>
        </p:nvCxnSpPr>
        <p:spPr>
          <a:xfrm flipV="1">
            <a:off x="6370087" y="4927041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ADB1211B-7DF0-052C-E83A-B14DCD9F4CDC}"/>
                  </a:ext>
                </a:extLst>
              </p:cNvPr>
              <p:cNvSpPr txBox="1"/>
              <p:nvPr/>
            </p:nvSpPr>
            <p:spPr>
              <a:xfrm>
                <a:off x="4080781" y="3979377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ADB1211B-7DF0-052C-E83A-B14DCD9F4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781" y="3979377"/>
                <a:ext cx="317779" cy="338554"/>
              </a:xfrm>
              <a:prstGeom prst="rect">
                <a:avLst/>
              </a:prstGeom>
              <a:blipFill>
                <a:blip r:embed="rId30"/>
                <a:stretch>
                  <a:fillRect l="-11538" r="-7692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5550AFD3-2BAA-1ACB-9BE9-AEE02963A3D2}"/>
                  </a:ext>
                </a:extLst>
              </p:cNvPr>
              <p:cNvSpPr txBox="1"/>
              <p:nvPr/>
            </p:nvSpPr>
            <p:spPr>
              <a:xfrm>
                <a:off x="4077108" y="4277253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5550AFD3-2BAA-1ACB-9BE9-AEE02963A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108" y="4277253"/>
                <a:ext cx="324320" cy="338554"/>
              </a:xfrm>
              <a:prstGeom prst="rect">
                <a:avLst/>
              </a:prstGeom>
              <a:blipFill>
                <a:blip r:embed="rId31"/>
                <a:stretch>
                  <a:fillRect l="-11538" r="-7692" b="-1785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6531C3B8-B43B-0661-29AF-BB7FA526EBB8}"/>
                  </a:ext>
                </a:extLst>
              </p:cNvPr>
              <p:cNvSpPr txBox="1"/>
              <p:nvPr/>
            </p:nvSpPr>
            <p:spPr>
              <a:xfrm>
                <a:off x="4079300" y="4580793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6531C3B8-B43B-0661-29AF-BB7FA526E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300" y="4580793"/>
                <a:ext cx="324320" cy="338554"/>
              </a:xfrm>
              <a:prstGeom prst="rect">
                <a:avLst/>
              </a:prstGeom>
              <a:blipFill>
                <a:blip r:embed="rId32"/>
                <a:stretch>
                  <a:fillRect l="-11538" r="-7692" b="-1785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14BD3376-EA4A-A3D2-D0CF-260B275B0EA2}"/>
                  </a:ext>
                </a:extLst>
              </p:cNvPr>
              <p:cNvSpPr txBox="1"/>
              <p:nvPr/>
            </p:nvSpPr>
            <p:spPr>
              <a:xfrm>
                <a:off x="4723025" y="5015071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14BD3376-EA4A-A3D2-D0CF-260B275B0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025" y="5015071"/>
                <a:ext cx="200375" cy="307777"/>
              </a:xfrm>
              <a:prstGeom prst="rect">
                <a:avLst/>
              </a:prstGeom>
              <a:blipFill>
                <a:blip r:embed="rId33"/>
                <a:stretch>
                  <a:fillRect l="-31250" r="-31250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3E34837F-1DCF-6F83-3446-1EEAB24562BE}"/>
                  </a:ext>
                </a:extLst>
              </p:cNvPr>
              <p:cNvSpPr txBox="1"/>
              <p:nvPr/>
            </p:nvSpPr>
            <p:spPr>
              <a:xfrm>
                <a:off x="5478274" y="5015071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3E34837F-1DCF-6F83-3446-1EEAB2456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274" y="5015071"/>
                <a:ext cx="200375" cy="307777"/>
              </a:xfrm>
              <a:prstGeom prst="rect">
                <a:avLst/>
              </a:prstGeom>
              <a:blipFill>
                <a:blip r:embed="rId34"/>
                <a:stretch>
                  <a:fillRect l="-29412" r="-23529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37AF1E08-C443-B0FD-A8D6-360D4D986886}"/>
                  </a:ext>
                </a:extLst>
              </p:cNvPr>
              <p:cNvSpPr txBox="1"/>
              <p:nvPr/>
            </p:nvSpPr>
            <p:spPr>
              <a:xfrm>
                <a:off x="6258666" y="5015071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37AF1E08-C443-B0FD-A8D6-360D4D986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666" y="5015071"/>
                <a:ext cx="200375" cy="307777"/>
              </a:xfrm>
              <a:prstGeom prst="rect">
                <a:avLst/>
              </a:prstGeom>
              <a:blipFill>
                <a:blip r:embed="rId35"/>
                <a:stretch>
                  <a:fillRect l="-23529" r="-29412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1AB1DAD5-98E5-87E4-E149-06407EDA633D}"/>
                  </a:ext>
                </a:extLst>
              </p:cNvPr>
              <p:cNvSpPr txBox="1"/>
              <p:nvPr/>
            </p:nvSpPr>
            <p:spPr>
              <a:xfrm>
                <a:off x="4536656" y="5505582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1AB1DAD5-98E5-87E4-E149-06407EDA6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656" y="5505582"/>
                <a:ext cx="608821" cy="923330"/>
              </a:xfrm>
              <a:prstGeom prst="rect">
                <a:avLst/>
              </a:prstGeom>
              <a:blipFill>
                <a:blip r:embed="rId36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BD6CF3E7-31BB-2916-D356-67187B671E4B}"/>
                  </a:ext>
                </a:extLst>
              </p:cNvPr>
              <p:cNvSpPr txBox="1"/>
              <p:nvPr/>
            </p:nvSpPr>
            <p:spPr>
              <a:xfrm>
                <a:off x="5301329" y="5505582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BD6CF3E7-31BB-2916-D356-67187B671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329" y="5505582"/>
                <a:ext cx="608821" cy="923330"/>
              </a:xfrm>
              <a:prstGeom prst="rect">
                <a:avLst/>
              </a:prstGeom>
              <a:blipFill>
                <a:blip r:embed="rId37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FB735AB-6992-B600-586D-826FC29EE5BB}"/>
                  </a:ext>
                </a:extLst>
              </p:cNvPr>
              <p:cNvSpPr txBox="1"/>
              <p:nvPr/>
            </p:nvSpPr>
            <p:spPr>
              <a:xfrm>
                <a:off x="6069501" y="5505582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FB735AB-6992-B600-586D-826FC29EE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501" y="5505582"/>
                <a:ext cx="608821" cy="923330"/>
              </a:xfrm>
              <a:prstGeom prst="rect">
                <a:avLst/>
              </a:prstGeom>
              <a:blipFill>
                <a:blip r:embed="rId38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67D7E780-7AD3-78C9-96F7-238CE12C1520}"/>
              </a:ext>
            </a:extLst>
          </p:cNvPr>
          <p:cNvCxnSpPr>
            <a:cxnSpLocks/>
          </p:cNvCxnSpPr>
          <p:nvPr/>
        </p:nvCxnSpPr>
        <p:spPr>
          <a:xfrm flipV="1">
            <a:off x="5122115" y="5960681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25C3B5BF-928B-E681-D5B2-4C2C9A7DD934}"/>
              </a:ext>
            </a:extLst>
          </p:cNvPr>
          <p:cNvCxnSpPr>
            <a:cxnSpLocks/>
          </p:cNvCxnSpPr>
          <p:nvPr/>
        </p:nvCxnSpPr>
        <p:spPr>
          <a:xfrm flipV="1">
            <a:off x="5888883" y="5960681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D1226A0B-FCF4-116B-B821-5A74EDBC3959}"/>
                  </a:ext>
                </a:extLst>
              </p:cNvPr>
              <p:cNvSpPr txBox="1"/>
              <p:nvPr/>
            </p:nvSpPr>
            <p:spPr>
              <a:xfrm>
                <a:off x="4067572" y="5480256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D1226A0B-FCF4-116B-B821-5A74EDBC3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572" y="5480256"/>
                <a:ext cx="317779" cy="338554"/>
              </a:xfrm>
              <a:prstGeom prst="rect">
                <a:avLst/>
              </a:prstGeom>
              <a:blipFill>
                <a:blip r:embed="rId39"/>
                <a:stretch>
                  <a:fillRect l="-11538" r="-7692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4A0080C-42D6-D492-3DA0-226FD50F5B08}"/>
                  </a:ext>
                </a:extLst>
              </p:cNvPr>
              <p:cNvSpPr txBox="1"/>
              <p:nvPr/>
            </p:nvSpPr>
            <p:spPr>
              <a:xfrm>
                <a:off x="4068055" y="5771836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4A0080C-42D6-D492-3DA0-226FD50F5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55" y="5771836"/>
                <a:ext cx="324320" cy="338554"/>
              </a:xfrm>
              <a:prstGeom prst="rect">
                <a:avLst/>
              </a:prstGeom>
              <a:blipFill>
                <a:blip r:embed="rId40"/>
                <a:stretch>
                  <a:fillRect l="-11111" r="-3704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743C3B81-DFD6-7479-087C-CC2C698EF841}"/>
                  </a:ext>
                </a:extLst>
              </p:cNvPr>
              <p:cNvSpPr txBox="1"/>
              <p:nvPr/>
            </p:nvSpPr>
            <p:spPr>
              <a:xfrm>
                <a:off x="4067609" y="6074883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743C3B81-DFD6-7479-087C-CC2C698EF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609" y="6074883"/>
                <a:ext cx="324320" cy="338554"/>
              </a:xfrm>
              <a:prstGeom prst="rect">
                <a:avLst/>
              </a:prstGeom>
              <a:blipFill>
                <a:blip r:embed="rId41"/>
                <a:stretch>
                  <a:fillRect l="-11538" r="-7692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5" name="TextBox 284">
            <a:extLst>
              <a:ext uri="{FF2B5EF4-FFF2-40B4-BE49-F238E27FC236}">
                <a16:creationId xmlns:a16="http://schemas.microsoft.com/office/drawing/2014/main" id="{CADB25EA-F446-7A0B-BB69-1A18195BB1F8}"/>
              </a:ext>
            </a:extLst>
          </p:cNvPr>
          <p:cNvSpPr txBox="1"/>
          <p:nvPr/>
        </p:nvSpPr>
        <p:spPr>
          <a:xfrm>
            <a:off x="2744739" y="3781146"/>
            <a:ext cx="1283300" cy="4333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RU" b="1" dirty="0"/>
              <a:t>Scenario B:</a:t>
            </a:r>
            <a:br>
              <a:rPr lang="en-RU" b="1" dirty="0"/>
            </a:br>
            <a:r>
              <a:rPr lang="en-RU" sz="1500" b="1" dirty="0"/>
              <a:t>(transformed)    </a:t>
            </a:r>
          </a:p>
        </p:txBody>
      </p:sp>
      <p:sp>
        <p:nvSpPr>
          <p:cNvPr id="288" name="Rounded Rectangle 287">
            <a:extLst>
              <a:ext uri="{FF2B5EF4-FFF2-40B4-BE49-F238E27FC236}">
                <a16:creationId xmlns:a16="http://schemas.microsoft.com/office/drawing/2014/main" id="{E396BDFB-5256-D5E4-4954-FB1F3456D8C5}"/>
              </a:ext>
            </a:extLst>
          </p:cNvPr>
          <p:cNvSpPr/>
          <p:nvPr/>
        </p:nvSpPr>
        <p:spPr>
          <a:xfrm>
            <a:off x="4571900" y="5524525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9" name="Rounded Rectangle 288">
            <a:extLst>
              <a:ext uri="{FF2B5EF4-FFF2-40B4-BE49-F238E27FC236}">
                <a16:creationId xmlns:a16="http://schemas.microsoft.com/office/drawing/2014/main" id="{B8A81308-1A41-C750-8641-683E01DA775A}"/>
              </a:ext>
            </a:extLst>
          </p:cNvPr>
          <p:cNvSpPr/>
          <p:nvPr/>
        </p:nvSpPr>
        <p:spPr>
          <a:xfrm>
            <a:off x="5334835" y="5525417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0" name="Rounded Rectangle 289">
            <a:extLst>
              <a:ext uri="{FF2B5EF4-FFF2-40B4-BE49-F238E27FC236}">
                <a16:creationId xmlns:a16="http://schemas.microsoft.com/office/drawing/2014/main" id="{EAFC207A-F142-8644-2C64-770F6B4C1262}"/>
              </a:ext>
            </a:extLst>
          </p:cNvPr>
          <p:cNvSpPr/>
          <p:nvPr/>
        </p:nvSpPr>
        <p:spPr>
          <a:xfrm>
            <a:off x="6095459" y="5526349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2371B3EB-B3D4-7E2E-9051-81D3707B2AA1}"/>
              </a:ext>
            </a:extLst>
          </p:cNvPr>
          <p:cNvCxnSpPr>
            <a:cxnSpLocks/>
          </p:cNvCxnSpPr>
          <p:nvPr/>
        </p:nvCxnSpPr>
        <p:spPr>
          <a:xfrm>
            <a:off x="727666" y="522841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5AC603B-6B4B-49B0-ABF9-2905F4ACE3C6}"/>
              </a:ext>
            </a:extLst>
          </p:cNvPr>
          <p:cNvCxnSpPr>
            <a:cxnSpLocks/>
          </p:cNvCxnSpPr>
          <p:nvPr/>
        </p:nvCxnSpPr>
        <p:spPr>
          <a:xfrm>
            <a:off x="729341" y="552149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1B97CED1-5CAD-C111-F67B-20783DA622B3}"/>
              </a:ext>
            </a:extLst>
          </p:cNvPr>
          <p:cNvCxnSpPr>
            <a:cxnSpLocks/>
          </p:cNvCxnSpPr>
          <p:nvPr/>
        </p:nvCxnSpPr>
        <p:spPr>
          <a:xfrm>
            <a:off x="732417" y="612801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1B40B70-EE90-0306-16A3-2609CD6B172F}"/>
              </a:ext>
            </a:extLst>
          </p:cNvPr>
          <p:cNvSpPr/>
          <p:nvPr/>
        </p:nvSpPr>
        <p:spPr>
          <a:xfrm flipH="1">
            <a:off x="5598000" y="4035800"/>
            <a:ext cx="76277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07F964B2-6BEA-1205-EF53-C0C6C0B17790}"/>
              </a:ext>
            </a:extLst>
          </p:cNvPr>
          <p:cNvCxnSpPr>
            <a:cxnSpLocks/>
          </p:cNvCxnSpPr>
          <p:nvPr/>
        </p:nvCxnSpPr>
        <p:spPr>
          <a:xfrm>
            <a:off x="6367938" y="403223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08ABB2D6-FB72-3262-9089-18F247EE7577}"/>
              </a:ext>
            </a:extLst>
          </p:cNvPr>
          <p:cNvCxnSpPr>
            <a:cxnSpLocks/>
          </p:cNvCxnSpPr>
          <p:nvPr/>
        </p:nvCxnSpPr>
        <p:spPr>
          <a:xfrm>
            <a:off x="5598977" y="4036796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CB51D2DB-5417-2600-B56B-70A902937C50}"/>
              </a:ext>
            </a:extLst>
          </p:cNvPr>
          <p:cNvCxnSpPr>
            <a:cxnSpLocks/>
          </p:cNvCxnSpPr>
          <p:nvPr/>
        </p:nvCxnSpPr>
        <p:spPr>
          <a:xfrm flipV="1">
            <a:off x="7142549" y="492838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714226E6-DF08-AF7E-F4FD-FE7492871180}"/>
              </a:ext>
            </a:extLst>
          </p:cNvPr>
          <p:cNvCxnSpPr>
            <a:cxnSpLocks/>
          </p:cNvCxnSpPr>
          <p:nvPr/>
        </p:nvCxnSpPr>
        <p:spPr>
          <a:xfrm flipV="1">
            <a:off x="7913659" y="492838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C117EEC0-C24D-68A2-B7B0-17D72EA73DA1}"/>
                  </a:ext>
                </a:extLst>
              </p:cNvPr>
              <p:cNvSpPr txBox="1"/>
              <p:nvPr/>
            </p:nvSpPr>
            <p:spPr>
              <a:xfrm>
                <a:off x="7039262" y="501641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C117EEC0-C24D-68A2-B7B0-17D72EA73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262" y="5016417"/>
                <a:ext cx="200375" cy="307777"/>
              </a:xfrm>
              <a:prstGeom prst="rect">
                <a:avLst/>
              </a:prstGeom>
              <a:blipFill>
                <a:blip r:embed="rId42"/>
                <a:stretch>
                  <a:fillRect l="-23529" r="-23529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62D16F2B-1585-3A94-1464-E296F5D5FFDF}"/>
                  </a:ext>
                </a:extLst>
              </p:cNvPr>
              <p:cNvSpPr txBox="1"/>
              <p:nvPr/>
            </p:nvSpPr>
            <p:spPr>
              <a:xfrm>
                <a:off x="7802238" y="501641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62D16F2B-1585-3A94-1464-E296F5D5F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238" y="5016417"/>
                <a:ext cx="200375" cy="307777"/>
              </a:xfrm>
              <a:prstGeom prst="rect">
                <a:avLst/>
              </a:prstGeom>
              <a:blipFill>
                <a:blip r:embed="rId43"/>
                <a:stretch>
                  <a:fillRect l="-23529" r="-23529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20164CF9-9A24-9D5D-6350-898B2B4D6743}"/>
                  </a:ext>
                </a:extLst>
              </p:cNvPr>
              <p:cNvSpPr txBox="1"/>
              <p:nvPr/>
            </p:nvSpPr>
            <p:spPr>
              <a:xfrm>
                <a:off x="6837673" y="5500516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20164CF9-9A24-9D5D-6350-898B2B4D6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673" y="5500516"/>
                <a:ext cx="608821" cy="923330"/>
              </a:xfrm>
              <a:prstGeom prst="rect">
                <a:avLst/>
              </a:prstGeom>
              <a:blipFill>
                <a:blip r:embed="rId44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3212F531-F745-B428-7A97-4013280D47DF}"/>
              </a:ext>
            </a:extLst>
          </p:cNvPr>
          <p:cNvCxnSpPr>
            <a:cxnSpLocks/>
          </p:cNvCxnSpPr>
          <p:nvPr/>
        </p:nvCxnSpPr>
        <p:spPr>
          <a:xfrm flipV="1">
            <a:off x="6657055" y="5955615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Rounded Rectangle 327">
            <a:extLst>
              <a:ext uri="{FF2B5EF4-FFF2-40B4-BE49-F238E27FC236}">
                <a16:creationId xmlns:a16="http://schemas.microsoft.com/office/drawing/2014/main" id="{091900DA-0A0C-3005-2106-DB4098C618A0}"/>
              </a:ext>
            </a:extLst>
          </p:cNvPr>
          <p:cNvSpPr/>
          <p:nvPr/>
        </p:nvSpPr>
        <p:spPr>
          <a:xfrm>
            <a:off x="6863631" y="5521283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F7A464C1-541D-0DFA-2714-83FD2460DC24}"/>
                  </a:ext>
                </a:extLst>
              </p:cNvPr>
              <p:cNvSpPr txBox="1"/>
              <p:nvPr/>
            </p:nvSpPr>
            <p:spPr>
              <a:xfrm>
                <a:off x="7613202" y="5500515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F7A464C1-541D-0DFA-2714-83FD2460D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202" y="5500515"/>
                <a:ext cx="608821" cy="923330"/>
              </a:xfrm>
              <a:prstGeom prst="rect">
                <a:avLst/>
              </a:prstGeom>
              <a:blipFill>
                <a:blip r:embed="rId45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1F72B565-ACBC-4E9D-860A-4B22AB7B330C}"/>
              </a:ext>
            </a:extLst>
          </p:cNvPr>
          <p:cNvCxnSpPr>
            <a:cxnSpLocks/>
          </p:cNvCxnSpPr>
          <p:nvPr/>
        </p:nvCxnSpPr>
        <p:spPr>
          <a:xfrm flipV="1">
            <a:off x="7432584" y="5955614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Rounded Rectangle 330">
            <a:extLst>
              <a:ext uri="{FF2B5EF4-FFF2-40B4-BE49-F238E27FC236}">
                <a16:creationId xmlns:a16="http://schemas.microsoft.com/office/drawing/2014/main" id="{C1B8095E-37E2-2D1F-D979-9F1A26671059}"/>
              </a:ext>
            </a:extLst>
          </p:cNvPr>
          <p:cNvSpPr/>
          <p:nvPr/>
        </p:nvSpPr>
        <p:spPr>
          <a:xfrm>
            <a:off x="7639160" y="5521282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8E6EDF67-5603-76AA-8BC2-28E774844116}"/>
              </a:ext>
            </a:extLst>
          </p:cNvPr>
          <p:cNvSpPr/>
          <p:nvPr/>
        </p:nvSpPr>
        <p:spPr>
          <a:xfrm flipH="1">
            <a:off x="4808011" y="4335890"/>
            <a:ext cx="155261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60346485-6691-F3A6-0479-983FB2E2C186}"/>
              </a:ext>
            </a:extLst>
          </p:cNvPr>
          <p:cNvCxnSpPr>
            <a:cxnSpLocks/>
          </p:cNvCxnSpPr>
          <p:nvPr/>
        </p:nvCxnSpPr>
        <p:spPr>
          <a:xfrm flipV="1">
            <a:off x="4814077" y="4328178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96418294-7A42-716F-716F-EB10F5A6DFB4}"/>
              </a:ext>
            </a:extLst>
          </p:cNvPr>
          <p:cNvCxnSpPr>
            <a:cxnSpLocks/>
          </p:cNvCxnSpPr>
          <p:nvPr/>
        </p:nvCxnSpPr>
        <p:spPr>
          <a:xfrm>
            <a:off x="4818258" y="4329324"/>
            <a:ext cx="154865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C41E163C-6438-0102-C441-01EAD4285F3A}"/>
              </a:ext>
            </a:extLst>
          </p:cNvPr>
          <p:cNvCxnSpPr>
            <a:cxnSpLocks/>
          </p:cNvCxnSpPr>
          <p:nvPr/>
        </p:nvCxnSpPr>
        <p:spPr>
          <a:xfrm>
            <a:off x="6364983" y="4335890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9E5868A4-57BB-99C6-49BA-D3101EFC855D}"/>
              </a:ext>
            </a:extLst>
          </p:cNvPr>
          <p:cNvCxnSpPr>
            <a:cxnSpLocks/>
          </p:cNvCxnSpPr>
          <p:nvPr/>
        </p:nvCxnSpPr>
        <p:spPr>
          <a:xfrm flipH="1" flipV="1">
            <a:off x="5588122" y="4040910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32254EB3-03ED-A6F2-75B6-73314F8FA3B1}"/>
              </a:ext>
            </a:extLst>
          </p:cNvPr>
          <p:cNvGrpSpPr/>
          <p:nvPr/>
        </p:nvGrpSpPr>
        <p:grpSpPr>
          <a:xfrm>
            <a:off x="7107027" y="4039625"/>
            <a:ext cx="45719" cy="296189"/>
            <a:chOff x="3509152" y="253612"/>
            <a:chExt cx="45719" cy="296189"/>
          </a:xfrm>
        </p:grpSpPr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6FF11735-4E8D-E16A-24F6-AD53A3F0FB11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5840A899-A893-7E4E-BD42-141E9AF676D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3CF07DC2-21F7-B9B1-7ABA-E3687C73C7C1}"/>
              </a:ext>
            </a:extLst>
          </p:cNvPr>
          <p:cNvGrpSpPr/>
          <p:nvPr/>
        </p:nvGrpSpPr>
        <p:grpSpPr>
          <a:xfrm>
            <a:off x="7107027" y="4339023"/>
            <a:ext cx="45719" cy="296189"/>
            <a:chOff x="3509152" y="253612"/>
            <a:chExt cx="45719" cy="296189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B37995B4-3E1A-A63B-CCE5-80FCFFA2DB3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E51DD9BA-EF2D-0EF1-F067-4EDFE5D78071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7" name="Rectangle 356">
            <a:extLst>
              <a:ext uri="{FF2B5EF4-FFF2-40B4-BE49-F238E27FC236}">
                <a16:creationId xmlns:a16="http://schemas.microsoft.com/office/drawing/2014/main" id="{671D587A-32A7-BB5D-B5A1-420A209D0F8E}"/>
              </a:ext>
            </a:extLst>
          </p:cNvPr>
          <p:cNvSpPr/>
          <p:nvPr/>
        </p:nvSpPr>
        <p:spPr>
          <a:xfrm flipH="1">
            <a:off x="4816822" y="4630407"/>
            <a:ext cx="771322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308A727F-CCC1-11F4-5A22-1A1695DA9758}"/>
              </a:ext>
            </a:extLst>
          </p:cNvPr>
          <p:cNvCxnSpPr>
            <a:cxnSpLocks/>
          </p:cNvCxnSpPr>
          <p:nvPr/>
        </p:nvCxnSpPr>
        <p:spPr>
          <a:xfrm flipV="1">
            <a:off x="4813890" y="4627956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Rectangle 359">
            <a:extLst>
              <a:ext uri="{FF2B5EF4-FFF2-40B4-BE49-F238E27FC236}">
                <a16:creationId xmlns:a16="http://schemas.microsoft.com/office/drawing/2014/main" id="{54B09307-4405-47B0-F766-13CE96BC8740}"/>
              </a:ext>
            </a:extLst>
          </p:cNvPr>
          <p:cNvSpPr/>
          <p:nvPr/>
        </p:nvSpPr>
        <p:spPr>
          <a:xfrm flipH="1">
            <a:off x="6377708" y="4625961"/>
            <a:ext cx="1524726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22A5FCE7-94B0-E7B1-EE94-E8CBD20C593D}"/>
              </a:ext>
            </a:extLst>
          </p:cNvPr>
          <p:cNvCxnSpPr>
            <a:cxnSpLocks/>
          </p:cNvCxnSpPr>
          <p:nvPr/>
        </p:nvCxnSpPr>
        <p:spPr>
          <a:xfrm flipV="1">
            <a:off x="4811207" y="4622900"/>
            <a:ext cx="3100312" cy="107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Rectangle 361">
            <a:extLst>
              <a:ext uri="{FF2B5EF4-FFF2-40B4-BE49-F238E27FC236}">
                <a16:creationId xmlns:a16="http://schemas.microsoft.com/office/drawing/2014/main" id="{E4FEBD71-3858-6590-CFFE-E13199F242A2}"/>
              </a:ext>
            </a:extLst>
          </p:cNvPr>
          <p:cNvSpPr/>
          <p:nvPr/>
        </p:nvSpPr>
        <p:spPr>
          <a:xfrm flipH="1">
            <a:off x="5603521" y="4631658"/>
            <a:ext cx="756352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2D1D3D44-9D20-DA22-5CD3-DCA26F04121A}"/>
              </a:ext>
            </a:extLst>
          </p:cNvPr>
          <p:cNvGrpSpPr/>
          <p:nvPr/>
        </p:nvGrpSpPr>
        <p:grpSpPr>
          <a:xfrm>
            <a:off x="7925968" y="4624244"/>
            <a:ext cx="45719" cy="296189"/>
            <a:chOff x="3509152" y="253612"/>
            <a:chExt cx="45719" cy="296189"/>
          </a:xfrm>
        </p:grpSpPr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769F9B71-1AC6-9581-1A95-EF74332FA4E9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FF6A891D-E63E-ED7A-E058-72400FF583BA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68764EAA-F6FE-91B1-5D9C-8C733F131544}"/>
              </a:ext>
            </a:extLst>
          </p:cNvPr>
          <p:cNvCxnSpPr>
            <a:cxnSpLocks/>
          </p:cNvCxnSpPr>
          <p:nvPr/>
        </p:nvCxnSpPr>
        <p:spPr>
          <a:xfrm>
            <a:off x="7911519" y="4623970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797B6EBD-0BDA-24FA-CC6E-F98FB7B22096}"/>
                  </a:ext>
                </a:extLst>
              </p:cNvPr>
              <p:cNvSpPr txBox="1"/>
              <p:nvPr/>
            </p:nvSpPr>
            <p:spPr>
              <a:xfrm>
                <a:off x="5637051" y="4044945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797B6EBD-0BDA-24FA-CC6E-F98FB7B22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051" y="4044945"/>
                <a:ext cx="215636" cy="261610"/>
              </a:xfrm>
              <a:prstGeom prst="rect">
                <a:avLst/>
              </a:prstGeom>
              <a:blipFill>
                <a:blip r:embed="rId46"/>
                <a:stretch>
                  <a:fillRect l="-35294" r="-11765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CDA896AC-BB73-275E-6425-1E5AACBCFD86}"/>
                  </a:ext>
                </a:extLst>
              </p:cNvPr>
              <p:cNvSpPr txBox="1"/>
              <p:nvPr/>
            </p:nvSpPr>
            <p:spPr>
              <a:xfrm>
                <a:off x="4899181" y="4326925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CDA896AC-BB73-275E-6425-1E5AACBCF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181" y="4326925"/>
                <a:ext cx="220701" cy="261610"/>
              </a:xfrm>
              <a:prstGeom prst="rect">
                <a:avLst/>
              </a:prstGeom>
              <a:blipFill>
                <a:blip r:embed="rId47"/>
                <a:stretch>
                  <a:fillRect l="-26316" r="-5263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CFB9D2A3-C9FE-AE63-6E33-C9BFB0E170BA}"/>
                  </a:ext>
                </a:extLst>
              </p:cNvPr>
              <p:cNvSpPr txBox="1"/>
              <p:nvPr/>
            </p:nvSpPr>
            <p:spPr>
              <a:xfrm>
                <a:off x="4890116" y="4634007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CFB9D2A3-C9FE-AE63-6E33-C9BFB0E17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116" y="4634007"/>
                <a:ext cx="220701" cy="261610"/>
              </a:xfrm>
              <a:prstGeom prst="rect">
                <a:avLst/>
              </a:prstGeom>
              <a:blipFill>
                <a:blip r:embed="rId48"/>
                <a:stretch>
                  <a:fillRect l="-26316" r="-10526" b="-2727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1C37BE00-1903-64F1-D4CB-4E8A82582799}"/>
                  </a:ext>
                </a:extLst>
              </p:cNvPr>
              <p:cNvSpPr txBox="1"/>
              <p:nvPr/>
            </p:nvSpPr>
            <p:spPr>
              <a:xfrm>
                <a:off x="3069741" y="3161706"/>
                <a:ext cx="226433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RU" b="1" dirty="0">
                    <a:latin typeface="+mj-lt"/>
                  </a:rPr>
                  <a:t>States pruned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RU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1C37BE00-1903-64F1-D4CB-4E8A82582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741" y="3161706"/>
                <a:ext cx="2264338" cy="276999"/>
              </a:xfrm>
              <a:prstGeom prst="rect">
                <a:avLst/>
              </a:prstGeom>
              <a:blipFill>
                <a:blip r:embed="rId49"/>
                <a:stretch>
                  <a:fillRect l="-6111" t="-27273" r="-2222" b="-5454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AD2FEEA-28D7-8206-0E6C-B4BE362FA4F0}"/>
              </a:ext>
            </a:extLst>
          </p:cNvPr>
          <p:cNvGrpSpPr/>
          <p:nvPr/>
        </p:nvGrpSpPr>
        <p:grpSpPr>
          <a:xfrm>
            <a:off x="2739698" y="2595435"/>
            <a:ext cx="309691" cy="205149"/>
            <a:chOff x="9664906" y="3882521"/>
            <a:chExt cx="309691" cy="205149"/>
          </a:xfrm>
        </p:grpSpPr>
        <p:grpSp>
          <p:nvGrpSpPr>
            <p:cNvPr id="387" name="Group 386">
              <a:extLst>
                <a:ext uri="{FF2B5EF4-FFF2-40B4-BE49-F238E27FC236}">
                  <a16:creationId xmlns:a16="http://schemas.microsoft.com/office/drawing/2014/main" id="{472B1528-0BF3-750A-636A-F2E6C3599F8A}"/>
                </a:ext>
              </a:extLst>
            </p:cNvPr>
            <p:cNvGrpSpPr/>
            <p:nvPr/>
          </p:nvGrpSpPr>
          <p:grpSpPr>
            <a:xfrm>
              <a:off x="9682759" y="3882521"/>
              <a:ext cx="181382" cy="205149"/>
              <a:chOff x="9710295" y="2576141"/>
              <a:chExt cx="181383" cy="289752"/>
            </a:xfrm>
          </p:grpSpPr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5CD140FD-2796-114A-A353-E99A9F01F2FF}"/>
                  </a:ext>
                </a:extLst>
              </p:cNvPr>
              <p:cNvSpPr/>
              <p:nvPr/>
            </p:nvSpPr>
            <p:spPr>
              <a:xfrm flipH="1">
                <a:off x="9710295" y="2576141"/>
                <a:ext cx="181383" cy="289752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96A2CE66-4C0A-02C8-D4AB-14323B8D4471}"/>
                  </a:ext>
                </a:extLst>
              </p:cNvPr>
              <p:cNvGrpSpPr/>
              <p:nvPr/>
            </p:nvGrpSpPr>
            <p:grpSpPr>
              <a:xfrm>
                <a:off x="9729192" y="2627437"/>
                <a:ext cx="123586" cy="187160"/>
                <a:chOff x="10105712" y="4024829"/>
                <a:chExt cx="295588" cy="385917"/>
              </a:xfrm>
            </p:grpSpPr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84F0707E-9951-B929-09B2-79806BB69D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105712" y="4024829"/>
                  <a:ext cx="295588" cy="385917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Straight Connector 379">
                  <a:extLst>
                    <a:ext uri="{FF2B5EF4-FFF2-40B4-BE49-F238E27FC236}">
                      <a16:creationId xmlns:a16="http://schemas.microsoft.com/office/drawing/2014/main" id="{042A67FA-2F1F-F7E6-FF96-A65F3F11D0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05712" y="4024829"/>
                  <a:ext cx="295588" cy="385917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9B93D71-7E87-9211-14F1-8A55411789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4906" y="3979109"/>
              <a:ext cx="309691" cy="537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1" name="Straight Connector 120"/>
          <p:cNvCxnSpPr/>
          <p:nvPr/>
        </p:nvCxnSpPr>
        <p:spPr>
          <a:xfrm>
            <a:off x="8512914" y="174901"/>
            <a:ext cx="0" cy="65628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B2D48191-0E00-3FC2-B60D-8CAA5A3A488C}"/>
                  </a:ext>
                </a:extLst>
              </p:cNvPr>
              <p:cNvSpPr txBox="1"/>
              <p:nvPr/>
            </p:nvSpPr>
            <p:spPr>
              <a:xfrm>
                <a:off x="8276938" y="490808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B2D48191-0E00-3FC2-B60D-8CAA5A3A4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938" y="4908080"/>
                <a:ext cx="231602" cy="430887"/>
              </a:xfrm>
              <a:prstGeom prst="rect">
                <a:avLst/>
              </a:prstGeom>
              <a:blipFill>
                <a:blip r:embed="rId50"/>
                <a:stretch>
                  <a:fillRect l="-25000" r="-20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95A0931F-7D82-72B9-D627-D435697C787D}"/>
              </a:ext>
            </a:extLst>
          </p:cNvPr>
          <p:cNvCxnSpPr>
            <a:cxnSpLocks/>
          </p:cNvCxnSpPr>
          <p:nvPr/>
        </p:nvCxnSpPr>
        <p:spPr>
          <a:xfrm>
            <a:off x="4806774" y="4932011"/>
            <a:ext cx="3706140" cy="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D4B63AFA-87C2-D1D9-0F58-3E704FD7E656}"/>
              </a:ext>
            </a:extLst>
          </p:cNvPr>
          <p:cNvGrpSpPr/>
          <p:nvPr/>
        </p:nvGrpSpPr>
        <p:grpSpPr>
          <a:xfrm>
            <a:off x="8204915" y="5853307"/>
            <a:ext cx="309691" cy="205149"/>
            <a:chOff x="9664906" y="3882521"/>
            <a:chExt cx="309691" cy="205149"/>
          </a:xfrm>
        </p:grpSpPr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28653104-3605-B3F4-2A19-1BEAA2A1508E}"/>
                </a:ext>
              </a:extLst>
            </p:cNvPr>
            <p:cNvGrpSpPr/>
            <p:nvPr/>
          </p:nvGrpSpPr>
          <p:grpSpPr>
            <a:xfrm>
              <a:off x="9682759" y="3882521"/>
              <a:ext cx="181382" cy="205149"/>
              <a:chOff x="9710295" y="2576141"/>
              <a:chExt cx="181383" cy="289752"/>
            </a:xfrm>
          </p:grpSpPr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92E81726-11DE-6DF4-52CC-3A4387B7D1EE}"/>
                  </a:ext>
                </a:extLst>
              </p:cNvPr>
              <p:cNvSpPr/>
              <p:nvPr/>
            </p:nvSpPr>
            <p:spPr>
              <a:xfrm flipH="1">
                <a:off x="9710295" y="2576141"/>
                <a:ext cx="181383" cy="289752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396" name="Group 395">
                <a:extLst>
                  <a:ext uri="{FF2B5EF4-FFF2-40B4-BE49-F238E27FC236}">
                    <a16:creationId xmlns:a16="http://schemas.microsoft.com/office/drawing/2014/main" id="{6CA0B3E4-78C9-7765-D66D-3EEA07EF6039}"/>
                  </a:ext>
                </a:extLst>
              </p:cNvPr>
              <p:cNvGrpSpPr/>
              <p:nvPr/>
            </p:nvGrpSpPr>
            <p:grpSpPr>
              <a:xfrm>
                <a:off x="9729192" y="2627437"/>
                <a:ext cx="123586" cy="187160"/>
                <a:chOff x="10105712" y="4024829"/>
                <a:chExt cx="295588" cy="385917"/>
              </a:xfrm>
            </p:grpSpPr>
            <p:cxnSp>
              <p:nvCxnSpPr>
                <p:cNvPr id="397" name="Straight Connector 396">
                  <a:extLst>
                    <a:ext uri="{FF2B5EF4-FFF2-40B4-BE49-F238E27FC236}">
                      <a16:creationId xmlns:a16="http://schemas.microsoft.com/office/drawing/2014/main" id="{76E18BEE-ECD3-31B9-6FC5-8E02A6CE99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105712" y="4024829"/>
                  <a:ext cx="295588" cy="385917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21AC2C74-AD39-1206-3005-99F3050DFB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05712" y="4024829"/>
                  <a:ext cx="295588" cy="385917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8F506F3F-48A1-7A9D-02B2-B7A54F5DA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4906" y="3979109"/>
              <a:ext cx="309691" cy="537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/>
              <p:nvPr/>
            </p:nvSpPr>
            <p:spPr>
              <a:xfrm>
                <a:off x="2734049" y="194430"/>
                <a:ext cx="3187091" cy="47295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8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RU" dirty="0">
                    <a:solidFill>
                      <a:schemeClr val="tx1"/>
                    </a:solidFill>
                  </a:rPr>
                  <a:t> violates interf</a:t>
                </a:r>
                <a:r>
                  <a:rPr lang="en-RU" dirty="0"/>
                  <a:t>erence</a:t>
                </a:r>
                <a:r>
                  <a:rPr lang="en-RU" dirty="0">
                    <a:solidFill>
                      <a:schemeClr val="tx1"/>
                    </a:solidFill>
                  </a:rPr>
                  <a:t> </a:t>
                </a:r>
                <a:r>
                  <a:rPr lang="en-GB" dirty="0"/>
                  <a:t>c</a:t>
                </a:r>
                <a:r>
                  <a:rPr lang="en-RU" dirty="0">
                    <a:solidFill>
                      <a:schemeClr val="tx1"/>
                    </a:solidFill>
                  </a:rPr>
                  <a:t>ondition;</a:t>
                </a:r>
              </a:p>
              <a:p>
                <a:pPr>
                  <a:lnSpc>
                    <a:spcPct val="85000"/>
                  </a:lnSpc>
                </a:pPr>
                <a:r>
                  <a:rPr lang="en-RU" dirty="0"/>
                  <a:t>schedule is not examined further</a:t>
                </a:r>
                <a:endParaRPr lang="en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049" y="194430"/>
                <a:ext cx="3187091" cy="472950"/>
              </a:xfrm>
              <a:prstGeom prst="rect">
                <a:avLst/>
              </a:prstGeom>
              <a:blipFill>
                <a:blip r:embed="rId51"/>
                <a:stretch>
                  <a:fillRect l="-4365" t="-23684" r="-3571" b="-2894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3" name="Freeform 402">
            <a:extLst>
              <a:ext uri="{FF2B5EF4-FFF2-40B4-BE49-F238E27FC236}">
                <a16:creationId xmlns:a16="http://schemas.microsoft.com/office/drawing/2014/main" id="{40327C4D-B370-82C9-EEF2-0E707698935B}"/>
              </a:ext>
            </a:extLst>
          </p:cNvPr>
          <p:cNvSpPr/>
          <p:nvPr/>
        </p:nvSpPr>
        <p:spPr>
          <a:xfrm>
            <a:off x="2553574" y="742727"/>
            <a:ext cx="168330" cy="190353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4C0CC175-1B06-4CC2-BA0F-8C75E191097B}"/>
                  </a:ext>
                </a:extLst>
              </p:cNvPr>
              <p:cNvSpPr txBox="1"/>
              <p:nvPr/>
            </p:nvSpPr>
            <p:spPr>
              <a:xfrm>
                <a:off x="6471662" y="3664343"/>
                <a:ext cx="2015890" cy="73866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RU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RU" sz="1600" dirty="0">
                    <a:solidFill>
                      <a:schemeClr val="tx1"/>
                    </a:solidFill>
                  </a:rPr>
                  <a:t> violates interf. </a:t>
                </a:r>
                <a:r>
                  <a:rPr lang="en-GB" sz="1600" dirty="0"/>
                  <a:t>c</a:t>
                </a:r>
                <a:r>
                  <a:rPr lang="en-RU" sz="1600" dirty="0">
                    <a:solidFill>
                      <a:schemeClr val="tx1"/>
                    </a:solidFill>
                  </a:rPr>
                  <a:t>ond.;</a:t>
                </a:r>
              </a:p>
              <a:p>
                <a:r>
                  <a:rPr lang="en-RU" sz="1600" dirty="0"/>
                  <a:t>schedule is not examined further</a:t>
                </a:r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4C0CC175-1B06-4CC2-BA0F-8C75E1910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662" y="3664343"/>
                <a:ext cx="2015890" cy="738664"/>
              </a:xfrm>
              <a:prstGeom prst="rect">
                <a:avLst/>
              </a:prstGeom>
              <a:blipFill>
                <a:blip r:embed="rId52"/>
                <a:stretch>
                  <a:fillRect l="-6250" t="-8475" r="-3125" b="-15254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5" name="Freeform 404">
            <a:extLst>
              <a:ext uri="{FF2B5EF4-FFF2-40B4-BE49-F238E27FC236}">
                <a16:creationId xmlns:a16="http://schemas.microsoft.com/office/drawing/2014/main" id="{DB736707-EA4C-5E84-6F10-0884EC45636F}"/>
              </a:ext>
            </a:extLst>
          </p:cNvPr>
          <p:cNvSpPr/>
          <p:nvPr/>
        </p:nvSpPr>
        <p:spPr>
          <a:xfrm>
            <a:off x="7962118" y="4095213"/>
            <a:ext cx="146676" cy="677953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  <a:gd name="connsiteX0" fmla="*/ 4889 w 166567"/>
              <a:gd name="connsiteY0" fmla="*/ 0 h 569630"/>
              <a:gd name="connsiteX1" fmla="*/ 161925 w 166567"/>
              <a:gd name="connsiteY1" fmla="*/ 464855 h 569630"/>
              <a:gd name="connsiteX2" fmla="*/ 0 w 166567"/>
              <a:gd name="connsiteY2" fmla="*/ 569630 h 569630"/>
              <a:gd name="connsiteX0" fmla="*/ 4889 w 178392"/>
              <a:gd name="connsiteY0" fmla="*/ 0 h 569630"/>
              <a:gd name="connsiteX1" fmla="*/ 161925 w 178392"/>
              <a:gd name="connsiteY1" fmla="*/ 464855 h 569630"/>
              <a:gd name="connsiteX2" fmla="*/ 0 w 178392"/>
              <a:gd name="connsiteY2" fmla="*/ 569630 h 569630"/>
              <a:gd name="connsiteX0" fmla="*/ 4889 w 212555"/>
              <a:gd name="connsiteY0" fmla="*/ 0 h 569630"/>
              <a:gd name="connsiteX1" fmla="*/ 201404 w 212555"/>
              <a:gd name="connsiteY1" fmla="*/ 328783 h 569630"/>
              <a:gd name="connsiteX2" fmla="*/ 0 w 212555"/>
              <a:gd name="connsiteY2" fmla="*/ 569630 h 569630"/>
              <a:gd name="connsiteX0" fmla="*/ 4889 w 212555"/>
              <a:gd name="connsiteY0" fmla="*/ 0 h 569630"/>
              <a:gd name="connsiteX1" fmla="*/ 201404 w 212555"/>
              <a:gd name="connsiteY1" fmla="*/ 328783 h 569630"/>
              <a:gd name="connsiteX2" fmla="*/ 0 w 212555"/>
              <a:gd name="connsiteY2" fmla="*/ 569630 h 569630"/>
              <a:gd name="connsiteX0" fmla="*/ 4889 w 201404"/>
              <a:gd name="connsiteY0" fmla="*/ 0 h 569630"/>
              <a:gd name="connsiteX1" fmla="*/ 201404 w 201404"/>
              <a:gd name="connsiteY1" fmla="*/ 328783 h 569630"/>
              <a:gd name="connsiteX2" fmla="*/ 0 w 201404"/>
              <a:gd name="connsiteY2" fmla="*/ 569630 h 569630"/>
              <a:gd name="connsiteX0" fmla="*/ 4889 w 201714"/>
              <a:gd name="connsiteY0" fmla="*/ 0 h 569630"/>
              <a:gd name="connsiteX1" fmla="*/ 201404 w 201714"/>
              <a:gd name="connsiteY1" fmla="*/ 328783 h 569630"/>
              <a:gd name="connsiteX2" fmla="*/ 0 w 201714"/>
              <a:gd name="connsiteY2" fmla="*/ 569630 h 569630"/>
              <a:gd name="connsiteX0" fmla="*/ 4889 w 201714"/>
              <a:gd name="connsiteY0" fmla="*/ 0 h 569630"/>
              <a:gd name="connsiteX1" fmla="*/ 201404 w 201714"/>
              <a:gd name="connsiteY1" fmla="*/ 290513 h 569630"/>
              <a:gd name="connsiteX2" fmla="*/ 0 w 201714"/>
              <a:gd name="connsiteY2" fmla="*/ 569630 h 569630"/>
              <a:gd name="connsiteX0" fmla="*/ 0 w 295524"/>
              <a:gd name="connsiteY0" fmla="*/ 0 h 743972"/>
              <a:gd name="connsiteX1" fmla="*/ 295214 w 295524"/>
              <a:gd name="connsiteY1" fmla="*/ 464855 h 743972"/>
              <a:gd name="connsiteX2" fmla="*/ 93810 w 295524"/>
              <a:gd name="connsiteY2" fmla="*/ 743972 h 743972"/>
              <a:gd name="connsiteX0" fmla="*/ 0 w 288958"/>
              <a:gd name="connsiteY0" fmla="*/ 0 h 743972"/>
              <a:gd name="connsiteX1" fmla="*/ 288635 w 288958"/>
              <a:gd name="connsiteY1" fmla="*/ 379810 h 743972"/>
              <a:gd name="connsiteX2" fmla="*/ 93810 w 288958"/>
              <a:gd name="connsiteY2" fmla="*/ 743972 h 743972"/>
              <a:gd name="connsiteX0" fmla="*/ 0 w 308658"/>
              <a:gd name="connsiteY0" fmla="*/ 0 h 743972"/>
              <a:gd name="connsiteX1" fmla="*/ 308374 w 308658"/>
              <a:gd name="connsiteY1" fmla="*/ 396818 h 743972"/>
              <a:gd name="connsiteX2" fmla="*/ 93810 w 308658"/>
              <a:gd name="connsiteY2" fmla="*/ 743972 h 743972"/>
              <a:gd name="connsiteX0" fmla="*/ 0 w 308659"/>
              <a:gd name="connsiteY0" fmla="*/ 0 h 743972"/>
              <a:gd name="connsiteX1" fmla="*/ 308374 w 308659"/>
              <a:gd name="connsiteY1" fmla="*/ 396818 h 743972"/>
              <a:gd name="connsiteX2" fmla="*/ 93810 w 308659"/>
              <a:gd name="connsiteY2" fmla="*/ 743972 h 743972"/>
              <a:gd name="connsiteX0" fmla="*/ 0 w 308374"/>
              <a:gd name="connsiteY0" fmla="*/ 0 h 743972"/>
              <a:gd name="connsiteX1" fmla="*/ 308374 w 308374"/>
              <a:gd name="connsiteY1" fmla="*/ 396818 h 743972"/>
              <a:gd name="connsiteX2" fmla="*/ 93810 w 308374"/>
              <a:gd name="connsiteY2" fmla="*/ 743972 h 743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374" h="743972">
                <a:moveTo>
                  <a:pt x="0" y="0"/>
                </a:moveTo>
                <a:cubicBezTo>
                  <a:pt x="176525" y="66958"/>
                  <a:pt x="306996" y="163682"/>
                  <a:pt x="308374" y="396818"/>
                </a:cubicBezTo>
                <a:cubicBezTo>
                  <a:pt x="303176" y="604440"/>
                  <a:pt x="155722" y="714603"/>
                  <a:pt x="93810" y="743972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9D96DB24-E86A-8451-D642-D25C872D509D}"/>
              </a:ext>
            </a:extLst>
          </p:cNvPr>
          <p:cNvCxnSpPr>
            <a:cxnSpLocks/>
          </p:cNvCxnSpPr>
          <p:nvPr/>
        </p:nvCxnSpPr>
        <p:spPr>
          <a:xfrm>
            <a:off x="729778" y="643421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32243045-FE09-7443-2094-1975273CA46C}"/>
              </a:ext>
            </a:extLst>
          </p:cNvPr>
          <p:cNvCxnSpPr>
            <a:cxnSpLocks/>
          </p:cNvCxnSpPr>
          <p:nvPr/>
        </p:nvCxnSpPr>
        <p:spPr>
          <a:xfrm>
            <a:off x="731176" y="673761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E2FE3692-AC60-103D-38C1-C1066BD2B217}"/>
                  </a:ext>
                </a:extLst>
              </p:cNvPr>
              <p:cNvSpPr txBox="1"/>
              <p:nvPr/>
            </p:nvSpPr>
            <p:spPr>
              <a:xfrm>
                <a:off x="6205124" y="6442533"/>
                <a:ext cx="226433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RU" b="1" dirty="0">
                    <a:latin typeface="+mj-lt"/>
                  </a:rPr>
                  <a:t>States pruned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</m:oMath>
                </a14:m>
                <a:endParaRPr lang="en-RU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E2FE3692-AC60-103D-38C1-C1066BD2B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124" y="6442533"/>
                <a:ext cx="2264338" cy="276999"/>
              </a:xfrm>
              <a:prstGeom prst="rect">
                <a:avLst/>
              </a:prstGeom>
              <a:blipFill>
                <a:blip r:embed="rId53"/>
                <a:stretch>
                  <a:fillRect l="-6145" t="-27273" r="-2793" b="-5454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36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2371B3EB-B3D4-7E2E-9051-81D3707B2AA1}"/>
              </a:ext>
            </a:extLst>
          </p:cNvPr>
          <p:cNvCxnSpPr>
            <a:cxnSpLocks/>
          </p:cNvCxnSpPr>
          <p:nvPr/>
        </p:nvCxnSpPr>
        <p:spPr>
          <a:xfrm>
            <a:off x="727666" y="504930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cxnSpLocks/>
          </p:cNvCxnSpPr>
          <p:nvPr/>
        </p:nvCxnSpPr>
        <p:spPr>
          <a:xfrm flipH="1">
            <a:off x="4806774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cxnSpLocks/>
          </p:cNvCxnSpPr>
          <p:nvPr/>
        </p:nvCxnSpPr>
        <p:spPr>
          <a:xfrm>
            <a:off x="5587436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6359286" y="174901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1566969-361B-44B8-A22D-4E71199B88C8}"/>
              </a:ext>
            </a:extLst>
          </p:cNvPr>
          <p:cNvCxnSpPr>
            <a:cxnSpLocks/>
          </p:cNvCxnSpPr>
          <p:nvPr/>
        </p:nvCxnSpPr>
        <p:spPr>
          <a:xfrm>
            <a:off x="719135" y="220826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1F5B48-D80D-4159-2E3A-3C7BF215AC3F}"/>
              </a:ext>
            </a:extLst>
          </p:cNvPr>
          <p:cNvCxnSpPr>
            <a:cxnSpLocks/>
          </p:cNvCxnSpPr>
          <p:nvPr/>
        </p:nvCxnSpPr>
        <p:spPr>
          <a:xfrm>
            <a:off x="722488" y="271813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418E584-5CF8-0BAD-F74D-6DB425936823}"/>
              </a:ext>
            </a:extLst>
          </p:cNvPr>
          <p:cNvCxnSpPr>
            <a:cxnSpLocks/>
          </p:cNvCxnSpPr>
          <p:nvPr/>
        </p:nvCxnSpPr>
        <p:spPr>
          <a:xfrm>
            <a:off x="720810" y="246994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FB8FFC9-CDE8-7198-27D9-600DF2857851}"/>
              </a:ext>
            </a:extLst>
          </p:cNvPr>
          <p:cNvCxnSpPr>
            <a:cxnSpLocks/>
          </p:cNvCxnSpPr>
          <p:nvPr/>
        </p:nvCxnSpPr>
        <p:spPr>
          <a:xfrm>
            <a:off x="723886" y="295874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D4A2FE7C-8DA0-30D2-9F3F-BBC09FCAC147}"/>
              </a:ext>
            </a:extLst>
          </p:cNvPr>
          <p:cNvSpPr/>
          <p:nvPr/>
        </p:nvSpPr>
        <p:spPr>
          <a:xfrm>
            <a:off x="4535901" y="2201251"/>
            <a:ext cx="539642" cy="757334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88D53E86-2F7D-C3D2-392E-66928FCFB802}"/>
              </a:ext>
            </a:extLst>
          </p:cNvPr>
          <p:cNvSpPr/>
          <p:nvPr/>
        </p:nvSpPr>
        <p:spPr>
          <a:xfrm>
            <a:off x="5326304" y="2207559"/>
            <a:ext cx="539642" cy="75356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253FC0A7-6A6F-00DC-7650-68AC75C06BAF}"/>
              </a:ext>
            </a:extLst>
          </p:cNvPr>
          <p:cNvSpPr/>
          <p:nvPr/>
        </p:nvSpPr>
        <p:spPr>
          <a:xfrm>
            <a:off x="6086928" y="2207086"/>
            <a:ext cx="539642" cy="755510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109" name="Straight Connector 108"/>
          <p:cNvCxnSpPr>
            <a:cxnSpLocks/>
          </p:cNvCxnSpPr>
          <p:nvPr/>
        </p:nvCxnSpPr>
        <p:spPr>
          <a:xfrm>
            <a:off x="4054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FF58150B-053E-0592-3AD1-7475C5746B35}"/>
              </a:ext>
            </a:extLst>
          </p:cNvPr>
          <p:cNvSpPr/>
          <p:nvPr/>
        </p:nvSpPr>
        <p:spPr>
          <a:xfrm>
            <a:off x="3782529" y="2205175"/>
            <a:ext cx="539642" cy="753410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107" name="Straight Connector 106"/>
          <p:cNvCxnSpPr>
            <a:cxnSpLocks/>
          </p:cNvCxnSpPr>
          <p:nvPr/>
        </p:nvCxnSpPr>
        <p:spPr>
          <a:xfrm flipH="1">
            <a:off x="3269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6790B5F-AC19-190D-97CB-1F2B574904B0}"/>
              </a:ext>
            </a:extLst>
          </p:cNvPr>
          <p:cNvSpPr/>
          <p:nvPr/>
        </p:nvSpPr>
        <p:spPr>
          <a:xfrm>
            <a:off x="2997265" y="2208037"/>
            <a:ext cx="539642" cy="7505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0E6CB212-C209-E5D6-1418-680213222407}"/>
              </a:ext>
            </a:extLst>
          </p:cNvPr>
          <p:cNvCxnSpPr>
            <a:cxnSpLocks/>
          </p:cNvCxnSpPr>
          <p:nvPr/>
        </p:nvCxnSpPr>
        <p:spPr>
          <a:xfrm>
            <a:off x="1723674" y="1688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cxnSpLocks/>
          </p:cNvCxnSpPr>
          <p:nvPr/>
        </p:nvCxnSpPr>
        <p:spPr>
          <a:xfrm>
            <a:off x="2500033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5A6B40FF-5188-D1B7-1699-292BAF6A6AE5}"/>
              </a:ext>
            </a:extLst>
          </p:cNvPr>
          <p:cNvCxnSpPr>
            <a:cxnSpLocks/>
          </p:cNvCxnSpPr>
          <p:nvPr/>
        </p:nvCxnSpPr>
        <p:spPr>
          <a:xfrm>
            <a:off x="748320" y="164614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30CB8D44-E538-4208-7022-599BD041538E}"/>
              </a:ext>
            </a:extLst>
          </p:cNvPr>
          <p:cNvCxnSpPr>
            <a:cxnSpLocks/>
          </p:cNvCxnSpPr>
          <p:nvPr/>
        </p:nvCxnSpPr>
        <p:spPr>
          <a:xfrm>
            <a:off x="727666" y="445853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68491-97D1-CDF5-FF25-1972BFDC054C}"/>
              </a:ext>
            </a:extLst>
          </p:cNvPr>
          <p:cNvCxnSpPr>
            <a:cxnSpLocks/>
          </p:cNvCxnSpPr>
          <p:nvPr/>
        </p:nvCxnSpPr>
        <p:spPr>
          <a:xfrm>
            <a:off x="3537679" y="2582247"/>
            <a:ext cx="245504" cy="109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89321C1B-08E9-682A-AAE0-4A4CB64CC521}"/>
              </a:ext>
            </a:extLst>
          </p:cNvPr>
          <p:cNvCxnSpPr>
            <a:cxnSpLocks/>
          </p:cNvCxnSpPr>
          <p:nvPr/>
        </p:nvCxnSpPr>
        <p:spPr>
          <a:xfrm>
            <a:off x="4807458" y="3709062"/>
            <a:ext cx="7046" cy="2339934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9EBCBE8-005B-28CD-9D8A-C1AE79FACA62}"/>
              </a:ext>
            </a:extLst>
          </p:cNvPr>
          <p:cNvCxnSpPr>
            <a:cxnSpLocks/>
          </p:cNvCxnSpPr>
          <p:nvPr/>
        </p:nvCxnSpPr>
        <p:spPr>
          <a:xfrm>
            <a:off x="719135" y="195205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B9CE83-AF4A-A1C7-71D4-804A4033887B}"/>
              </a:ext>
            </a:extLst>
          </p:cNvPr>
          <p:cNvCxnSpPr>
            <a:cxnSpLocks/>
          </p:cNvCxnSpPr>
          <p:nvPr/>
        </p:nvCxnSpPr>
        <p:spPr>
          <a:xfrm>
            <a:off x="739789" y="46538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DA07DCF-6404-4564-D3B9-3DD289361CBC}"/>
              </a:ext>
            </a:extLst>
          </p:cNvPr>
          <p:cNvCxnSpPr>
            <a:cxnSpLocks/>
          </p:cNvCxnSpPr>
          <p:nvPr/>
        </p:nvCxnSpPr>
        <p:spPr>
          <a:xfrm>
            <a:off x="739789" y="76087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EC11959-4536-9B07-F109-41B3F2AE9C75}"/>
              </a:ext>
            </a:extLst>
          </p:cNvPr>
          <p:cNvCxnSpPr>
            <a:cxnSpLocks/>
          </p:cNvCxnSpPr>
          <p:nvPr/>
        </p:nvCxnSpPr>
        <p:spPr>
          <a:xfrm>
            <a:off x="741464" y="105395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850D1DF-D5F8-8E88-D14E-00EA7CCC4B63}"/>
              </a:ext>
            </a:extLst>
          </p:cNvPr>
          <p:cNvCxnSpPr>
            <a:cxnSpLocks/>
          </p:cNvCxnSpPr>
          <p:nvPr/>
        </p:nvCxnSpPr>
        <p:spPr>
          <a:xfrm>
            <a:off x="743142" y="135707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cxnSpLocks/>
          </p:cNvCxnSpPr>
          <p:nvPr/>
        </p:nvCxnSpPr>
        <p:spPr>
          <a:xfrm>
            <a:off x="1077652" y="174901"/>
            <a:ext cx="10731" cy="6562716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cxnSpLocks/>
          </p:cNvCxnSpPr>
          <p:nvPr/>
        </p:nvCxnSpPr>
        <p:spPr>
          <a:xfrm>
            <a:off x="1723712" y="760657"/>
            <a:ext cx="1393" cy="2397322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131138" y="17490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7902988" y="17490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BB676003-E75C-C6EB-811E-C0278E7C81B4}"/>
              </a:ext>
            </a:extLst>
          </p:cNvPr>
          <p:cNvCxnSpPr/>
          <p:nvPr/>
        </p:nvCxnSpPr>
        <p:spPr>
          <a:xfrm flipV="1">
            <a:off x="2501489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97062196-B6C0-3AC7-942F-C9008DDE2569}"/>
              </a:ext>
            </a:extLst>
          </p:cNvPr>
          <p:cNvCxnSpPr>
            <a:cxnSpLocks/>
          </p:cNvCxnSpPr>
          <p:nvPr/>
        </p:nvCxnSpPr>
        <p:spPr>
          <a:xfrm flipV="1">
            <a:off x="4049551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D845780-7ACA-7B49-2014-10ED491C29C4}"/>
              </a:ext>
            </a:extLst>
          </p:cNvPr>
          <p:cNvCxnSpPr>
            <a:cxnSpLocks/>
          </p:cNvCxnSpPr>
          <p:nvPr/>
        </p:nvCxnSpPr>
        <p:spPr>
          <a:xfrm flipV="1">
            <a:off x="3275020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4C71918B-38D9-E28C-CC20-A7E9CFC535E7}"/>
              </a:ext>
            </a:extLst>
          </p:cNvPr>
          <p:cNvCxnSpPr>
            <a:cxnSpLocks/>
          </p:cNvCxnSpPr>
          <p:nvPr/>
        </p:nvCxnSpPr>
        <p:spPr>
          <a:xfrm flipV="1">
            <a:off x="4820939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D83B2D3-A195-EF8D-85AA-A92B1FEE45DC}"/>
              </a:ext>
            </a:extLst>
          </p:cNvPr>
          <p:cNvCxnSpPr>
            <a:cxnSpLocks/>
          </p:cNvCxnSpPr>
          <p:nvPr/>
        </p:nvCxnSpPr>
        <p:spPr>
          <a:xfrm flipV="1">
            <a:off x="5590446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67391AA5-4C57-743D-EFF2-4AC8E3B33049}"/>
              </a:ext>
            </a:extLst>
          </p:cNvPr>
          <p:cNvCxnSpPr>
            <a:cxnSpLocks/>
          </p:cNvCxnSpPr>
          <p:nvPr/>
        </p:nvCxnSpPr>
        <p:spPr>
          <a:xfrm flipV="1">
            <a:off x="6361556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/>
              <p:nvPr/>
            </p:nvSpPr>
            <p:spPr>
              <a:xfrm>
                <a:off x="1081400" y="712763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400" y="712763"/>
                <a:ext cx="317779" cy="338554"/>
              </a:xfrm>
              <a:prstGeom prst="rect">
                <a:avLst/>
              </a:prstGeom>
              <a:blipFill>
                <a:blip r:embed="rId3"/>
                <a:stretch>
                  <a:fillRect l="-7407" r="-7407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/>
              <p:nvPr/>
            </p:nvSpPr>
            <p:spPr>
              <a:xfrm>
                <a:off x="1077727" y="1010639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27" y="1010639"/>
                <a:ext cx="324320" cy="338554"/>
              </a:xfrm>
              <a:prstGeom prst="rect">
                <a:avLst/>
              </a:prstGeom>
              <a:blipFill>
                <a:blip r:embed="rId4"/>
                <a:stretch>
                  <a:fillRect l="-7407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/>
              <p:nvPr/>
            </p:nvSpPr>
            <p:spPr>
              <a:xfrm>
                <a:off x="1079919" y="1314179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19" y="1314179"/>
                <a:ext cx="324320" cy="338554"/>
              </a:xfrm>
              <a:prstGeom prst="rect">
                <a:avLst/>
              </a:prstGeom>
              <a:blipFill>
                <a:blip r:embed="rId5"/>
                <a:stretch>
                  <a:fillRect l="-7407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/>
              <p:nvPr/>
            </p:nvSpPr>
            <p:spPr>
              <a:xfrm>
                <a:off x="2395930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930" y="1738932"/>
                <a:ext cx="200375" cy="307777"/>
              </a:xfrm>
              <a:prstGeom prst="rect">
                <a:avLst/>
              </a:prstGeom>
              <a:blipFill>
                <a:blip r:embed="rId6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/>
              <p:nvPr/>
            </p:nvSpPr>
            <p:spPr>
              <a:xfrm>
                <a:off x="3169850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50" y="1738932"/>
                <a:ext cx="200375" cy="307777"/>
              </a:xfrm>
              <a:prstGeom prst="rect">
                <a:avLst/>
              </a:prstGeom>
              <a:blipFill>
                <a:blip r:embed="rId7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/>
              <p:nvPr/>
            </p:nvSpPr>
            <p:spPr>
              <a:xfrm>
                <a:off x="3931206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206" y="1738932"/>
                <a:ext cx="200375" cy="307777"/>
              </a:xfrm>
              <a:prstGeom prst="rect">
                <a:avLst/>
              </a:prstGeom>
              <a:blipFill>
                <a:blip r:embed="rId8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/>
              <p:nvPr/>
            </p:nvSpPr>
            <p:spPr>
              <a:xfrm>
                <a:off x="4714494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494" y="1738932"/>
                <a:ext cx="200375" cy="307777"/>
              </a:xfrm>
              <a:prstGeom prst="rect">
                <a:avLst/>
              </a:prstGeom>
              <a:blipFill>
                <a:blip r:embed="rId9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/>
              <p:nvPr/>
            </p:nvSpPr>
            <p:spPr>
              <a:xfrm>
                <a:off x="5469743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743" y="1738932"/>
                <a:ext cx="200375" cy="307777"/>
              </a:xfrm>
              <a:prstGeom prst="rect">
                <a:avLst/>
              </a:prstGeom>
              <a:blipFill>
                <a:blip r:embed="rId10"/>
                <a:stretch>
                  <a:fillRect l="-29412" r="-29412" b="-769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/>
              <p:nvPr/>
            </p:nvSpPr>
            <p:spPr>
              <a:xfrm>
                <a:off x="6250135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135" y="1738932"/>
                <a:ext cx="200375" cy="307777"/>
              </a:xfrm>
              <a:prstGeom prst="rect">
                <a:avLst/>
              </a:prstGeom>
              <a:blipFill>
                <a:blip r:embed="rId11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/>
              <p:nvPr/>
            </p:nvSpPr>
            <p:spPr>
              <a:xfrm>
                <a:off x="2988917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917" y="2214895"/>
                <a:ext cx="560987" cy="7367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/>
              <p:nvPr/>
            </p:nvSpPr>
            <p:spPr>
              <a:xfrm>
                <a:off x="3773698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698" y="2214895"/>
                <a:ext cx="560987" cy="7367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/>
              <p:nvPr/>
            </p:nvSpPr>
            <p:spPr>
              <a:xfrm>
                <a:off x="4528938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3,4,0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938" y="2214895"/>
                <a:ext cx="560987" cy="73674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/>
              <p:nvPr/>
            </p:nvSpPr>
            <p:spPr>
              <a:xfrm>
                <a:off x="5319896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1,2,1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896" y="2214895"/>
                <a:ext cx="560987" cy="73674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/>
              <p:nvPr/>
            </p:nvSpPr>
            <p:spPr>
              <a:xfrm>
                <a:off x="6077902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0,1,1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0,1,1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902" y="2214895"/>
                <a:ext cx="560987" cy="73674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30EF08-FAC1-46B0-EFF0-82297BC07C44}"/>
              </a:ext>
            </a:extLst>
          </p:cNvPr>
          <p:cNvCxnSpPr>
            <a:cxnSpLocks/>
          </p:cNvCxnSpPr>
          <p:nvPr/>
        </p:nvCxnSpPr>
        <p:spPr>
          <a:xfrm flipV="1">
            <a:off x="1933731" y="2586070"/>
            <a:ext cx="349771" cy="3158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36536C-29A9-4DEE-D35D-8C8713C46482}"/>
              </a:ext>
            </a:extLst>
          </p:cNvPr>
          <p:cNvCxnSpPr>
            <a:cxnSpLocks/>
          </p:cNvCxnSpPr>
          <p:nvPr/>
        </p:nvCxnSpPr>
        <p:spPr>
          <a:xfrm flipV="1">
            <a:off x="4333101" y="2582247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95573B-71A0-5EBF-04A0-A430B8C52681}"/>
              </a:ext>
            </a:extLst>
          </p:cNvPr>
          <p:cNvCxnSpPr>
            <a:cxnSpLocks/>
          </p:cNvCxnSpPr>
          <p:nvPr/>
        </p:nvCxnSpPr>
        <p:spPr>
          <a:xfrm flipV="1">
            <a:off x="5113584" y="2582247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2557DE-8097-E652-BF95-9A70274C7A8C}"/>
              </a:ext>
            </a:extLst>
          </p:cNvPr>
          <p:cNvCxnSpPr>
            <a:cxnSpLocks/>
          </p:cNvCxnSpPr>
          <p:nvPr/>
        </p:nvCxnSpPr>
        <p:spPr>
          <a:xfrm flipV="1">
            <a:off x="5880352" y="2582247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/>
              <p:nvPr/>
            </p:nvSpPr>
            <p:spPr>
              <a:xfrm>
                <a:off x="1077716" y="2145207"/>
                <a:ext cx="2884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16" y="2145207"/>
                <a:ext cx="288412" cy="307777"/>
              </a:xfrm>
              <a:prstGeom prst="rect">
                <a:avLst/>
              </a:prstGeom>
              <a:blipFill>
                <a:blip r:embed="rId17"/>
                <a:stretch>
                  <a:fillRect l="-8333" r="-4167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/>
              <p:nvPr/>
            </p:nvSpPr>
            <p:spPr>
              <a:xfrm>
                <a:off x="1078199" y="2393621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99" y="2393621"/>
                <a:ext cx="294376" cy="307777"/>
              </a:xfrm>
              <a:prstGeom prst="rect">
                <a:avLst/>
              </a:prstGeom>
              <a:blipFill>
                <a:blip r:embed="rId18"/>
                <a:stretch>
                  <a:fillRect l="-8000" r="-4000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/>
              <p:nvPr/>
            </p:nvSpPr>
            <p:spPr>
              <a:xfrm>
                <a:off x="1077753" y="2645649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53" y="2645649"/>
                <a:ext cx="294376" cy="307777"/>
              </a:xfrm>
              <a:prstGeom prst="rect">
                <a:avLst/>
              </a:prstGeom>
              <a:blipFill>
                <a:blip r:embed="rId19"/>
                <a:stretch>
                  <a:fillRect l="-8000" r="-4000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952F3BD-7018-8E4A-B1CD-5BD2EFF841C7}"/>
              </a:ext>
            </a:extLst>
          </p:cNvPr>
          <p:cNvCxnSpPr>
            <a:cxnSpLocks/>
          </p:cNvCxnSpPr>
          <p:nvPr/>
        </p:nvCxnSpPr>
        <p:spPr>
          <a:xfrm>
            <a:off x="717460" y="16557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D77B7D2C-DDE5-E3F8-0822-C6ACF508FF33}"/>
              </a:ext>
            </a:extLst>
          </p:cNvPr>
          <p:cNvSpPr txBox="1"/>
          <p:nvPr/>
        </p:nvSpPr>
        <p:spPr>
          <a:xfrm>
            <a:off x="1088383" y="181157"/>
            <a:ext cx="130003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b="1" dirty="0"/>
              <a:t>Scenario A:    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50A88745-64F9-EEB2-DEDF-6B3AABAFF8E6}"/>
              </a:ext>
            </a:extLst>
          </p:cNvPr>
          <p:cNvSpPr/>
          <p:nvPr/>
        </p:nvSpPr>
        <p:spPr>
          <a:xfrm>
            <a:off x="1393895" y="2207860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/>
              <p:nvPr/>
            </p:nvSpPr>
            <p:spPr>
              <a:xfrm>
                <a:off x="1383960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3,4,0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960" y="2214895"/>
                <a:ext cx="560987" cy="73674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/>
              <p:nvPr/>
            </p:nvSpPr>
            <p:spPr>
              <a:xfrm>
                <a:off x="1633684" y="1738932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684" y="1738932"/>
                <a:ext cx="200376" cy="307777"/>
              </a:xfrm>
              <a:prstGeom prst="rect">
                <a:avLst/>
              </a:prstGeom>
              <a:blipFill>
                <a:blip r:embed="rId21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6683B8D-C3F4-CEAC-997F-6CE0881B7A37}"/>
              </a:ext>
            </a:extLst>
          </p:cNvPr>
          <p:cNvSpPr/>
          <p:nvPr/>
        </p:nvSpPr>
        <p:spPr>
          <a:xfrm>
            <a:off x="2283294" y="2209438"/>
            <a:ext cx="539642" cy="7529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/>
              <p:nvPr/>
            </p:nvSpPr>
            <p:spPr>
              <a:xfrm>
                <a:off x="2274946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946" y="2214895"/>
                <a:ext cx="560987" cy="73674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Rectangle 89">
            <a:extLst>
              <a:ext uri="{FF2B5EF4-FFF2-40B4-BE49-F238E27FC236}">
                <a16:creationId xmlns:a16="http://schemas.microsoft.com/office/drawing/2014/main" id="{CD741747-6CA7-5A43-C2AF-C93FD489DD99}"/>
              </a:ext>
            </a:extLst>
          </p:cNvPr>
          <p:cNvSpPr/>
          <p:nvPr/>
        </p:nvSpPr>
        <p:spPr>
          <a:xfrm flipH="1">
            <a:off x="1732840" y="766614"/>
            <a:ext cx="767178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08E7B0F-CFF2-AA67-D8B6-7840D220231F}"/>
              </a:ext>
            </a:extLst>
          </p:cNvPr>
          <p:cNvCxnSpPr>
            <a:cxnSpLocks/>
          </p:cNvCxnSpPr>
          <p:nvPr/>
        </p:nvCxnSpPr>
        <p:spPr>
          <a:xfrm flipH="1" flipV="1">
            <a:off x="1723832" y="770130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DD1F643-1A0A-C37F-62F3-0FC5886A6FCB}"/>
              </a:ext>
            </a:extLst>
          </p:cNvPr>
          <p:cNvCxnSpPr>
            <a:cxnSpLocks/>
          </p:cNvCxnSpPr>
          <p:nvPr/>
        </p:nvCxnSpPr>
        <p:spPr>
          <a:xfrm>
            <a:off x="2503498" y="757097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D365A49-C18D-2DFC-EFD6-A0D57AC26186}"/>
              </a:ext>
            </a:extLst>
          </p:cNvPr>
          <p:cNvCxnSpPr>
            <a:cxnSpLocks/>
          </p:cNvCxnSpPr>
          <p:nvPr/>
        </p:nvCxnSpPr>
        <p:spPr>
          <a:xfrm>
            <a:off x="1721827" y="765773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38D2058-B5F6-8778-2917-C0D61DA101CE}"/>
              </a:ext>
            </a:extLst>
          </p:cNvPr>
          <p:cNvSpPr/>
          <p:nvPr/>
        </p:nvSpPr>
        <p:spPr>
          <a:xfrm flipH="1">
            <a:off x="2481131" y="1057009"/>
            <a:ext cx="156841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E4BD83C-A599-9516-9AD7-5F54FF13B9A2}"/>
              </a:ext>
            </a:extLst>
          </p:cNvPr>
          <p:cNvCxnSpPr>
            <a:cxnSpLocks/>
          </p:cNvCxnSpPr>
          <p:nvPr/>
        </p:nvCxnSpPr>
        <p:spPr>
          <a:xfrm flipV="1">
            <a:off x="2499547" y="1061826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01117A5-60E8-F086-A87C-A3069CE0BEBA}"/>
              </a:ext>
            </a:extLst>
          </p:cNvPr>
          <p:cNvCxnSpPr>
            <a:cxnSpLocks/>
          </p:cNvCxnSpPr>
          <p:nvPr/>
        </p:nvCxnSpPr>
        <p:spPr>
          <a:xfrm>
            <a:off x="4049550" y="105567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7AF42F2-BEA3-5FAE-D4AE-CF2CA236C5E0}"/>
              </a:ext>
            </a:extLst>
          </p:cNvPr>
          <p:cNvSpPr/>
          <p:nvPr/>
        </p:nvSpPr>
        <p:spPr>
          <a:xfrm flipH="1">
            <a:off x="1727594" y="1347000"/>
            <a:ext cx="232262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2974397-36FB-7C07-BA52-6738AC7A9EF0}"/>
              </a:ext>
            </a:extLst>
          </p:cNvPr>
          <p:cNvCxnSpPr>
            <a:cxnSpLocks/>
          </p:cNvCxnSpPr>
          <p:nvPr/>
        </p:nvCxnSpPr>
        <p:spPr>
          <a:xfrm flipV="1">
            <a:off x="1724016" y="1342407"/>
            <a:ext cx="0" cy="30849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070FF6A-9851-E9B2-E073-B44E97171974}"/>
              </a:ext>
            </a:extLst>
          </p:cNvPr>
          <p:cNvCxnSpPr>
            <a:cxnSpLocks/>
          </p:cNvCxnSpPr>
          <p:nvPr/>
        </p:nvCxnSpPr>
        <p:spPr>
          <a:xfrm>
            <a:off x="4049614" y="1349193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3A861D4B-F722-B2C1-BFEF-EA2FC63A4E83}"/>
              </a:ext>
            </a:extLst>
          </p:cNvPr>
          <p:cNvCxnSpPr>
            <a:cxnSpLocks/>
          </p:cNvCxnSpPr>
          <p:nvPr/>
        </p:nvCxnSpPr>
        <p:spPr>
          <a:xfrm>
            <a:off x="1723829" y="1349193"/>
            <a:ext cx="233643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9F6013C-6A56-B615-A2F7-9F955C3E21E8}"/>
              </a:ext>
            </a:extLst>
          </p:cNvPr>
          <p:cNvSpPr/>
          <p:nvPr/>
        </p:nvSpPr>
        <p:spPr>
          <a:xfrm flipH="1">
            <a:off x="4060662" y="765367"/>
            <a:ext cx="750545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C29DABB-5195-D1B1-A817-6FE2CBEDED7C}"/>
              </a:ext>
            </a:extLst>
          </p:cNvPr>
          <p:cNvCxnSpPr>
            <a:cxnSpLocks/>
          </p:cNvCxnSpPr>
          <p:nvPr/>
        </p:nvCxnSpPr>
        <p:spPr>
          <a:xfrm flipH="1" flipV="1">
            <a:off x="4051654" y="768883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854CCCA4-D8D2-A3BF-CC71-94185A7BBCC2}"/>
              </a:ext>
            </a:extLst>
          </p:cNvPr>
          <p:cNvCxnSpPr>
            <a:cxnSpLocks/>
          </p:cNvCxnSpPr>
          <p:nvPr/>
        </p:nvCxnSpPr>
        <p:spPr>
          <a:xfrm>
            <a:off x="4818258" y="755850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54EF12DB-5525-FE5F-8892-BC697F7122BB}"/>
              </a:ext>
            </a:extLst>
          </p:cNvPr>
          <p:cNvCxnSpPr>
            <a:cxnSpLocks/>
          </p:cNvCxnSpPr>
          <p:nvPr/>
        </p:nvCxnSpPr>
        <p:spPr>
          <a:xfrm>
            <a:off x="4049649" y="764526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842B79E8-6CE6-8AD5-3BE3-DA5EC506626A}"/>
              </a:ext>
            </a:extLst>
          </p:cNvPr>
          <p:cNvCxnSpPr>
            <a:cxnSpLocks/>
          </p:cNvCxnSpPr>
          <p:nvPr/>
        </p:nvCxnSpPr>
        <p:spPr>
          <a:xfrm>
            <a:off x="1721827" y="1053185"/>
            <a:ext cx="3093758" cy="382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3E55C4D0-93AD-83E6-C5A8-F157FC92AAE7}"/>
              </a:ext>
            </a:extLst>
          </p:cNvPr>
          <p:cNvGrpSpPr/>
          <p:nvPr/>
        </p:nvGrpSpPr>
        <p:grpSpPr>
          <a:xfrm>
            <a:off x="3239307" y="755850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794541B0-7ED6-B2FD-28AF-DE035D1AA5C8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087E0CBD-FDB6-2144-7497-18B63823CE8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07CF95C-945D-16BC-5DD4-7ED0B5DCFBC2}"/>
              </a:ext>
            </a:extLst>
          </p:cNvPr>
          <p:cNvSpPr/>
          <p:nvPr/>
        </p:nvSpPr>
        <p:spPr>
          <a:xfrm flipH="1">
            <a:off x="5589469" y="759661"/>
            <a:ext cx="76277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3142CAB-EC95-7325-5B5F-C35E3D22F976}"/>
              </a:ext>
            </a:extLst>
          </p:cNvPr>
          <p:cNvCxnSpPr>
            <a:cxnSpLocks/>
          </p:cNvCxnSpPr>
          <p:nvPr/>
        </p:nvCxnSpPr>
        <p:spPr>
          <a:xfrm>
            <a:off x="6359407" y="756092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5E06A8B9-AF58-CF8A-4555-3BAD9B741F15}"/>
              </a:ext>
            </a:extLst>
          </p:cNvPr>
          <p:cNvCxnSpPr>
            <a:cxnSpLocks/>
          </p:cNvCxnSpPr>
          <p:nvPr/>
        </p:nvCxnSpPr>
        <p:spPr>
          <a:xfrm>
            <a:off x="5590446" y="760657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E6D64AE-706A-8D1A-04E9-D5237591BCA8}"/>
              </a:ext>
            </a:extLst>
          </p:cNvPr>
          <p:cNvCxnSpPr>
            <a:cxnSpLocks/>
          </p:cNvCxnSpPr>
          <p:nvPr/>
        </p:nvCxnSpPr>
        <p:spPr>
          <a:xfrm>
            <a:off x="7131138" y="165569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4FD88E89-7EA6-60F8-2316-C6735318F846}"/>
              </a:ext>
            </a:extLst>
          </p:cNvPr>
          <p:cNvCxnSpPr/>
          <p:nvPr/>
        </p:nvCxnSpPr>
        <p:spPr>
          <a:xfrm>
            <a:off x="7902988" y="16557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73C2E1D2-35AF-F895-D1F1-6501B936EC6C}"/>
              </a:ext>
            </a:extLst>
          </p:cNvPr>
          <p:cNvGrpSpPr/>
          <p:nvPr/>
        </p:nvGrpSpPr>
        <p:grpSpPr>
          <a:xfrm>
            <a:off x="4781213" y="1352832"/>
            <a:ext cx="45719" cy="296189"/>
            <a:chOff x="3509152" y="253612"/>
            <a:chExt cx="45719" cy="296189"/>
          </a:xfrm>
        </p:grpSpPr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4F436A34-9D1E-D6A1-8F81-82FDBEA7B5C7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655220CF-4FE0-442B-BDC5-976E773CEDC4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7F99D4A-DA70-AC1B-4E02-E2E2FBFA242B}"/>
              </a:ext>
            </a:extLst>
          </p:cNvPr>
          <p:cNvGrpSpPr/>
          <p:nvPr/>
        </p:nvGrpSpPr>
        <p:grpSpPr>
          <a:xfrm>
            <a:off x="4781177" y="1060982"/>
            <a:ext cx="45719" cy="296189"/>
            <a:chOff x="3509152" y="253612"/>
            <a:chExt cx="45719" cy="296189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274663C-3738-9F4C-C9BF-5530EB6A8B70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296A5E5B-85F2-55CF-EBAC-F1A16D1B1B04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B65C5093-E7AE-C26D-6BC2-609334472EF5}"/>
              </a:ext>
            </a:extLst>
          </p:cNvPr>
          <p:cNvSpPr/>
          <p:nvPr/>
        </p:nvSpPr>
        <p:spPr>
          <a:xfrm flipH="1">
            <a:off x="4844089" y="1059751"/>
            <a:ext cx="1508009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C612976B-AF5E-A28E-0442-436649037CCC}"/>
              </a:ext>
            </a:extLst>
          </p:cNvPr>
          <p:cNvCxnSpPr>
            <a:cxnSpLocks/>
          </p:cNvCxnSpPr>
          <p:nvPr/>
        </p:nvCxnSpPr>
        <p:spPr>
          <a:xfrm flipV="1">
            <a:off x="4837076" y="1052039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91E62E69-C9EB-ABF8-AB46-28A82CE33461}"/>
              </a:ext>
            </a:extLst>
          </p:cNvPr>
          <p:cNvCxnSpPr>
            <a:cxnSpLocks/>
          </p:cNvCxnSpPr>
          <p:nvPr/>
        </p:nvCxnSpPr>
        <p:spPr>
          <a:xfrm>
            <a:off x="4835134" y="1053185"/>
            <a:ext cx="1523251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7D64F5BC-3A42-EF21-0501-9EA04A9DEAF5}"/>
              </a:ext>
            </a:extLst>
          </p:cNvPr>
          <p:cNvCxnSpPr>
            <a:cxnSpLocks/>
          </p:cNvCxnSpPr>
          <p:nvPr/>
        </p:nvCxnSpPr>
        <p:spPr>
          <a:xfrm>
            <a:off x="6356452" y="105975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29ED57FE-175E-16DD-BDF1-38CF361EBB7E}"/>
              </a:ext>
            </a:extLst>
          </p:cNvPr>
          <p:cNvGrpSpPr/>
          <p:nvPr/>
        </p:nvGrpSpPr>
        <p:grpSpPr>
          <a:xfrm>
            <a:off x="5528721" y="756528"/>
            <a:ext cx="45719" cy="296189"/>
            <a:chOff x="3509152" y="253612"/>
            <a:chExt cx="45719" cy="296189"/>
          </a:xfrm>
        </p:grpSpPr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B2AB7C2B-AA72-4BB6-8739-73112A11FD53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B4FB3566-7AFE-700E-9F65-D8ACA49E4EA0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B2240E7F-4BEC-2743-C287-64A53C3007F4}"/>
              </a:ext>
            </a:extLst>
          </p:cNvPr>
          <p:cNvCxnSpPr>
            <a:cxnSpLocks/>
          </p:cNvCxnSpPr>
          <p:nvPr/>
        </p:nvCxnSpPr>
        <p:spPr>
          <a:xfrm flipH="1" flipV="1">
            <a:off x="5584095" y="764771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54994D2-10E3-166B-2C4D-529B72D1F5DF}"/>
              </a:ext>
            </a:extLst>
          </p:cNvPr>
          <p:cNvGrpSpPr/>
          <p:nvPr/>
        </p:nvGrpSpPr>
        <p:grpSpPr>
          <a:xfrm>
            <a:off x="7075976" y="763486"/>
            <a:ext cx="45719" cy="296189"/>
            <a:chOff x="3509152" y="253612"/>
            <a:chExt cx="45719" cy="296189"/>
          </a:xfrm>
        </p:grpSpPr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A6883D99-BBAF-268F-C7D0-02505D602F79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FD53EBB2-2816-7D08-A4DC-484B82881959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98797DB-D636-982C-A391-CA49D2517AFE}"/>
              </a:ext>
            </a:extLst>
          </p:cNvPr>
          <p:cNvGrpSpPr/>
          <p:nvPr/>
        </p:nvGrpSpPr>
        <p:grpSpPr>
          <a:xfrm>
            <a:off x="7075976" y="1062884"/>
            <a:ext cx="45719" cy="296189"/>
            <a:chOff x="3509152" y="253612"/>
            <a:chExt cx="45719" cy="296189"/>
          </a:xfrm>
        </p:grpSpPr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18CF40FE-7EB7-7595-1C75-334FEDF8A717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209D6118-AAE8-9EB0-9776-A82924ECB0DB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88F92AC-18AE-B443-D875-724995E592DF}"/>
              </a:ext>
            </a:extLst>
          </p:cNvPr>
          <p:cNvSpPr/>
          <p:nvPr/>
        </p:nvSpPr>
        <p:spPr>
          <a:xfrm flipH="1">
            <a:off x="4846333" y="1354268"/>
            <a:ext cx="733280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D95002DC-80D7-29EF-55D5-C73B1AC13D33}"/>
              </a:ext>
            </a:extLst>
          </p:cNvPr>
          <p:cNvCxnSpPr>
            <a:cxnSpLocks/>
          </p:cNvCxnSpPr>
          <p:nvPr/>
        </p:nvCxnSpPr>
        <p:spPr>
          <a:xfrm flipV="1">
            <a:off x="4836889" y="1351817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CDFBEAB-18EC-C94A-CA54-D23FFB8085EC}"/>
              </a:ext>
            </a:extLst>
          </p:cNvPr>
          <p:cNvSpPr/>
          <p:nvPr/>
        </p:nvSpPr>
        <p:spPr>
          <a:xfrm flipH="1">
            <a:off x="6369177" y="1349822"/>
            <a:ext cx="303773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9C9E10CB-3397-BE54-846F-AF3D4E7690C5}"/>
              </a:ext>
            </a:extLst>
          </p:cNvPr>
          <p:cNvCxnSpPr>
            <a:cxnSpLocks/>
          </p:cNvCxnSpPr>
          <p:nvPr/>
        </p:nvCxnSpPr>
        <p:spPr>
          <a:xfrm>
            <a:off x="4828847" y="1346761"/>
            <a:ext cx="1807623" cy="1272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ectangle 241">
            <a:extLst>
              <a:ext uri="{FF2B5EF4-FFF2-40B4-BE49-F238E27FC236}">
                <a16:creationId xmlns:a16="http://schemas.microsoft.com/office/drawing/2014/main" id="{B14511E5-7CFD-0BC9-3D1A-B28B45F3061E}"/>
              </a:ext>
            </a:extLst>
          </p:cNvPr>
          <p:cNvSpPr/>
          <p:nvPr/>
        </p:nvSpPr>
        <p:spPr>
          <a:xfrm flipH="1">
            <a:off x="5594990" y="1355519"/>
            <a:ext cx="756352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6EC012CC-558E-F894-AD4C-0D3C1636C611}"/>
                  </a:ext>
                </a:extLst>
              </p:cNvPr>
              <p:cNvSpPr txBox="1"/>
              <p:nvPr/>
            </p:nvSpPr>
            <p:spPr>
              <a:xfrm>
                <a:off x="5628520" y="768806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6EC012CC-558E-F894-AD4C-0D3C1636C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520" y="768806"/>
                <a:ext cx="215636" cy="261610"/>
              </a:xfrm>
              <a:prstGeom prst="rect">
                <a:avLst/>
              </a:prstGeom>
              <a:blipFill>
                <a:blip r:embed="rId27"/>
                <a:stretch>
                  <a:fillRect l="-33333" r="-5556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357DD3ED-144D-C964-1D71-E45A5E6950DB}"/>
                  </a:ext>
                </a:extLst>
              </p:cNvPr>
              <p:cNvSpPr txBox="1"/>
              <p:nvPr/>
            </p:nvSpPr>
            <p:spPr>
              <a:xfrm>
                <a:off x="4890650" y="1050786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357DD3ED-144D-C964-1D71-E45A5E695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650" y="1050786"/>
                <a:ext cx="220701" cy="261610"/>
              </a:xfrm>
              <a:prstGeom prst="rect">
                <a:avLst/>
              </a:prstGeom>
              <a:blipFill>
                <a:blip r:embed="rId28"/>
                <a:stretch>
                  <a:fillRect l="-26316" r="-10526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2DC0D016-2EB0-779C-993D-8C4D1697737F}"/>
                  </a:ext>
                </a:extLst>
              </p:cNvPr>
              <p:cNvSpPr txBox="1"/>
              <p:nvPr/>
            </p:nvSpPr>
            <p:spPr>
              <a:xfrm>
                <a:off x="4881585" y="1357868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2DC0D016-2EB0-779C-993D-8C4D16977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585" y="1357868"/>
                <a:ext cx="220701" cy="261610"/>
              </a:xfrm>
              <a:prstGeom prst="rect">
                <a:avLst/>
              </a:prstGeom>
              <a:blipFill>
                <a:blip r:embed="rId29"/>
                <a:stretch>
                  <a:fillRect l="-27778" r="-11111" b="-2381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7D966930-BD8C-1907-1377-86DBD02E19F6}"/>
              </a:ext>
            </a:extLst>
          </p:cNvPr>
          <p:cNvCxnSpPr>
            <a:cxnSpLocks/>
          </p:cNvCxnSpPr>
          <p:nvPr/>
        </p:nvCxnSpPr>
        <p:spPr>
          <a:xfrm>
            <a:off x="727666" y="475381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E902BC9F-139A-D2E2-A79C-69B1D6B5146C}"/>
              </a:ext>
            </a:extLst>
          </p:cNvPr>
          <p:cNvCxnSpPr>
            <a:cxnSpLocks/>
          </p:cNvCxnSpPr>
          <p:nvPr/>
        </p:nvCxnSpPr>
        <p:spPr>
          <a:xfrm>
            <a:off x="731019" y="553310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2C4BA709-879D-37FF-377F-245732DC0728}"/>
              </a:ext>
            </a:extLst>
          </p:cNvPr>
          <p:cNvCxnSpPr>
            <a:cxnSpLocks/>
          </p:cNvCxnSpPr>
          <p:nvPr/>
        </p:nvCxnSpPr>
        <p:spPr>
          <a:xfrm>
            <a:off x="748320" y="326713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9F87848-EA1B-F3E0-B385-52AB41BBDC2D}"/>
              </a:ext>
            </a:extLst>
          </p:cNvPr>
          <p:cNvCxnSpPr>
            <a:cxnSpLocks/>
          </p:cNvCxnSpPr>
          <p:nvPr/>
        </p:nvCxnSpPr>
        <p:spPr>
          <a:xfrm>
            <a:off x="748320" y="356262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20D09607-8D6D-4B92-4231-084428C392AB}"/>
              </a:ext>
            </a:extLst>
          </p:cNvPr>
          <p:cNvCxnSpPr>
            <a:cxnSpLocks/>
          </p:cNvCxnSpPr>
          <p:nvPr/>
        </p:nvCxnSpPr>
        <p:spPr>
          <a:xfrm>
            <a:off x="749995" y="385570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1BC09289-A9A5-2CD1-E8E4-F3C88CE29072}"/>
              </a:ext>
            </a:extLst>
          </p:cNvPr>
          <p:cNvCxnSpPr>
            <a:cxnSpLocks/>
          </p:cNvCxnSpPr>
          <p:nvPr/>
        </p:nvCxnSpPr>
        <p:spPr>
          <a:xfrm>
            <a:off x="751673" y="415882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FD54F299-148A-8B3D-26AF-3C955CE96507}"/>
              </a:ext>
            </a:extLst>
          </p:cNvPr>
          <p:cNvCxnSpPr>
            <a:cxnSpLocks/>
          </p:cNvCxnSpPr>
          <p:nvPr/>
        </p:nvCxnSpPr>
        <p:spPr>
          <a:xfrm flipV="1">
            <a:off x="4815958" y="474792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0C5C386D-79A3-ED29-D376-7A559AC9EBF3}"/>
              </a:ext>
            </a:extLst>
          </p:cNvPr>
          <p:cNvCxnSpPr>
            <a:cxnSpLocks/>
          </p:cNvCxnSpPr>
          <p:nvPr/>
        </p:nvCxnSpPr>
        <p:spPr>
          <a:xfrm flipV="1">
            <a:off x="5591997" y="474792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0CEF81E2-C53B-3E1F-C568-CF1144D18790}"/>
              </a:ext>
            </a:extLst>
          </p:cNvPr>
          <p:cNvCxnSpPr>
            <a:cxnSpLocks/>
          </p:cNvCxnSpPr>
          <p:nvPr/>
        </p:nvCxnSpPr>
        <p:spPr>
          <a:xfrm flipV="1">
            <a:off x="6356127" y="474792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ADB1211B-7DF0-052C-E83A-B14DCD9F4CDC}"/>
                  </a:ext>
                </a:extLst>
              </p:cNvPr>
              <p:cNvSpPr txBox="1"/>
              <p:nvPr/>
            </p:nvSpPr>
            <p:spPr>
              <a:xfrm>
                <a:off x="4080781" y="3800264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ADB1211B-7DF0-052C-E83A-B14DCD9F4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781" y="3800264"/>
                <a:ext cx="317779" cy="338554"/>
              </a:xfrm>
              <a:prstGeom prst="rect">
                <a:avLst/>
              </a:prstGeom>
              <a:blipFill>
                <a:blip r:embed="rId30"/>
                <a:stretch>
                  <a:fillRect l="-11538" r="-7692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5550AFD3-2BAA-1ACB-9BE9-AEE02963A3D2}"/>
                  </a:ext>
                </a:extLst>
              </p:cNvPr>
              <p:cNvSpPr txBox="1"/>
              <p:nvPr/>
            </p:nvSpPr>
            <p:spPr>
              <a:xfrm>
                <a:off x="4077108" y="4098140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5550AFD3-2BAA-1ACB-9BE9-AEE02963A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108" y="4098140"/>
                <a:ext cx="324320" cy="338554"/>
              </a:xfrm>
              <a:prstGeom prst="rect">
                <a:avLst/>
              </a:prstGeom>
              <a:blipFill>
                <a:blip r:embed="rId31"/>
                <a:stretch>
                  <a:fillRect l="-11538" r="-7692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6531C3B8-B43B-0661-29AF-BB7FA526EBB8}"/>
                  </a:ext>
                </a:extLst>
              </p:cNvPr>
              <p:cNvSpPr txBox="1"/>
              <p:nvPr/>
            </p:nvSpPr>
            <p:spPr>
              <a:xfrm>
                <a:off x="4079300" y="4401680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6531C3B8-B43B-0661-29AF-BB7FA526E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300" y="4401680"/>
                <a:ext cx="324320" cy="338554"/>
              </a:xfrm>
              <a:prstGeom prst="rect">
                <a:avLst/>
              </a:prstGeom>
              <a:blipFill>
                <a:blip r:embed="rId32"/>
                <a:stretch>
                  <a:fillRect l="-11538" r="-7692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14BD3376-EA4A-A3D2-D0CF-260B275B0EA2}"/>
                  </a:ext>
                </a:extLst>
              </p:cNvPr>
              <p:cNvSpPr txBox="1"/>
              <p:nvPr/>
            </p:nvSpPr>
            <p:spPr>
              <a:xfrm>
                <a:off x="4723025" y="483595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14BD3376-EA4A-A3D2-D0CF-260B275B0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025" y="4835958"/>
                <a:ext cx="200375" cy="307777"/>
              </a:xfrm>
              <a:prstGeom prst="rect">
                <a:avLst/>
              </a:prstGeom>
              <a:blipFill>
                <a:blip r:embed="rId33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3E34837F-1DCF-6F83-3446-1EEAB24562BE}"/>
                  </a:ext>
                </a:extLst>
              </p:cNvPr>
              <p:cNvSpPr txBox="1"/>
              <p:nvPr/>
            </p:nvSpPr>
            <p:spPr>
              <a:xfrm>
                <a:off x="5478274" y="483595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3E34837F-1DCF-6F83-3446-1EEAB2456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274" y="4835958"/>
                <a:ext cx="200375" cy="307777"/>
              </a:xfrm>
              <a:prstGeom prst="rect">
                <a:avLst/>
              </a:prstGeom>
              <a:blipFill>
                <a:blip r:embed="rId34"/>
                <a:stretch>
                  <a:fillRect l="-29412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37AF1E08-C443-B0FD-A8D6-360D4D986886}"/>
                  </a:ext>
                </a:extLst>
              </p:cNvPr>
              <p:cNvSpPr txBox="1"/>
              <p:nvPr/>
            </p:nvSpPr>
            <p:spPr>
              <a:xfrm>
                <a:off x="6258666" y="483595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37AF1E08-C443-B0FD-A8D6-360D4D986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666" y="4835958"/>
                <a:ext cx="200375" cy="307777"/>
              </a:xfrm>
              <a:prstGeom prst="rect">
                <a:avLst/>
              </a:prstGeom>
              <a:blipFill>
                <a:blip r:embed="rId35"/>
                <a:stretch>
                  <a:fillRect l="-23529" r="-29412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67D7E780-7AD3-78C9-96F7-238CE12C1520}"/>
              </a:ext>
            </a:extLst>
          </p:cNvPr>
          <p:cNvCxnSpPr>
            <a:cxnSpLocks/>
          </p:cNvCxnSpPr>
          <p:nvPr/>
        </p:nvCxnSpPr>
        <p:spPr>
          <a:xfrm flipV="1">
            <a:off x="5122115" y="573198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25C3B5BF-928B-E681-D5B2-4C2C9A7DD934}"/>
              </a:ext>
            </a:extLst>
          </p:cNvPr>
          <p:cNvCxnSpPr>
            <a:cxnSpLocks/>
          </p:cNvCxnSpPr>
          <p:nvPr/>
        </p:nvCxnSpPr>
        <p:spPr>
          <a:xfrm flipV="1">
            <a:off x="5888883" y="572500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extBox 284">
            <a:extLst>
              <a:ext uri="{FF2B5EF4-FFF2-40B4-BE49-F238E27FC236}">
                <a16:creationId xmlns:a16="http://schemas.microsoft.com/office/drawing/2014/main" id="{CADB25EA-F446-7A0B-BB69-1A18195BB1F8}"/>
              </a:ext>
            </a:extLst>
          </p:cNvPr>
          <p:cNvSpPr txBox="1"/>
          <p:nvPr/>
        </p:nvSpPr>
        <p:spPr>
          <a:xfrm>
            <a:off x="3614948" y="3589287"/>
            <a:ext cx="1132563" cy="23750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RU" b="1" dirty="0"/>
              <a:t>Scenario B:</a:t>
            </a:r>
            <a:r>
              <a:rPr lang="en-RU" sz="1500" b="1" dirty="0"/>
              <a:t>    </a:t>
            </a:r>
          </a:p>
        </p:txBody>
      </p: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5AC603B-6B4B-49B0-ABF9-2905F4ACE3C6}"/>
              </a:ext>
            </a:extLst>
          </p:cNvPr>
          <p:cNvCxnSpPr>
            <a:cxnSpLocks/>
          </p:cNvCxnSpPr>
          <p:nvPr/>
        </p:nvCxnSpPr>
        <p:spPr>
          <a:xfrm>
            <a:off x="729341" y="528581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1B97CED1-5CAD-C111-F67B-20783DA622B3}"/>
              </a:ext>
            </a:extLst>
          </p:cNvPr>
          <p:cNvCxnSpPr>
            <a:cxnSpLocks/>
          </p:cNvCxnSpPr>
          <p:nvPr/>
        </p:nvCxnSpPr>
        <p:spPr>
          <a:xfrm>
            <a:off x="732417" y="578764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1B40B70-EE90-0306-16A3-2609CD6B172F}"/>
              </a:ext>
            </a:extLst>
          </p:cNvPr>
          <p:cNvSpPr/>
          <p:nvPr/>
        </p:nvSpPr>
        <p:spPr>
          <a:xfrm flipH="1">
            <a:off x="5598000" y="3856687"/>
            <a:ext cx="76277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07F964B2-6BEA-1205-EF53-C0C6C0B17790}"/>
              </a:ext>
            </a:extLst>
          </p:cNvPr>
          <p:cNvCxnSpPr>
            <a:cxnSpLocks/>
          </p:cNvCxnSpPr>
          <p:nvPr/>
        </p:nvCxnSpPr>
        <p:spPr>
          <a:xfrm>
            <a:off x="6367938" y="3853118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08ABB2D6-FB72-3262-9089-18F247EE7577}"/>
              </a:ext>
            </a:extLst>
          </p:cNvPr>
          <p:cNvCxnSpPr>
            <a:cxnSpLocks/>
          </p:cNvCxnSpPr>
          <p:nvPr/>
        </p:nvCxnSpPr>
        <p:spPr>
          <a:xfrm>
            <a:off x="5598977" y="3857683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3212F531-F745-B428-7A97-4013280D47DF}"/>
              </a:ext>
            </a:extLst>
          </p:cNvPr>
          <p:cNvCxnSpPr>
            <a:cxnSpLocks/>
          </p:cNvCxnSpPr>
          <p:nvPr/>
        </p:nvCxnSpPr>
        <p:spPr>
          <a:xfrm flipV="1">
            <a:off x="6657055" y="5719940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Rectangle 337">
            <a:extLst>
              <a:ext uri="{FF2B5EF4-FFF2-40B4-BE49-F238E27FC236}">
                <a16:creationId xmlns:a16="http://schemas.microsoft.com/office/drawing/2014/main" id="{8E6EDF67-5603-76AA-8BC2-28E774844116}"/>
              </a:ext>
            </a:extLst>
          </p:cNvPr>
          <p:cNvSpPr/>
          <p:nvPr/>
        </p:nvSpPr>
        <p:spPr>
          <a:xfrm flipH="1">
            <a:off x="4808011" y="4156777"/>
            <a:ext cx="155261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60346485-6691-F3A6-0479-983FB2E2C186}"/>
              </a:ext>
            </a:extLst>
          </p:cNvPr>
          <p:cNvCxnSpPr>
            <a:cxnSpLocks/>
          </p:cNvCxnSpPr>
          <p:nvPr/>
        </p:nvCxnSpPr>
        <p:spPr>
          <a:xfrm flipV="1">
            <a:off x="4814077" y="4149065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96418294-7A42-716F-716F-EB10F5A6DFB4}"/>
              </a:ext>
            </a:extLst>
          </p:cNvPr>
          <p:cNvCxnSpPr>
            <a:cxnSpLocks/>
          </p:cNvCxnSpPr>
          <p:nvPr/>
        </p:nvCxnSpPr>
        <p:spPr>
          <a:xfrm>
            <a:off x="4818258" y="4150211"/>
            <a:ext cx="154865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C41E163C-6438-0102-C441-01EAD4285F3A}"/>
              </a:ext>
            </a:extLst>
          </p:cNvPr>
          <p:cNvCxnSpPr>
            <a:cxnSpLocks/>
          </p:cNvCxnSpPr>
          <p:nvPr/>
        </p:nvCxnSpPr>
        <p:spPr>
          <a:xfrm>
            <a:off x="6364983" y="4156777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9E5868A4-57BB-99C6-49BA-D3101EFC855D}"/>
              </a:ext>
            </a:extLst>
          </p:cNvPr>
          <p:cNvCxnSpPr>
            <a:cxnSpLocks/>
          </p:cNvCxnSpPr>
          <p:nvPr/>
        </p:nvCxnSpPr>
        <p:spPr>
          <a:xfrm flipH="1" flipV="1">
            <a:off x="5588122" y="3861797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32254EB3-03ED-A6F2-75B6-73314F8FA3B1}"/>
              </a:ext>
            </a:extLst>
          </p:cNvPr>
          <p:cNvGrpSpPr/>
          <p:nvPr/>
        </p:nvGrpSpPr>
        <p:grpSpPr>
          <a:xfrm>
            <a:off x="7107027" y="3860512"/>
            <a:ext cx="45719" cy="296189"/>
            <a:chOff x="3509152" y="253612"/>
            <a:chExt cx="45719" cy="296189"/>
          </a:xfrm>
        </p:grpSpPr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6FF11735-4E8D-E16A-24F6-AD53A3F0FB11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5840A899-A893-7E4E-BD42-141E9AF676D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3CF07DC2-21F7-B9B1-7ABA-E3687C73C7C1}"/>
              </a:ext>
            </a:extLst>
          </p:cNvPr>
          <p:cNvGrpSpPr/>
          <p:nvPr/>
        </p:nvGrpSpPr>
        <p:grpSpPr>
          <a:xfrm>
            <a:off x="7107027" y="4159910"/>
            <a:ext cx="45719" cy="296189"/>
            <a:chOff x="3509152" y="253612"/>
            <a:chExt cx="45719" cy="296189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B37995B4-3E1A-A63B-CCE5-80FCFFA2DB3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E51DD9BA-EF2D-0EF1-F067-4EDFE5D78071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7" name="Rectangle 356">
            <a:extLst>
              <a:ext uri="{FF2B5EF4-FFF2-40B4-BE49-F238E27FC236}">
                <a16:creationId xmlns:a16="http://schemas.microsoft.com/office/drawing/2014/main" id="{671D587A-32A7-BB5D-B5A1-420A209D0F8E}"/>
              </a:ext>
            </a:extLst>
          </p:cNvPr>
          <p:cNvSpPr/>
          <p:nvPr/>
        </p:nvSpPr>
        <p:spPr>
          <a:xfrm flipH="1">
            <a:off x="4816822" y="4451294"/>
            <a:ext cx="771322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308A727F-CCC1-11F4-5A22-1A1695DA9758}"/>
              </a:ext>
            </a:extLst>
          </p:cNvPr>
          <p:cNvCxnSpPr>
            <a:cxnSpLocks/>
          </p:cNvCxnSpPr>
          <p:nvPr/>
        </p:nvCxnSpPr>
        <p:spPr>
          <a:xfrm flipV="1">
            <a:off x="4813890" y="4448843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Rectangle 359">
            <a:extLst>
              <a:ext uri="{FF2B5EF4-FFF2-40B4-BE49-F238E27FC236}">
                <a16:creationId xmlns:a16="http://schemas.microsoft.com/office/drawing/2014/main" id="{54B09307-4405-47B0-F766-13CE96BC8740}"/>
              </a:ext>
            </a:extLst>
          </p:cNvPr>
          <p:cNvSpPr/>
          <p:nvPr/>
        </p:nvSpPr>
        <p:spPr>
          <a:xfrm flipH="1">
            <a:off x="6377708" y="4446848"/>
            <a:ext cx="292527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22A5FCE7-94B0-E7B1-EE94-E8CBD20C593D}"/>
              </a:ext>
            </a:extLst>
          </p:cNvPr>
          <p:cNvCxnSpPr>
            <a:cxnSpLocks/>
          </p:cNvCxnSpPr>
          <p:nvPr/>
        </p:nvCxnSpPr>
        <p:spPr>
          <a:xfrm>
            <a:off x="4811207" y="4444857"/>
            <a:ext cx="181993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Rectangle 361">
            <a:extLst>
              <a:ext uri="{FF2B5EF4-FFF2-40B4-BE49-F238E27FC236}">
                <a16:creationId xmlns:a16="http://schemas.microsoft.com/office/drawing/2014/main" id="{E4FEBD71-3858-6590-CFFE-E13199F242A2}"/>
              </a:ext>
            </a:extLst>
          </p:cNvPr>
          <p:cNvSpPr/>
          <p:nvPr/>
        </p:nvSpPr>
        <p:spPr>
          <a:xfrm flipH="1">
            <a:off x="5596541" y="4459525"/>
            <a:ext cx="756352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797B6EBD-0BDA-24FA-CC6E-F98FB7B22096}"/>
                  </a:ext>
                </a:extLst>
              </p:cNvPr>
              <p:cNvSpPr txBox="1"/>
              <p:nvPr/>
            </p:nvSpPr>
            <p:spPr>
              <a:xfrm>
                <a:off x="5637051" y="3865832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797B6EBD-0BDA-24FA-CC6E-F98FB7B22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051" y="3865832"/>
                <a:ext cx="215636" cy="261610"/>
              </a:xfrm>
              <a:prstGeom prst="rect">
                <a:avLst/>
              </a:prstGeom>
              <a:blipFill>
                <a:blip r:embed="rId36"/>
                <a:stretch>
                  <a:fillRect l="-35294" r="-11765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CDA896AC-BB73-275E-6425-1E5AACBCFD86}"/>
                  </a:ext>
                </a:extLst>
              </p:cNvPr>
              <p:cNvSpPr txBox="1"/>
              <p:nvPr/>
            </p:nvSpPr>
            <p:spPr>
              <a:xfrm>
                <a:off x="4899181" y="4147812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CDA896AC-BB73-275E-6425-1E5AACBCF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181" y="4147812"/>
                <a:ext cx="220701" cy="261610"/>
              </a:xfrm>
              <a:prstGeom prst="rect">
                <a:avLst/>
              </a:prstGeom>
              <a:blipFill>
                <a:blip r:embed="rId37"/>
                <a:stretch>
                  <a:fillRect l="-26316" r="-5263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CFB9D2A3-C9FE-AE63-6E33-C9BFB0E170BA}"/>
                  </a:ext>
                </a:extLst>
              </p:cNvPr>
              <p:cNvSpPr txBox="1"/>
              <p:nvPr/>
            </p:nvSpPr>
            <p:spPr>
              <a:xfrm>
                <a:off x="4890116" y="4454894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CFB9D2A3-C9FE-AE63-6E33-C9BFB0E17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116" y="4454894"/>
                <a:ext cx="220701" cy="261610"/>
              </a:xfrm>
              <a:prstGeom prst="rect">
                <a:avLst/>
              </a:prstGeom>
              <a:blipFill>
                <a:blip r:embed="rId38"/>
                <a:stretch>
                  <a:fillRect l="-26316" r="-10526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1C37BE00-1903-64F1-D4CB-4E8A82582799}"/>
                  </a:ext>
                </a:extLst>
              </p:cNvPr>
              <p:cNvSpPr txBox="1"/>
              <p:nvPr/>
            </p:nvSpPr>
            <p:spPr>
              <a:xfrm>
                <a:off x="3069741" y="2974430"/>
                <a:ext cx="226433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RU" b="1" dirty="0">
                    <a:latin typeface="+mj-lt"/>
                  </a:rPr>
                  <a:t>States pruned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RU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1C37BE00-1903-64F1-D4CB-4E8A82582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741" y="2974430"/>
                <a:ext cx="2264338" cy="276999"/>
              </a:xfrm>
              <a:prstGeom prst="rect">
                <a:avLst/>
              </a:prstGeom>
              <a:blipFill>
                <a:blip r:embed="rId39"/>
                <a:stretch>
                  <a:fillRect l="-6111" t="-27273" r="-2222" b="-5454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19B93D71-7E87-9211-14F1-8A554117894F}"/>
              </a:ext>
            </a:extLst>
          </p:cNvPr>
          <p:cNvCxnSpPr>
            <a:cxnSpLocks/>
          </p:cNvCxnSpPr>
          <p:nvPr/>
        </p:nvCxnSpPr>
        <p:spPr>
          <a:xfrm flipV="1">
            <a:off x="2828144" y="2582247"/>
            <a:ext cx="169889" cy="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472B1528-0BF3-750A-636A-F2E6C3599F8A}"/>
              </a:ext>
            </a:extLst>
          </p:cNvPr>
          <p:cNvGrpSpPr/>
          <p:nvPr/>
        </p:nvGrpSpPr>
        <p:grpSpPr>
          <a:xfrm>
            <a:off x="1946773" y="2446203"/>
            <a:ext cx="279600" cy="279990"/>
            <a:chOff x="9710295" y="2576141"/>
            <a:chExt cx="181383" cy="289752"/>
          </a:xfrm>
        </p:grpSpPr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5CD140FD-2796-114A-A353-E99A9F01F2FF}"/>
                </a:ext>
              </a:extLst>
            </p:cNvPr>
            <p:cNvSpPr/>
            <p:nvPr/>
          </p:nvSpPr>
          <p:spPr>
            <a:xfrm flipH="1">
              <a:off x="9710295" y="2576141"/>
              <a:ext cx="181383" cy="289752"/>
            </a:xfrm>
            <a:prstGeom prst="rect">
              <a:avLst/>
            </a:prstGeom>
            <a:noFill/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/>
            </a:p>
          </p:txBody>
        </p:sp>
        <p:grpSp>
          <p:nvGrpSpPr>
            <p:cNvPr id="385" name="Group 384">
              <a:extLst>
                <a:ext uri="{FF2B5EF4-FFF2-40B4-BE49-F238E27FC236}">
                  <a16:creationId xmlns:a16="http://schemas.microsoft.com/office/drawing/2014/main" id="{96A2CE66-4C0A-02C8-D4AB-14323B8D4471}"/>
                </a:ext>
              </a:extLst>
            </p:cNvPr>
            <p:cNvGrpSpPr/>
            <p:nvPr/>
          </p:nvGrpSpPr>
          <p:grpSpPr>
            <a:xfrm>
              <a:off x="9729192" y="2627437"/>
              <a:ext cx="123586" cy="187160"/>
              <a:chOff x="10105712" y="4024829"/>
              <a:chExt cx="295588" cy="385917"/>
            </a:xfrm>
          </p:grpSpPr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84F0707E-9951-B929-09B2-79806BB69D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05712" y="4024829"/>
                <a:ext cx="295588" cy="385917"/>
              </a:xfrm>
              <a:prstGeom prst="line">
                <a:avLst/>
              </a:prstGeom>
              <a:ln w="38100" cmpd="sng">
                <a:solidFill>
                  <a:srgbClr val="C00000"/>
                </a:solidFill>
                <a:prstDash val="solid"/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379">
                <a:extLst>
                  <a:ext uri="{FF2B5EF4-FFF2-40B4-BE49-F238E27FC236}">
                    <a16:creationId xmlns:a16="http://schemas.microsoft.com/office/drawing/2014/main" id="{042A67FA-2F1F-F7E6-FF96-A65F3F11D0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5712" y="4024829"/>
                <a:ext cx="295588" cy="385917"/>
              </a:xfrm>
              <a:prstGeom prst="line">
                <a:avLst/>
              </a:prstGeom>
              <a:ln w="38100" cmpd="sng">
                <a:solidFill>
                  <a:srgbClr val="C00000"/>
                </a:solidFill>
                <a:prstDash val="solid"/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1" name="Straight Connector 120"/>
          <p:cNvCxnSpPr/>
          <p:nvPr/>
        </p:nvCxnSpPr>
        <p:spPr>
          <a:xfrm>
            <a:off x="8512914" y="174901"/>
            <a:ext cx="0" cy="65628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B2D48191-0E00-3FC2-B60D-8CAA5A3A488C}"/>
                  </a:ext>
                </a:extLst>
              </p:cNvPr>
              <p:cNvSpPr txBox="1"/>
              <p:nvPr/>
            </p:nvSpPr>
            <p:spPr>
              <a:xfrm>
                <a:off x="6881289" y="472176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B2D48191-0E00-3FC2-B60D-8CAA5A3A4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289" y="4721760"/>
                <a:ext cx="231602" cy="430887"/>
              </a:xfrm>
              <a:prstGeom prst="rect">
                <a:avLst/>
              </a:prstGeom>
              <a:blipFill>
                <a:blip r:embed="rId40"/>
                <a:stretch>
                  <a:fillRect l="-25000" r="-20000" b="-294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95A0931F-7D82-72B9-D627-D435697C787D}"/>
              </a:ext>
            </a:extLst>
          </p:cNvPr>
          <p:cNvCxnSpPr>
            <a:cxnSpLocks/>
          </p:cNvCxnSpPr>
          <p:nvPr/>
        </p:nvCxnSpPr>
        <p:spPr>
          <a:xfrm>
            <a:off x="4806774" y="4752898"/>
            <a:ext cx="2319962" cy="2312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/>
              <p:nvPr/>
            </p:nvSpPr>
            <p:spPr>
              <a:xfrm>
                <a:off x="2734049" y="194430"/>
                <a:ext cx="3187091" cy="47295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8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RU" dirty="0">
                    <a:solidFill>
                      <a:schemeClr val="tx1"/>
                    </a:solidFill>
                  </a:rPr>
                  <a:t> violates interf</a:t>
                </a:r>
                <a:r>
                  <a:rPr lang="en-RU" dirty="0"/>
                  <a:t>erence</a:t>
                </a:r>
                <a:r>
                  <a:rPr lang="en-RU" dirty="0">
                    <a:solidFill>
                      <a:schemeClr val="tx1"/>
                    </a:solidFill>
                  </a:rPr>
                  <a:t> </a:t>
                </a:r>
                <a:r>
                  <a:rPr lang="en-GB" dirty="0"/>
                  <a:t>c</a:t>
                </a:r>
                <a:r>
                  <a:rPr lang="en-RU" dirty="0">
                    <a:solidFill>
                      <a:schemeClr val="tx1"/>
                    </a:solidFill>
                  </a:rPr>
                  <a:t>ondition;</a:t>
                </a:r>
              </a:p>
              <a:p>
                <a:pPr>
                  <a:lnSpc>
                    <a:spcPct val="85000"/>
                  </a:lnSpc>
                </a:pPr>
                <a:r>
                  <a:rPr lang="en-RU" dirty="0"/>
                  <a:t>schedule is not examined further</a:t>
                </a:r>
                <a:endParaRPr lang="en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049" y="194430"/>
                <a:ext cx="3187091" cy="472950"/>
              </a:xfrm>
              <a:prstGeom prst="rect">
                <a:avLst/>
              </a:prstGeom>
              <a:blipFill>
                <a:blip r:embed="rId51"/>
                <a:stretch>
                  <a:fillRect l="-4365" t="-23684" r="-3571" b="-2894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3" name="Freeform 402">
            <a:extLst>
              <a:ext uri="{FF2B5EF4-FFF2-40B4-BE49-F238E27FC236}">
                <a16:creationId xmlns:a16="http://schemas.microsoft.com/office/drawing/2014/main" id="{40327C4D-B370-82C9-EEF2-0E707698935B}"/>
              </a:ext>
            </a:extLst>
          </p:cNvPr>
          <p:cNvSpPr/>
          <p:nvPr/>
        </p:nvSpPr>
        <p:spPr>
          <a:xfrm>
            <a:off x="2553574" y="742727"/>
            <a:ext cx="168330" cy="190353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9D96DB24-E86A-8451-D642-D25C872D509D}"/>
              </a:ext>
            </a:extLst>
          </p:cNvPr>
          <p:cNvCxnSpPr>
            <a:cxnSpLocks/>
          </p:cNvCxnSpPr>
          <p:nvPr/>
        </p:nvCxnSpPr>
        <p:spPr>
          <a:xfrm>
            <a:off x="729778" y="603102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61C51E6B-6620-86E4-FC68-0BBCA3E51E99}"/>
              </a:ext>
            </a:extLst>
          </p:cNvPr>
          <p:cNvSpPr/>
          <p:nvPr/>
        </p:nvSpPr>
        <p:spPr>
          <a:xfrm>
            <a:off x="6634400" y="1208015"/>
            <a:ext cx="84144" cy="595618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CB2DC8-887E-A1BC-050C-58BCA995051F}"/>
              </a:ext>
            </a:extLst>
          </p:cNvPr>
          <p:cNvSpPr txBox="1"/>
          <p:nvPr/>
        </p:nvSpPr>
        <p:spPr>
          <a:xfrm>
            <a:off x="6803938" y="233326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…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501C67A-2AE9-3510-A220-8E9F78893A29}"/>
              </a:ext>
            </a:extLst>
          </p:cNvPr>
          <p:cNvCxnSpPr>
            <a:cxnSpLocks/>
          </p:cNvCxnSpPr>
          <p:nvPr/>
        </p:nvCxnSpPr>
        <p:spPr>
          <a:xfrm flipV="1">
            <a:off x="6636334" y="2582247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>
            <a:extLst>
              <a:ext uri="{FF2B5EF4-FFF2-40B4-BE49-F238E27FC236}">
                <a16:creationId xmlns:a16="http://schemas.microsoft.com/office/drawing/2014/main" id="{56726D27-C3AA-E4A0-D0BD-E916AFB5EAB8}"/>
              </a:ext>
            </a:extLst>
          </p:cNvPr>
          <p:cNvSpPr/>
          <p:nvPr/>
        </p:nvSpPr>
        <p:spPr>
          <a:xfrm>
            <a:off x="6633101" y="4307488"/>
            <a:ext cx="84144" cy="595618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/>
              <p:nvPr/>
            </p:nvSpPr>
            <p:spPr>
              <a:xfrm>
                <a:off x="6886838" y="1615534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838" y="1615534"/>
                <a:ext cx="231602" cy="430887"/>
              </a:xfrm>
              <a:prstGeom prst="rect">
                <a:avLst/>
              </a:prstGeom>
              <a:blipFill>
                <a:blip r:embed="rId52"/>
                <a:stretch>
                  <a:fillRect l="-26316" r="-2105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0293757-8F6F-CCB2-661B-156EB6B737CE}"/>
              </a:ext>
            </a:extLst>
          </p:cNvPr>
          <p:cNvCxnSpPr>
            <a:cxnSpLocks/>
          </p:cNvCxnSpPr>
          <p:nvPr/>
        </p:nvCxnSpPr>
        <p:spPr>
          <a:xfrm>
            <a:off x="1727595" y="1646146"/>
            <a:ext cx="5408496" cy="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65C2A5A-6C07-7AE2-9E09-8CEEA6143785}"/>
              </a:ext>
            </a:extLst>
          </p:cNvPr>
          <p:cNvSpPr txBox="1"/>
          <p:nvPr/>
        </p:nvSpPr>
        <p:spPr>
          <a:xfrm>
            <a:off x="6825408" y="547449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…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14CE618-05CA-5D60-D781-00B3831BA664}"/>
              </a:ext>
            </a:extLst>
          </p:cNvPr>
          <p:cNvSpPr/>
          <p:nvPr/>
        </p:nvSpPr>
        <p:spPr>
          <a:xfrm>
            <a:off x="4547699" y="5286244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DAC93A2-E77F-BDD4-8A99-F47B3E4FAC8A}"/>
                  </a:ext>
                </a:extLst>
              </p:cNvPr>
              <p:cNvSpPr txBox="1"/>
              <p:nvPr/>
            </p:nvSpPr>
            <p:spPr>
              <a:xfrm>
                <a:off x="4537764" y="5293279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3,4,0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DAC93A2-E77F-BDD4-8A99-F47B3E4FA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764" y="5293279"/>
                <a:ext cx="560987" cy="73674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AC45222C-2EE1-B310-2D8E-2FF9F2342C31}"/>
              </a:ext>
            </a:extLst>
          </p:cNvPr>
          <p:cNvSpPr/>
          <p:nvPr/>
        </p:nvSpPr>
        <p:spPr>
          <a:xfrm>
            <a:off x="5321278" y="5285271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6E82FC9-4021-2610-2F4F-915AF9BB1DC6}"/>
                  </a:ext>
                </a:extLst>
              </p:cNvPr>
              <p:cNvSpPr txBox="1"/>
              <p:nvPr/>
            </p:nvSpPr>
            <p:spPr>
              <a:xfrm>
                <a:off x="5311343" y="5292306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1,2,1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6E82FC9-4021-2610-2F4F-915AF9BB1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343" y="5292306"/>
                <a:ext cx="560987" cy="736740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34DA4E9-EB84-A6B8-4C35-5583D8C1F992}"/>
              </a:ext>
            </a:extLst>
          </p:cNvPr>
          <p:cNvSpPr/>
          <p:nvPr/>
        </p:nvSpPr>
        <p:spPr>
          <a:xfrm>
            <a:off x="6094929" y="5284406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8CD8387-BA3A-C285-C6CB-791631BED0BA}"/>
                  </a:ext>
                </a:extLst>
              </p:cNvPr>
              <p:cNvSpPr txBox="1"/>
              <p:nvPr/>
            </p:nvSpPr>
            <p:spPr>
              <a:xfrm>
                <a:off x="6084994" y="5291441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0,1,1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0,1,1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8CD8387-BA3A-C285-C6CB-791631BED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994" y="5291441"/>
                <a:ext cx="560987" cy="73674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EACD676-2E9E-625F-722B-78891E2B0C21}"/>
                  </a:ext>
                </a:extLst>
              </p:cNvPr>
              <p:cNvSpPr txBox="1"/>
              <p:nvPr/>
            </p:nvSpPr>
            <p:spPr>
              <a:xfrm>
                <a:off x="4063895" y="5217221"/>
                <a:ext cx="2884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EACD676-2E9E-625F-722B-78891E2B0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895" y="5217221"/>
                <a:ext cx="288412" cy="307777"/>
              </a:xfrm>
              <a:prstGeom prst="rect">
                <a:avLst/>
              </a:prstGeom>
              <a:blipFill>
                <a:blip r:embed="rId56"/>
                <a:stretch>
                  <a:fillRect l="-13043" r="-8696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3D4122B-0EE7-4E67-809B-EBAB10620F6D}"/>
                  </a:ext>
                </a:extLst>
              </p:cNvPr>
              <p:cNvSpPr txBox="1"/>
              <p:nvPr/>
            </p:nvSpPr>
            <p:spPr>
              <a:xfrm>
                <a:off x="4064378" y="5465635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3D4122B-0EE7-4E67-809B-EBAB10620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378" y="5465635"/>
                <a:ext cx="294376" cy="307777"/>
              </a:xfrm>
              <a:prstGeom prst="rect">
                <a:avLst/>
              </a:prstGeom>
              <a:blipFill>
                <a:blip r:embed="rId57"/>
                <a:stretch>
                  <a:fillRect l="-12500" r="-4167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1ABEFB9-DEE7-E6F2-0157-696935AC943B}"/>
                  </a:ext>
                </a:extLst>
              </p:cNvPr>
              <p:cNvSpPr txBox="1"/>
              <p:nvPr/>
            </p:nvSpPr>
            <p:spPr>
              <a:xfrm>
                <a:off x="4063932" y="5717663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1ABEFB9-DEE7-E6F2-0157-696935AC9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932" y="5717663"/>
                <a:ext cx="294376" cy="307777"/>
              </a:xfrm>
              <a:prstGeom prst="rect">
                <a:avLst/>
              </a:prstGeom>
              <a:blipFill>
                <a:blip r:embed="rId58"/>
                <a:stretch>
                  <a:fillRect l="-12500" r="-4167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15F4814D-2882-DCC6-E91B-A36CAFC391A2}"/>
              </a:ext>
            </a:extLst>
          </p:cNvPr>
          <p:cNvGrpSpPr/>
          <p:nvPr/>
        </p:nvGrpSpPr>
        <p:grpSpPr>
          <a:xfrm>
            <a:off x="1114836" y="3261473"/>
            <a:ext cx="1935281" cy="570536"/>
            <a:chOff x="1141271" y="5444206"/>
            <a:chExt cx="1935281" cy="570536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B48C5CA-8E21-D902-D51C-3E864C0C9A1C}"/>
                </a:ext>
              </a:extLst>
            </p:cNvPr>
            <p:cNvSpPr txBox="1"/>
            <p:nvPr/>
          </p:nvSpPr>
          <p:spPr>
            <a:xfrm>
              <a:off x="1141271" y="5444206"/>
              <a:ext cx="1456809" cy="23750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RU" i="1" dirty="0"/>
                <a:t>State Notation:</a:t>
              </a:r>
              <a:endParaRPr lang="en-RU" sz="1500" i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569E7885-7E81-8395-DFD6-EEAEA3F16451}"/>
                    </a:ext>
                  </a:extLst>
                </p:cNvPr>
                <p:cNvSpPr txBox="1"/>
                <p:nvPr/>
              </p:nvSpPr>
              <p:spPr>
                <a:xfrm>
                  <a:off x="1169876" y="5706003"/>
                  <a:ext cx="1906676" cy="30873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RU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RU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RU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en-RU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569E7885-7E81-8395-DFD6-EEAEA3F16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9876" y="5706003"/>
                  <a:ext cx="1906676" cy="308739"/>
                </a:xfrm>
                <a:prstGeom prst="rect">
                  <a:avLst/>
                </a:prstGeom>
                <a:blipFill>
                  <a:blip r:embed="rId59"/>
                  <a:stretch>
                    <a:fillRect l="-1987" b="-24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4745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2C4BA709-879D-37FF-377F-245732DC0728}"/>
              </a:ext>
            </a:extLst>
          </p:cNvPr>
          <p:cNvCxnSpPr>
            <a:cxnSpLocks/>
          </p:cNvCxnSpPr>
          <p:nvPr/>
        </p:nvCxnSpPr>
        <p:spPr>
          <a:xfrm>
            <a:off x="748320" y="322047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3436710C-20D0-07E2-C14F-DE337DC2DB50}"/>
              </a:ext>
            </a:extLst>
          </p:cNvPr>
          <p:cNvCxnSpPr>
            <a:cxnSpLocks/>
          </p:cNvCxnSpPr>
          <p:nvPr/>
        </p:nvCxnSpPr>
        <p:spPr>
          <a:xfrm>
            <a:off x="717460" y="654975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30F443AF-EB9E-CA14-1417-55017F4B180D}"/>
              </a:ext>
            </a:extLst>
          </p:cNvPr>
          <p:cNvCxnSpPr>
            <a:cxnSpLocks/>
          </p:cNvCxnSpPr>
          <p:nvPr/>
        </p:nvCxnSpPr>
        <p:spPr>
          <a:xfrm>
            <a:off x="712709" y="579927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47D5A2E4-4608-9D99-777D-11E286ABF8E4}"/>
              </a:ext>
            </a:extLst>
          </p:cNvPr>
          <p:cNvCxnSpPr>
            <a:cxnSpLocks/>
          </p:cNvCxnSpPr>
          <p:nvPr/>
        </p:nvCxnSpPr>
        <p:spPr>
          <a:xfrm>
            <a:off x="712709" y="554306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2371B3EB-B3D4-7E2E-9051-81D3707B2AA1}"/>
              </a:ext>
            </a:extLst>
          </p:cNvPr>
          <p:cNvCxnSpPr>
            <a:cxnSpLocks/>
          </p:cNvCxnSpPr>
          <p:nvPr/>
        </p:nvCxnSpPr>
        <p:spPr>
          <a:xfrm>
            <a:off x="727666" y="500264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cxnSpLocks/>
          </p:cNvCxnSpPr>
          <p:nvPr/>
        </p:nvCxnSpPr>
        <p:spPr>
          <a:xfrm flipH="1">
            <a:off x="4806774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cxnSpLocks/>
          </p:cNvCxnSpPr>
          <p:nvPr/>
        </p:nvCxnSpPr>
        <p:spPr>
          <a:xfrm>
            <a:off x="5587436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1566969-361B-44B8-A22D-4E71199B88C8}"/>
              </a:ext>
            </a:extLst>
          </p:cNvPr>
          <p:cNvCxnSpPr>
            <a:cxnSpLocks/>
          </p:cNvCxnSpPr>
          <p:nvPr/>
        </p:nvCxnSpPr>
        <p:spPr>
          <a:xfrm>
            <a:off x="719135" y="220826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418E584-5CF8-0BAD-F74D-6DB425936823}"/>
              </a:ext>
            </a:extLst>
          </p:cNvPr>
          <p:cNvCxnSpPr>
            <a:cxnSpLocks/>
          </p:cNvCxnSpPr>
          <p:nvPr/>
        </p:nvCxnSpPr>
        <p:spPr>
          <a:xfrm>
            <a:off x="720810" y="246994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D4A2FE7C-8DA0-30D2-9F3F-BBC09FCAC147}"/>
              </a:ext>
            </a:extLst>
          </p:cNvPr>
          <p:cNvSpPr/>
          <p:nvPr/>
        </p:nvSpPr>
        <p:spPr>
          <a:xfrm>
            <a:off x="4535901" y="2462519"/>
            <a:ext cx="539642" cy="757334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88D53E86-2F7D-C3D2-392E-66928FCFB802}"/>
              </a:ext>
            </a:extLst>
          </p:cNvPr>
          <p:cNvSpPr/>
          <p:nvPr/>
        </p:nvSpPr>
        <p:spPr>
          <a:xfrm>
            <a:off x="5326304" y="2468827"/>
            <a:ext cx="539642" cy="75356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109" name="Straight Connector 108"/>
          <p:cNvCxnSpPr>
            <a:cxnSpLocks/>
          </p:cNvCxnSpPr>
          <p:nvPr/>
        </p:nvCxnSpPr>
        <p:spPr>
          <a:xfrm>
            <a:off x="4054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FF58150B-053E-0592-3AD1-7475C5746B35}"/>
              </a:ext>
            </a:extLst>
          </p:cNvPr>
          <p:cNvSpPr/>
          <p:nvPr/>
        </p:nvSpPr>
        <p:spPr>
          <a:xfrm>
            <a:off x="3782529" y="2466443"/>
            <a:ext cx="539642" cy="753410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107" name="Straight Connector 106"/>
          <p:cNvCxnSpPr>
            <a:cxnSpLocks/>
          </p:cNvCxnSpPr>
          <p:nvPr/>
        </p:nvCxnSpPr>
        <p:spPr>
          <a:xfrm flipH="1">
            <a:off x="3269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6790B5F-AC19-190D-97CB-1F2B574904B0}"/>
              </a:ext>
            </a:extLst>
          </p:cNvPr>
          <p:cNvSpPr/>
          <p:nvPr/>
        </p:nvSpPr>
        <p:spPr>
          <a:xfrm>
            <a:off x="2997265" y="2469305"/>
            <a:ext cx="539642" cy="7505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0E6CB212-C209-E5D6-1418-680213222407}"/>
              </a:ext>
            </a:extLst>
          </p:cNvPr>
          <p:cNvCxnSpPr>
            <a:cxnSpLocks/>
          </p:cNvCxnSpPr>
          <p:nvPr/>
        </p:nvCxnSpPr>
        <p:spPr>
          <a:xfrm>
            <a:off x="1723674" y="1688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cxnSpLocks/>
          </p:cNvCxnSpPr>
          <p:nvPr/>
        </p:nvCxnSpPr>
        <p:spPr>
          <a:xfrm>
            <a:off x="2500033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5A6B40FF-5188-D1B7-1699-292BAF6A6AE5}"/>
              </a:ext>
            </a:extLst>
          </p:cNvPr>
          <p:cNvCxnSpPr>
            <a:cxnSpLocks/>
          </p:cNvCxnSpPr>
          <p:nvPr/>
        </p:nvCxnSpPr>
        <p:spPr>
          <a:xfrm>
            <a:off x="748320" y="164614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30CB8D44-E538-4208-7022-599BD041538E}"/>
              </a:ext>
            </a:extLst>
          </p:cNvPr>
          <p:cNvCxnSpPr>
            <a:cxnSpLocks/>
          </p:cNvCxnSpPr>
          <p:nvPr/>
        </p:nvCxnSpPr>
        <p:spPr>
          <a:xfrm>
            <a:off x="727666" y="441188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68491-97D1-CDF5-FF25-1972BFDC054C}"/>
              </a:ext>
            </a:extLst>
          </p:cNvPr>
          <p:cNvCxnSpPr>
            <a:cxnSpLocks/>
          </p:cNvCxnSpPr>
          <p:nvPr/>
        </p:nvCxnSpPr>
        <p:spPr>
          <a:xfrm>
            <a:off x="3537679" y="2843515"/>
            <a:ext cx="245504" cy="109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9EBCBE8-005B-28CD-9D8A-C1AE79FACA62}"/>
              </a:ext>
            </a:extLst>
          </p:cNvPr>
          <p:cNvCxnSpPr>
            <a:cxnSpLocks/>
          </p:cNvCxnSpPr>
          <p:nvPr/>
        </p:nvCxnSpPr>
        <p:spPr>
          <a:xfrm>
            <a:off x="719135" y="195205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B9CE83-AF4A-A1C7-71D4-804A4033887B}"/>
              </a:ext>
            </a:extLst>
          </p:cNvPr>
          <p:cNvCxnSpPr>
            <a:cxnSpLocks/>
          </p:cNvCxnSpPr>
          <p:nvPr/>
        </p:nvCxnSpPr>
        <p:spPr>
          <a:xfrm>
            <a:off x="739789" y="46538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DA07DCF-6404-4564-D3B9-3DD289361CBC}"/>
              </a:ext>
            </a:extLst>
          </p:cNvPr>
          <p:cNvCxnSpPr>
            <a:cxnSpLocks/>
          </p:cNvCxnSpPr>
          <p:nvPr/>
        </p:nvCxnSpPr>
        <p:spPr>
          <a:xfrm>
            <a:off x="739789" y="76087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EC11959-4536-9B07-F109-41B3F2AE9C75}"/>
              </a:ext>
            </a:extLst>
          </p:cNvPr>
          <p:cNvCxnSpPr>
            <a:cxnSpLocks/>
          </p:cNvCxnSpPr>
          <p:nvPr/>
        </p:nvCxnSpPr>
        <p:spPr>
          <a:xfrm>
            <a:off x="741464" y="105395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850D1DF-D5F8-8E88-D14E-00EA7CCC4B63}"/>
              </a:ext>
            </a:extLst>
          </p:cNvPr>
          <p:cNvCxnSpPr>
            <a:cxnSpLocks/>
          </p:cNvCxnSpPr>
          <p:nvPr/>
        </p:nvCxnSpPr>
        <p:spPr>
          <a:xfrm>
            <a:off x="743142" y="135707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cxnSpLocks/>
          </p:cNvCxnSpPr>
          <p:nvPr/>
        </p:nvCxnSpPr>
        <p:spPr>
          <a:xfrm>
            <a:off x="982119" y="174901"/>
            <a:ext cx="10731" cy="6562716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cxnSpLocks/>
          </p:cNvCxnSpPr>
          <p:nvPr/>
        </p:nvCxnSpPr>
        <p:spPr>
          <a:xfrm>
            <a:off x="1723712" y="1077911"/>
            <a:ext cx="1393" cy="2397322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cxnSpLocks/>
          </p:cNvCxnSpPr>
          <p:nvPr/>
        </p:nvCxnSpPr>
        <p:spPr>
          <a:xfrm>
            <a:off x="7131138" y="174901"/>
            <a:ext cx="0" cy="65566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cxnSpLocks/>
          </p:cNvCxnSpPr>
          <p:nvPr/>
        </p:nvCxnSpPr>
        <p:spPr>
          <a:xfrm>
            <a:off x="7902988" y="174901"/>
            <a:ext cx="0" cy="65566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BB676003-E75C-C6EB-811E-C0278E7C81B4}"/>
              </a:ext>
            </a:extLst>
          </p:cNvPr>
          <p:cNvCxnSpPr/>
          <p:nvPr/>
        </p:nvCxnSpPr>
        <p:spPr>
          <a:xfrm flipV="1">
            <a:off x="2501489" y="196815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97062196-B6C0-3AC7-942F-C9008DDE2569}"/>
              </a:ext>
            </a:extLst>
          </p:cNvPr>
          <p:cNvCxnSpPr>
            <a:cxnSpLocks/>
          </p:cNvCxnSpPr>
          <p:nvPr/>
        </p:nvCxnSpPr>
        <p:spPr>
          <a:xfrm flipV="1">
            <a:off x="4049551" y="196815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D845780-7ACA-7B49-2014-10ED491C29C4}"/>
              </a:ext>
            </a:extLst>
          </p:cNvPr>
          <p:cNvCxnSpPr>
            <a:cxnSpLocks/>
          </p:cNvCxnSpPr>
          <p:nvPr/>
        </p:nvCxnSpPr>
        <p:spPr>
          <a:xfrm flipV="1">
            <a:off x="3275020" y="196815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4C71918B-38D9-E28C-CC20-A7E9CFC535E7}"/>
              </a:ext>
            </a:extLst>
          </p:cNvPr>
          <p:cNvCxnSpPr>
            <a:cxnSpLocks/>
          </p:cNvCxnSpPr>
          <p:nvPr/>
        </p:nvCxnSpPr>
        <p:spPr>
          <a:xfrm flipV="1">
            <a:off x="4807292" y="196815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D83B2D3-A195-EF8D-85AA-A92B1FEE45DC}"/>
              </a:ext>
            </a:extLst>
          </p:cNvPr>
          <p:cNvCxnSpPr>
            <a:cxnSpLocks/>
          </p:cNvCxnSpPr>
          <p:nvPr/>
        </p:nvCxnSpPr>
        <p:spPr>
          <a:xfrm flipV="1">
            <a:off x="5590446" y="196815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/>
              <p:nvPr/>
            </p:nvSpPr>
            <p:spPr>
              <a:xfrm>
                <a:off x="999514" y="1030017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514" y="1030017"/>
                <a:ext cx="317779" cy="338554"/>
              </a:xfrm>
              <a:prstGeom prst="rect">
                <a:avLst/>
              </a:prstGeom>
              <a:blipFill>
                <a:blip r:embed="rId2"/>
                <a:stretch>
                  <a:fillRect l="-11538" r="-11538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/>
              <p:nvPr/>
            </p:nvSpPr>
            <p:spPr>
              <a:xfrm>
                <a:off x="995841" y="1327893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41" y="1327893"/>
                <a:ext cx="324320" cy="338554"/>
              </a:xfrm>
              <a:prstGeom prst="rect">
                <a:avLst/>
              </a:prstGeom>
              <a:blipFill>
                <a:blip r:embed="rId3"/>
                <a:stretch>
                  <a:fillRect l="-11111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/>
              <p:nvPr/>
            </p:nvSpPr>
            <p:spPr>
              <a:xfrm>
                <a:off x="998033" y="1631433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033" y="1631433"/>
                <a:ext cx="324320" cy="338554"/>
              </a:xfrm>
              <a:prstGeom prst="rect">
                <a:avLst/>
              </a:prstGeom>
              <a:blipFill>
                <a:blip r:embed="rId4"/>
                <a:stretch>
                  <a:fillRect l="-11111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/>
              <p:nvPr/>
            </p:nvSpPr>
            <p:spPr>
              <a:xfrm>
                <a:off x="2395930" y="2056186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930" y="2056186"/>
                <a:ext cx="200375" cy="307777"/>
              </a:xfrm>
              <a:prstGeom prst="rect">
                <a:avLst/>
              </a:prstGeom>
              <a:blipFill>
                <a:blip r:embed="rId5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/>
              <p:nvPr/>
            </p:nvSpPr>
            <p:spPr>
              <a:xfrm>
                <a:off x="3169850" y="2056186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50" y="2056186"/>
                <a:ext cx="200375" cy="307777"/>
              </a:xfrm>
              <a:prstGeom prst="rect">
                <a:avLst/>
              </a:prstGeom>
              <a:blipFill>
                <a:blip r:embed="rId6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/>
              <p:nvPr/>
            </p:nvSpPr>
            <p:spPr>
              <a:xfrm>
                <a:off x="3931206" y="2056186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206" y="2056186"/>
                <a:ext cx="200375" cy="307777"/>
              </a:xfrm>
              <a:prstGeom prst="rect">
                <a:avLst/>
              </a:prstGeom>
              <a:blipFill>
                <a:blip r:embed="rId7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/>
              <p:nvPr/>
            </p:nvSpPr>
            <p:spPr>
              <a:xfrm>
                <a:off x="4714494" y="2056186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494" y="2056186"/>
                <a:ext cx="200375" cy="307777"/>
              </a:xfrm>
              <a:prstGeom prst="rect">
                <a:avLst/>
              </a:prstGeom>
              <a:blipFill>
                <a:blip r:embed="rId8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/>
              <p:nvPr/>
            </p:nvSpPr>
            <p:spPr>
              <a:xfrm>
                <a:off x="5469743" y="2056186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743" y="2056186"/>
                <a:ext cx="200375" cy="307777"/>
              </a:xfrm>
              <a:prstGeom prst="rect">
                <a:avLst/>
              </a:prstGeom>
              <a:blipFill>
                <a:blip r:embed="rId9"/>
                <a:stretch>
                  <a:fillRect l="-29412" r="-29412" b="-769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/>
              <p:nvPr/>
            </p:nvSpPr>
            <p:spPr>
              <a:xfrm>
                <a:off x="2988917" y="2476163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2,4,0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917" y="2476163"/>
                <a:ext cx="560987" cy="7367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/>
              <p:nvPr/>
            </p:nvSpPr>
            <p:spPr>
              <a:xfrm>
                <a:off x="3773698" y="2476163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698" y="2476163"/>
                <a:ext cx="560987" cy="7367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/>
              <p:nvPr/>
            </p:nvSpPr>
            <p:spPr>
              <a:xfrm>
                <a:off x="4528938" y="2476163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0,1,1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1,2,1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938" y="2476163"/>
                <a:ext cx="560987" cy="7367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/>
              <p:nvPr/>
            </p:nvSpPr>
            <p:spPr>
              <a:xfrm>
                <a:off x="5319896" y="2476163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896" y="2476163"/>
                <a:ext cx="560987" cy="7367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36536C-29A9-4DEE-D35D-8C8713C46482}"/>
              </a:ext>
            </a:extLst>
          </p:cNvPr>
          <p:cNvCxnSpPr>
            <a:cxnSpLocks/>
          </p:cNvCxnSpPr>
          <p:nvPr/>
        </p:nvCxnSpPr>
        <p:spPr>
          <a:xfrm flipV="1">
            <a:off x="4333101" y="2843515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95573B-71A0-5EBF-04A0-A430B8C52681}"/>
              </a:ext>
            </a:extLst>
          </p:cNvPr>
          <p:cNvCxnSpPr>
            <a:cxnSpLocks/>
          </p:cNvCxnSpPr>
          <p:nvPr/>
        </p:nvCxnSpPr>
        <p:spPr>
          <a:xfrm flipV="1">
            <a:off x="5113584" y="2843515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2557DE-8097-E652-BF95-9A70274C7A8C}"/>
              </a:ext>
            </a:extLst>
          </p:cNvPr>
          <p:cNvCxnSpPr>
            <a:cxnSpLocks/>
          </p:cNvCxnSpPr>
          <p:nvPr/>
        </p:nvCxnSpPr>
        <p:spPr>
          <a:xfrm flipV="1">
            <a:off x="5880352" y="2843515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/>
              <p:nvPr/>
            </p:nvSpPr>
            <p:spPr>
              <a:xfrm>
                <a:off x="995829" y="2406475"/>
                <a:ext cx="2884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29" y="2406475"/>
                <a:ext cx="288412" cy="307777"/>
              </a:xfrm>
              <a:prstGeom prst="rect">
                <a:avLst/>
              </a:prstGeom>
              <a:blipFill>
                <a:blip r:embed="rId14"/>
                <a:stretch>
                  <a:fillRect l="-12500" r="-4167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/>
              <p:nvPr/>
            </p:nvSpPr>
            <p:spPr>
              <a:xfrm>
                <a:off x="996312" y="2654889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312" y="2654889"/>
                <a:ext cx="294376" cy="307777"/>
              </a:xfrm>
              <a:prstGeom prst="rect">
                <a:avLst/>
              </a:prstGeom>
              <a:blipFill>
                <a:blip r:embed="rId15"/>
                <a:stretch>
                  <a:fillRect l="-12500" r="-8333" b="-12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/>
              <p:nvPr/>
            </p:nvSpPr>
            <p:spPr>
              <a:xfrm>
                <a:off x="995866" y="2906917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66" y="2906917"/>
                <a:ext cx="294376" cy="307777"/>
              </a:xfrm>
              <a:prstGeom prst="rect">
                <a:avLst/>
              </a:prstGeom>
              <a:blipFill>
                <a:blip r:embed="rId16"/>
                <a:stretch>
                  <a:fillRect l="-12500" r="-8333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952F3BD-7018-8E4A-B1CD-5BD2EFF841C7}"/>
              </a:ext>
            </a:extLst>
          </p:cNvPr>
          <p:cNvCxnSpPr>
            <a:cxnSpLocks/>
          </p:cNvCxnSpPr>
          <p:nvPr/>
        </p:nvCxnSpPr>
        <p:spPr>
          <a:xfrm>
            <a:off x="717460" y="16557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D77B7D2C-DDE5-E3F8-0822-C6ACF508FF33}"/>
              </a:ext>
            </a:extLst>
          </p:cNvPr>
          <p:cNvSpPr txBox="1"/>
          <p:nvPr/>
        </p:nvSpPr>
        <p:spPr>
          <a:xfrm>
            <a:off x="992850" y="642674"/>
            <a:ext cx="1497298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RU" sz="1600" b="1" dirty="0"/>
              <a:t>GEDF Schedule A:    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50A88745-64F9-EEB2-DEDF-6B3AABAFF8E6}"/>
              </a:ext>
            </a:extLst>
          </p:cNvPr>
          <p:cNvSpPr/>
          <p:nvPr/>
        </p:nvSpPr>
        <p:spPr>
          <a:xfrm>
            <a:off x="1457585" y="2469128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/>
              <p:nvPr/>
            </p:nvSpPr>
            <p:spPr>
              <a:xfrm>
                <a:off x="1447650" y="2476163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650" y="2476163"/>
                <a:ext cx="560987" cy="73674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/>
              <p:nvPr/>
            </p:nvSpPr>
            <p:spPr>
              <a:xfrm>
                <a:off x="1633684" y="2056186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684" y="2056186"/>
                <a:ext cx="200376" cy="307777"/>
              </a:xfrm>
              <a:prstGeom prst="rect">
                <a:avLst/>
              </a:prstGeom>
              <a:blipFill>
                <a:blip r:embed="rId18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6683B8D-C3F4-CEAC-997F-6CE0881B7A37}"/>
              </a:ext>
            </a:extLst>
          </p:cNvPr>
          <p:cNvSpPr/>
          <p:nvPr/>
        </p:nvSpPr>
        <p:spPr>
          <a:xfrm>
            <a:off x="2224155" y="2470706"/>
            <a:ext cx="539642" cy="7529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/>
              <p:nvPr/>
            </p:nvSpPr>
            <p:spPr>
              <a:xfrm>
                <a:off x="2215807" y="2476163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3,5,0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807" y="2476163"/>
                <a:ext cx="560987" cy="736740"/>
              </a:xfrm>
              <a:prstGeom prst="rect">
                <a:avLst/>
              </a:prstGeom>
              <a:blipFill>
                <a:blip r:embed="rId19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Rectangle 143">
            <a:extLst>
              <a:ext uri="{FF2B5EF4-FFF2-40B4-BE49-F238E27FC236}">
                <a16:creationId xmlns:a16="http://schemas.microsoft.com/office/drawing/2014/main" id="{D38D2058-B5F6-8778-2917-C0D61DA101CE}"/>
              </a:ext>
            </a:extLst>
          </p:cNvPr>
          <p:cNvSpPr/>
          <p:nvPr/>
        </p:nvSpPr>
        <p:spPr>
          <a:xfrm flipH="1">
            <a:off x="1716855" y="1374263"/>
            <a:ext cx="156841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E4BD83C-A599-9516-9AD7-5F54FF13B9A2}"/>
              </a:ext>
            </a:extLst>
          </p:cNvPr>
          <p:cNvCxnSpPr>
            <a:cxnSpLocks/>
          </p:cNvCxnSpPr>
          <p:nvPr/>
        </p:nvCxnSpPr>
        <p:spPr>
          <a:xfrm flipV="1">
            <a:off x="1721624" y="1369982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01117A5-60E8-F086-A87C-A3069CE0BEBA}"/>
              </a:ext>
            </a:extLst>
          </p:cNvPr>
          <p:cNvCxnSpPr>
            <a:cxnSpLocks/>
          </p:cNvCxnSpPr>
          <p:nvPr/>
        </p:nvCxnSpPr>
        <p:spPr>
          <a:xfrm>
            <a:off x="3267078" y="1372925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7AF42F2-BEA3-5FAE-D4AE-CF2CA236C5E0}"/>
              </a:ext>
            </a:extLst>
          </p:cNvPr>
          <p:cNvSpPr/>
          <p:nvPr/>
        </p:nvSpPr>
        <p:spPr>
          <a:xfrm flipH="1">
            <a:off x="2500969" y="1664254"/>
            <a:ext cx="1542673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2974397-36FB-7C07-BA52-6738AC7A9EF0}"/>
              </a:ext>
            </a:extLst>
          </p:cNvPr>
          <p:cNvCxnSpPr>
            <a:cxnSpLocks/>
          </p:cNvCxnSpPr>
          <p:nvPr/>
        </p:nvCxnSpPr>
        <p:spPr>
          <a:xfrm flipV="1">
            <a:off x="2497392" y="1674327"/>
            <a:ext cx="0" cy="29382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9F6013C-6A56-B615-A2F7-9F955C3E21E8}"/>
              </a:ext>
            </a:extLst>
          </p:cNvPr>
          <p:cNvSpPr/>
          <p:nvPr/>
        </p:nvSpPr>
        <p:spPr>
          <a:xfrm flipH="1">
            <a:off x="4065214" y="1082621"/>
            <a:ext cx="731887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C29DABB-5195-D1B1-A817-6FE2CBEDED7C}"/>
              </a:ext>
            </a:extLst>
          </p:cNvPr>
          <p:cNvCxnSpPr>
            <a:cxnSpLocks/>
          </p:cNvCxnSpPr>
          <p:nvPr/>
        </p:nvCxnSpPr>
        <p:spPr>
          <a:xfrm flipH="1" flipV="1">
            <a:off x="4056207" y="1086137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854CCCA4-D8D2-A3BF-CC71-94185A7BBCC2}"/>
              </a:ext>
            </a:extLst>
          </p:cNvPr>
          <p:cNvCxnSpPr>
            <a:cxnSpLocks/>
          </p:cNvCxnSpPr>
          <p:nvPr/>
        </p:nvCxnSpPr>
        <p:spPr>
          <a:xfrm>
            <a:off x="4804614" y="1073104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54EF12DB-5525-FE5F-8892-BC697F7122BB}"/>
              </a:ext>
            </a:extLst>
          </p:cNvPr>
          <p:cNvCxnSpPr>
            <a:cxnSpLocks/>
          </p:cNvCxnSpPr>
          <p:nvPr/>
        </p:nvCxnSpPr>
        <p:spPr>
          <a:xfrm>
            <a:off x="4049653" y="1081780"/>
            <a:ext cx="761554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842B79E8-6CE6-8AD5-3BE3-DA5EC506626A}"/>
              </a:ext>
            </a:extLst>
          </p:cNvPr>
          <p:cNvCxnSpPr>
            <a:cxnSpLocks/>
          </p:cNvCxnSpPr>
          <p:nvPr/>
        </p:nvCxnSpPr>
        <p:spPr>
          <a:xfrm>
            <a:off x="1721827" y="1370439"/>
            <a:ext cx="155152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7D966930-BD8C-1907-1377-86DBD02E19F6}"/>
              </a:ext>
            </a:extLst>
          </p:cNvPr>
          <p:cNvCxnSpPr>
            <a:cxnSpLocks/>
          </p:cNvCxnSpPr>
          <p:nvPr/>
        </p:nvCxnSpPr>
        <p:spPr>
          <a:xfrm>
            <a:off x="727666" y="470715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9F87848-EA1B-F3E0-B385-52AB41BBDC2D}"/>
              </a:ext>
            </a:extLst>
          </p:cNvPr>
          <p:cNvCxnSpPr>
            <a:cxnSpLocks/>
          </p:cNvCxnSpPr>
          <p:nvPr/>
        </p:nvCxnSpPr>
        <p:spPr>
          <a:xfrm>
            <a:off x="748320" y="347864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20D09607-8D6D-4B92-4231-084428C392AB}"/>
              </a:ext>
            </a:extLst>
          </p:cNvPr>
          <p:cNvCxnSpPr>
            <a:cxnSpLocks/>
          </p:cNvCxnSpPr>
          <p:nvPr/>
        </p:nvCxnSpPr>
        <p:spPr>
          <a:xfrm>
            <a:off x="749995" y="379038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1BC09289-A9A5-2CD1-E8E4-F3C88CE29072}"/>
              </a:ext>
            </a:extLst>
          </p:cNvPr>
          <p:cNvCxnSpPr>
            <a:cxnSpLocks/>
          </p:cNvCxnSpPr>
          <p:nvPr/>
        </p:nvCxnSpPr>
        <p:spPr>
          <a:xfrm>
            <a:off x="751673" y="411217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5AC603B-6B4B-49B0-ABF9-2905F4ACE3C6}"/>
              </a:ext>
            </a:extLst>
          </p:cNvPr>
          <p:cNvCxnSpPr>
            <a:cxnSpLocks/>
          </p:cNvCxnSpPr>
          <p:nvPr/>
        </p:nvCxnSpPr>
        <p:spPr>
          <a:xfrm>
            <a:off x="729341" y="528581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8512914" y="174901"/>
            <a:ext cx="0" cy="65628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/>
              <p:nvPr/>
            </p:nvSpPr>
            <p:spPr>
              <a:xfrm>
                <a:off x="2625998" y="183854"/>
                <a:ext cx="3721596" cy="7668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198000" indent="-198000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15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15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5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RU" sz="1550" dirty="0">
                    <a:solidFill>
                      <a:schemeClr val="tx1"/>
                    </a:solidFill>
                  </a:rPr>
                  <a:t> job completed at </a:t>
                </a:r>
                <a14:m>
                  <m:oMath xmlns:m="http://schemas.openxmlformats.org/officeDocument/2006/math">
                    <m:r>
                      <a:rPr lang="en-US" sz="15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5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RU" sz="1550" dirty="0">
                    <a:solidFill>
                      <a:schemeClr val="tx1"/>
                    </a:solidFill>
                  </a:rPr>
                  <a:t> has not</a:t>
                </a:r>
                <a:br>
                  <a:rPr lang="en-RU" sz="1550" dirty="0">
                    <a:solidFill>
                      <a:schemeClr val="tx1"/>
                    </a:solidFill>
                  </a:rPr>
                </a:br>
                <a:r>
                  <a:rPr lang="en-RU" sz="1550" dirty="0">
                    <a:solidFill>
                      <a:schemeClr val="tx1"/>
                    </a:solidFill>
                  </a:rPr>
                  <a:t>interfered</a:t>
                </a:r>
                <a:r>
                  <a:rPr lang="en-RU" sz="1550" dirty="0"/>
                  <a:t> </a:t>
                </a:r>
                <a:r>
                  <a:rPr lang="en-RU" sz="1550" dirty="0">
                    <a:solidFill>
                      <a:schemeClr val="tx1"/>
                    </a:solidFill>
                  </a:rPr>
                  <a:t>with any </a:t>
                </a:r>
                <a:r>
                  <a:rPr lang="en-RU" sz="1550">
                    <a:solidFill>
                      <a:schemeClr val="tx1"/>
                    </a:solidFill>
                  </a:rPr>
                  <a:t>other job</a:t>
                </a:r>
                <a:r>
                  <a:rPr lang="en-RU" sz="1550" dirty="0">
                    <a:solidFill>
                      <a:schemeClr val="tx1"/>
                    </a:solidFill>
                  </a:rPr>
                  <a:t>;</a:t>
                </a:r>
              </a:p>
              <a:p>
                <a:pPr marL="198000" indent="-198000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:r>
                  <a:rPr lang="en-RU" sz="1550" dirty="0"/>
                  <a:t>no need to examine </a:t>
                </a:r>
                <a:r>
                  <a:rPr lang="en-RU" sz="1550"/>
                  <a:t>the trajectory </a:t>
                </a:r>
                <a:r>
                  <a:rPr lang="en-RU" sz="1550" dirty="0"/>
                  <a:t>for </a:t>
                </a:r>
                <a14:m>
                  <m:oMath xmlns:m="http://schemas.openxmlformats.org/officeDocument/2006/math">
                    <m:r>
                      <a:rPr lang="en-US" sz="155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55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RU" sz="15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998" y="183854"/>
                <a:ext cx="3721596" cy="766877"/>
              </a:xfrm>
              <a:prstGeom prst="rect">
                <a:avLst/>
              </a:prstGeom>
              <a:blipFill>
                <a:blip r:embed="rId20"/>
                <a:stretch>
                  <a:fillRect l="-2721" t="-8197" r="-1020" b="-14754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3" name="Freeform 402">
            <a:extLst>
              <a:ext uri="{FF2B5EF4-FFF2-40B4-BE49-F238E27FC236}">
                <a16:creationId xmlns:a16="http://schemas.microsoft.com/office/drawing/2014/main" id="{40327C4D-B370-82C9-EEF2-0E707698935B}"/>
              </a:ext>
            </a:extLst>
          </p:cNvPr>
          <p:cNvSpPr/>
          <p:nvPr/>
        </p:nvSpPr>
        <p:spPr>
          <a:xfrm>
            <a:off x="3295495" y="1022459"/>
            <a:ext cx="168330" cy="499358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CB2DC8-887E-A1BC-050C-58BCA995051F}"/>
              </a:ext>
            </a:extLst>
          </p:cNvPr>
          <p:cNvSpPr txBox="1"/>
          <p:nvPr/>
        </p:nvSpPr>
        <p:spPr>
          <a:xfrm>
            <a:off x="5998717" y="259452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/>
              <p:nvPr/>
            </p:nvSpPr>
            <p:spPr>
              <a:xfrm>
                <a:off x="6145576" y="191911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576" y="1919110"/>
                <a:ext cx="231602" cy="430887"/>
              </a:xfrm>
              <a:prstGeom prst="rect">
                <a:avLst/>
              </a:prstGeom>
              <a:blipFill>
                <a:blip r:embed="rId21"/>
                <a:stretch>
                  <a:fillRect l="-20000" r="-20000" b="-294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15F4814D-2882-DCC6-E91B-A36CAFC391A2}"/>
              </a:ext>
            </a:extLst>
          </p:cNvPr>
          <p:cNvGrpSpPr/>
          <p:nvPr/>
        </p:nvGrpSpPr>
        <p:grpSpPr>
          <a:xfrm>
            <a:off x="1030494" y="3487496"/>
            <a:ext cx="2853086" cy="257997"/>
            <a:chOff x="1150602" y="5360033"/>
            <a:chExt cx="2853086" cy="257997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B48C5CA-8E21-D902-D51C-3E864C0C9A1C}"/>
                </a:ext>
              </a:extLst>
            </p:cNvPr>
            <p:cNvSpPr txBox="1"/>
            <p:nvPr/>
          </p:nvSpPr>
          <p:spPr>
            <a:xfrm>
              <a:off x="1150602" y="5406882"/>
              <a:ext cx="1268168" cy="21114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RU" sz="1600" i="1" dirty="0"/>
                <a:t>State Notation: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569E7885-7E81-8395-DFD6-EEAEA3F16451}"/>
                    </a:ext>
                  </a:extLst>
                </p:cNvPr>
                <p:cNvSpPr txBox="1"/>
                <p:nvPr/>
              </p:nvSpPr>
              <p:spPr>
                <a:xfrm>
                  <a:off x="2479616" y="5360033"/>
                  <a:ext cx="1524072" cy="2470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RU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RU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RU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en-RU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569E7885-7E81-8395-DFD6-EEAEA3F16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9616" y="5360033"/>
                  <a:ext cx="1524072" cy="247055"/>
                </a:xfrm>
                <a:prstGeom prst="rect">
                  <a:avLst/>
                </a:prstGeom>
                <a:blipFill>
                  <a:blip r:embed="rId22"/>
                  <a:stretch>
                    <a:fillRect l="-1653" r="-826" b="-19048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54348FE2-F06B-8F1D-CD38-800F435613B2}"/>
              </a:ext>
            </a:extLst>
          </p:cNvPr>
          <p:cNvSpPr/>
          <p:nvPr/>
        </p:nvSpPr>
        <p:spPr>
          <a:xfrm flipH="1">
            <a:off x="4048832" y="1376940"/>
            <a:ext cx="1568419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8075E3E-623E-5094-210E-5B357F8020F2}"/>
              </a:ext>
            </a:extLst>
          </p:cNvPr>
          <p:cNvCxnSpPr>
            <a:cxnSpLocks/>
          </p:cNvCxnSpPr>
          <p:nvPr/>
        </p:nvCxnSpPr>
        <p:spPr>
          <a:xfrm flipV="1">
            <a:off x="4053601" y="1372659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655C8FB-C4FE-EF2B-26BD-4AB403919135}"/>
              </a:ext>
            </a:extLst>
          </p:cNvPr>
          <p:cNvCxnSpPr>
            <a:cxnSpLocks/>
          </p:cNvCxnSpPr>
          <p:nvPr/>
        </p:nvCxnSpPr>
        <p:spPr>
          <a:xfrm>
            <a:off x="5599055" y="1375602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1DDFA309-3161-1DA0-8105-5356D5715C54}"/>
              </a:ext>
            </a:extLst>
          </p:cNvPr>
          <p:cNvSpPr/>
          <p:nvPr/>
        </p:nvSpPr>
        <p:spPr>
          <a:xfrm flipH="1">
            <a:off x="4063262" y="1678078"/>
            <a:ext cx="733839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DCEFED1-A7F1-2FFB-1FAC-21D350550A5F}"/>
              </a:ext>
            </a:extLst>
          </p:cNvPr>
          <p:cNvSpPr/>
          <p:nvPr/>
        </p:nvSpPr>
        <p:spPr>
          <a:xfrm flipH="1">
            <a:off x="4820133" y="1671291"/>
            <a:ext cx="758651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3A861D4B-F722-B2C1-BFEF-EA2FC63A4E83}"/>
              </a:ext>
            </a:extLst>
          </p:cNvPr>
          <p:cNvCxnSpPr>
            <a:cxnSpLocks/>
          </p:cNvCxnSpPr>
          <p:nvPr/>
        </p:nvCxnSpPr>
        <p:spPr>
          <a:xfrm>
            <a:off x="1725105" y="1674327"/>
            <a:ext cx="3862331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32E0CAC-4401-A034-01A4-AA8CE3E0EBC1}"/>
              </a:ext>
            </a:extLst>
          </p:cNvPr>
          <p:cNvGrpSpPr/>
          <p:nvPr/>
        </p:nvGrpSpPr>
        <p:grpSpPr>
          <a:xfrm>
            <a:off x="3993897" y="1378314"/>
            <a:ext cx="45719" cy="296189"/>
            <a:chOff x="3509152" y="253612"/>
            <a:chExt cx="45719" cy="296189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B3D5A23-89B6-235E-8DF2-3915F91D66AA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27A57C3-E3A1-0D5C-14A2-BEFAD97AE4C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E75A50C-7A88-5C58-C3E1-1C5505B3B0A3}"/>
              </a:ext>
            </a:extLst>
          </p:cNvPr>
          <p:cNvGrpSpPr/>
          <p:nvPr/>
        </p:nvGrpSpPr>
        <p:grpSpPr>
          <a:xfrm>
            <a:off x="5598161" y="1086028"/>
            <a:ext cx="45719" cy="296189"/>
            <a:chOff x="3509152" y="253612"/>
            <a:chExt cx="45719" cy="29618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DE09A0A-EE1B-941E-131A-6B3C2C8D7946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F95CA8E-E5AD-3476-F626-4DC3B42B89B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D780F9C-F9A0-068B-6697-AF63DB048996}"/>
              </a:ext>
            </a:extLst>
          </p:cNvPr>
          <p:cNvCxnSpPr>
            <a:cxnSpLocks/>
          </p:cNvCxnSpPr>
          <p:nvPr/>
        </p:nvCxnSpPr>
        <p:spPr>
          <a:xfrm>
            <a:off x="4053804" y="1373116"/>
            <a:ext cx="155152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E7595C1-8330-AFD3-6490-EFE10C199609}"/>
              </a:ext>
            </a:extLst>
          </p:cNvPr>
          <p:cNvGrpSpPr/>
          <p:nvPr/>
        </p:nvGrpSpPr>
        <p:grpSpPr>
          <a:xfrm>
            <a:off x="6312237" y="1676395"/>
            <a:ext cx="45719" cy="296189"/>
            <a:chOff x="3509152" y="253612"/>
            <a:chExt cx="45719" cy="29618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977DB23-B041-64D4-1EBB-A6D010F024F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2B24209-B179-75DF-A736-75243181F6A5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070FF6A-9851-E9B2-E073-B44E97171974}"/>
              </a:ext>
            </a:extLst>
          </p:cNvPr>
          <p:cNvCxnSpPr>
            <a:cxnSpLocks/>
          </p:cNvCxnSpPr>
          <p:nvPr/>
        </p:nvCxnSpPr>
        <p:spPr>
          <a:xfrm>
            <a:off x="5587266" y="1666447"/>
            <a:ext cx="0" cy="28755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0293757-8F6F-CCB2-661B-156EB6B737CE}"/>
              </a:ext>
            </a:extLst>
          </p:cNvPr>
          <p:cNvCxnSpPr>
            <a:cxnSpLocks/>
          </p:cNvCxnSpPr>
          <p:nvPr/>
        </p:nvCxnSpPr>
        <p:spPr>
          <a:xfrm flipV="1">
            <a:off x="1727595" y="1954006"/>
            <a:ext cx="4631691" cy="9394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6359286" y="174901"/>
            <a:ext cx="0" cy="65628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C9EA2FC-312C-5719-D455-50BEF289A76D}"/>
              </a:ext>
            </a:extLst>
          </p:cNvPr>
          <p:cNvGrpSpPr/>
          <p:nvPr/>
        </p:nvGrpSpPr>
        <p:grpSpPr>
          <a:xfrm>
            <a:off x="6310072" y="1373809"/>
            <a:ext cx="45719" cy="296189"/>
            <a:chOff x="3509152" y="253612"/>
            <a:chExt cx="45719" cy="296189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1196E3E-5D30-043A-4382-B2DBA9237E2A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CF72CE-EB10-E7AA-D185-93268830052D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F8CF0E3-223F-4BAE-E8A0-2BEF48B3E4DF}"/>
              </a:ext>
            </a:extLst>
          </p:cNvPr>
          <p:cNvCxnSpPr>
            <a:cxnSpLocks/>
          </p:cNvCxnSpPr>
          <p:nvPr/>
        </p:nvCxnSpPr>
        <p:spPr>
          <a:xfrm>
            <a:off x="2772245" y="2844533"/>
            <a:ext cx="212123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70D4EE7-357C-42DB-F156-E3003C15D5E5}"/>
              </a:ext>
            </a:extLst>
          </p:cNvPr>
          <p:cNvCxnSpPr>
            <a:cxnSpLocks/>
          </p:cNvCxnSpPr>
          <p:nvPr/>
        </p:nvCxnSpPr>
        <p:spPr>
          <a:xfrm>
            <a:off x="2001776" y="2847299"/>
            <a:ext cx="207574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0056E67-120D-07F3-72C6-43F59AD2C76F}"/>
                  </a:ext>
                </a:extLst>
              </p:cNvPr>
              <p:cNvSpPr txBox="1"/>
              <p:nvPr/>
            </p:nvSpPr>
            <p:spPr>
              <a:xfrm>
                <a:off x="4127857" y="1061109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0056E67-120D-07F3-72C6-43F59AD2C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857" y="1061109"/>
                <a:ext cx="215636" cy="261610"/>
              </a:xfrm>
              <a:prstGeom prst="rect">
                <a:avLst/>
              </a:prstGeom>
              <a:blipFill>
                <a:blip r:embed="rId23"/>
                <a:stretch>
                  <a:fillRect l="-26316" r="-5263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F97CC89-AB4B-0EB0-5B47-C0A455A0578F}"/>
                  </a:ext>
                </a:extLst>
              </p:cNvPr>
              <p:cNvSpPr txBox="1"/>
              <p:nvPr/>
            </p:nvSpPr>
            <p:spPr>
              <a:xfrm>
                <a:off x="4127152" y="1361842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F97CC89-AB4B-0EB0-5B47-C0A455A05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152" y="1361842"/>
                <a:ext cx="220701" cy="261610"/>
              </a:xfrm>
              <a:prstGeom prst="rect">
                <a:avLst/>
              </a:prstGeom>
              <a:blipFill>
                <a:blip r:embed="rId24"/>
                <a:stretch>
                  <a:fillRect l="-26316" r="-5263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D186853-20E3-2350-BB01-9694450580E9}"/>
                  </a:ext>
                </a:extLst>
              </p:cNvPr>
              <p:cNvSpPr txBox="1"/>
              <p:nvPr/>
            </p:nvSpPr>
            <p:spPr>
              <a:xfrm>
                <a:off x="2540817" y="1658282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D186853-20E3-2350-BB01-969445058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817" y="1658282"/>
                <a:ext cx="220701" cy="261610"/>
              </a:xfrm>
              <a:prstGeom prst="rect">
                <a:avLst/>
              </a:prstGeom>
              <a:blipFill>
                <a:blip r:embed="rId25"/>
                <a:stretch>
                  <a:fillRect l="-33333" r="-5556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541C8ED1-3667-2FCB-5E78-87E5FF5607C3}"/>
              </a:ext>
            </a:extLst>
          </p:cNvPr>
          <p:cNvSpPr/>
          <p:nvPr/>
        </p:nvSpPr>
        <p:spPr>
          <a:xfrm>
            <a:off x="4537993" y="5798307"/>
            <a:ext cx="539642" cy="757334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FA52DD4F-76F9-BB19-D2E5-5480752CCB5B}"/>
              </a:ext>
            </a:extLst>
          </p:cNvPr>
          <p:cNvSpPr/>
          <p:nvPr/>
        </p:nvSpPr>
        <p:spPr>
          <a:xfrm>
            <a:off x="3784621" y="5802231"/>
            <a:ext cx="539642" cy="753410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AF1C8846-ED37-E4CE-0A62-48514ADD53B0}"/>
              </a:ext>
            </a:extLst>
          </p:cNvPr>
          <p:cNvSpPr/>
          <p:nvPr/>
        </p:nvSpPr>
        <p:spPr>
          <a:xfrm>
            <a:off x="2999357" y="5805093"/>
            <a:ext cx="539642" cy="7505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C4CFED1-E6DA-CA18-EBC1-E0CA0361A415}"/>
              </a:ext>
            </a:extLst>
          </p:cNvPr>
          <p:cNvCxnSpPr>
            <a:cxnSpLocks/>
          </p:cNvCxnSpPr>
          <p:nvPr/>
        </p:nvCxnSpPr>
        <p:spPr>
          <a:xfrm>
            <a:off x="3539771" y="6179303"/>
            <a:ext cx="245504" cy="109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64E40C3-753D-5C75-E32B-C3624EF69940}"/>
              </a:ext>
            </a:extLst>
          </p:cNvPr>
          <p:cNvCxnSpPr>
            <a:cxnSpLocks/>
          </p:cNvCxnSpPr>
          <p:nvPr/>
        </p:nvCxnSpPr>
        <p:spPr>
          <a:xfrm>
            <a:off x="1725804" y="4124438"/>
            <a:ext cx="1393" cy="2397322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B189DE1-DE21-383F-61FD-382F5D0EBB89}"/>
              </a:ext>
            </a:extLst>
          </p:cNvPr>
          <p:cNvCxnSpPr/>
          <p:nvPr/>
        </p:nvCxnSpPr>
        <p:spPr>
          <a:xfrm flipV="1">
            <a:off x="2503581" y="52946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226BE52-7078-17C2-5178-0A0B7829558E}"/>
              </a:ext>
            </a:extLst>
          </p:cNvPr>
          <p:cNvCxnSpPr>
            <a:cxnSpLocks/>
          </p:cNvCxnSpPr>
          <p:nvPr/>
        </p:nvCxnSpPr>
        <p:spPr>
          <a:xfrm flipV="1">
            <a:off x="4051643" y="52946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1F173E9-909C-7E4A-2FAB-0136ABDCA0E1}"/>
              </a:ext>
            </a:extLst>
          </p:cNvPr>
          <p:cNvCxnSpPr>
            <a:cxnSpLocks/>
          </p:cNvCxnSpPr>
          <p:nvPr/>
        </p:nvCxnSpPr>
        <p:spPr>
          <a:xfrm flipV="1">
            <a:off x="3277112" y="52946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FA13A1B-0452-EBA8-2277-11AF2FD3CBEB}"/>
              </a:ext>
            </a:extLst>
          </p:cNvPr>
          <p:cNvCxnSpPr>
            <a:cxnSpLocks/>
          </p:cNvCxnSpPr>
          <p:nvPr/>
        </p:nvCxnSpPr>
        <p:spPr>
          <a:xfrm flipV="1">
            <a:off x="4809384" y="52946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3C6B771-3C5B-C8E7-88D4-56D4A7AD2CC9}"/>
                  </a:ext>
                </a:extLst>
              </p:cNvPr>
              <p:cNvSpPr txBox="1"/>
              <p:nvPr/>
            </p:nvSpPr>
            <p:spPr>
              <a:xfrm>
                <a:off x="1001606" y="4356474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3C6B771-3C5B-C8E7-88D4-56D4A7AD2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606" y="4356474"/>
                <a:ext cx="317779" cy="338554"/>
              </a:xfrm>
              <a:prstGeom prst="rect">
                <a:avLst/>
              </a:prstGeom>
              <a:blipFill>
                <a:blip r:embed="rId26"/>
                <a:stretch>
                  <a:fillRect l="-7692" r="-11538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0774FC7-598F-0FBC-704C-85A6A758CE24}"/>
                  </a:ext>
                </a:extLst>
              </p:cNvPr>
              <p:cNvSpPr txBox="1"/>
              <p:nvPr/>
            </p:nvSpPr>
            <p:spPr>
              <a:xfrm>
                <a:off x="997933" y="4654350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0774FC7-598F-0FBC-704C-85A6A758C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933" y="4654350"/>
                <a:ext cx="324320" cy="338554"/>
              </a:xfrm>
              <a:prstGeom prst="rect">
                <a:avLst/>
              </a:prstGeom>
              <a:blipFill>
                <a:blip r:embed="rId3"/>
                <a:stretch>
                  <a:fillRect l="-11111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1AE36B7-0ABA-DC87-4EC5-287D1731E236}"/>
                  </a:ext>
                </a:extLst>
              </p:cNvPr>
              <p:cNvSpPr txBox="1"/>
              <p:nvPr/>
            </p:nvSpPr>
            <p:spPr>
              <a:xfrm>
                <a:off x="1000125" y="4957890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1AE36B7-0ABA-DC87-4EC5-287D1731E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25" y="4957890"/>
                <a:ext cx="324320" cy="338554"/>
              </a:xfrm>
              <a:prstGeom prst="rect">
                <a:avLst/>
              </a:prstGeom>
              <a:blipFill>
                <a:blip r:embed="rId27"/>
                <a:stretch>
                  <a:fillRect l="-7407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766B6BB-0832-B1F0-549F-54DBF20C1E9F}"/>
                  </a:ext>
                </a:extLst>
              </p:cNvPr>
              <p:cNvSpPr txBox="1"/>
              <p:nvPr/>
            </p:nvSpPr>
            <p:spPr>
              <a:xfrm>
                <a:off x="2398022" y="538264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766B6BB-0832-B1F0-549F-54DBF20C1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022" y="5382643"/>
                <a:ext cx="200375" cy="307777"/>
              </a:xfrm>
              <a:prstGeom prst="rect">
                <a:avLst/>
              </a:prstGeom>
              <a:blipFill>
                <a:blip r:embed="rId28"/>
                <a:stretch>
                  <a:fillRect l="-23529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19757536-4C5F-5AF7-2332-394A640D53FC}"/>
                  </a:ext>
                </a:extLst>
              </p:cNvPr>
              <p:cNvSpPr txBox="1"/>
              <p:nvPr/>
            </p:nvSpPr>
            <p:spPr>
              <a:xfrm>
                <a:off x="3171942" y="538264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19757536-4C5F-5AF7-2332-394A640D5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942" y="5382643"/>
                <a:ext cx="200375" cy="307777"/>
              </a:xfrm>
              <a:prstGeom prst="rect">
                <a:avLst/>
              </a:prstGeom>
              <a:blipFill>
                <a:blip r:embed="rId29"/>
                <a:stretch>
                  <a:fillRect l="-23529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6241062-1AE9-438E-68A7-9CA463D3FFB0}"/>
                  </a:ext>
                </a:extLst>
              </p:cNvPr>
              <p:cNvSpPr txBox="1"/>
              <p:nvPr/>
            </p:nvSpPr>
            <p:spPr>
              <a:xfrm>
                <a:off x="3933298" y="538264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6241062-1AE9-438E-68A7-9CA463D3F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298" y="5382643"/>
                <a:ext cx="200375" cy="307777"/>
              </a:xfrm>
              <a:prstGeom prst="rect">
                <a:avLst/>
              </a:prstGeom>
              <a:blipFill>
                <a:blip r:embed="rId30"/>
                <a:stretch>
                  <a:fillRect l="-23529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ACA54790-BE08-B42B-CD38-F58EFF2F43E0}"/>
                  </a:ext>
                </a:extLst>
              </p:cNvPr>
              <p:cNvSpPr txBox="1"/>
              <p:nvPr/>
            </p:nvSpPr>
            <p:spPr>
              <a:xfrm>
                <a:off x="4716586" y="538264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ACA54790-BE08-B42B-CD38-F58EFF2F4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586" y="5382643"/>
                <a:ext cx="200375" cy="307777"/>
              </a:xfrm>
              <a:prstGeom prst="rect">
                <a:avLst/>
              </a:prstGeom>
              <a:blipFill>
                <a:blip r:embed="rId31"/>
                <a:stretch>
                  <a:fillRect l="-29412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E0802690-7B40-FA75-DC70-BBBB5B3E9C2E}"/>
                  </a:ext>
                </a:extLst>
              </p:cNvPr>
              <p:cNvSpPr txBox="1"/>
              <p:nvPr/>
            </p:nvSpPr>
            <p:spPr>
              <a:xfrm>
                <a:off x="2991009" y="5811951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E0802690-7B40-FA75-DC70-BBBB5B3E9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009" y="5811951"/>
                <a:ext cx="560987" cy="73674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2D97762-35DB-6437-9F2B-E027E69AED6C}"/>
                  </a:ext>
                </a:extLst>
              </p:cNvPr>
              <p:cNvSpPr txBox="1"/>
              <p:nvPr/>
            </p:nvSpPr>
            <p:spPr>
              <a:xfrm>
                <a:off x="3775790" y="5811951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0,1,1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1,2,1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2D97762-35DB-6437-9F2B-E027E69AE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790" y="5811951"/>
                <a:ext cx="560987" cy="73674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577B901-09DD-3AFF-90B5-BD2922A12844}"/>
                  </a:ext>
                </a:extLst>
              </p:cNvPr>
              <p:cNvSpPr txBox="1"/>
              <p:nvPr/>
            </p:nvSpPr>
            <p:spPr>
              <a:xfrm>
                <a:off x="4531030" y="5811951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0,1,1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577B901-09DD-3AFF-90B5-BD2922A12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030" y="5811951"/>
                <a:ext cx="560987" cy="73674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56092183-96C3-A2EA-C1CD-88ABEEA6804E}"/>
              </a:ext>
            </a:extLst>
          </p:cNvPr>
          <p:cNvCxnSpPr>
            <a:cxnSpLocks/>
          </p:cNvCxnSpPr>
          <p:nvPr/>
        </p:nvCxnSpPr>
        <p:spPr>
          <a:xfrm flipV="1">
            <a:off x="4335193" y="6179303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76958714-5128-C77C-2F82-2B352CA4DC46}"/>
              </a:ext>
            </a:extLst>
          </p:cNvPr>
          <p:cNvCxnSpPr>
            <a:cxnSpLocks/>
          </p:cNvCxnSpPr>
          <p:nvPr/>
        </p:nvCxnSpPr>
        <p:spPr>
          <a:xfrm flipV="1">
            <a:off x="5115676" y="6179303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7B22FFB3-024F-08C3-5021-7917CE4A2F20}"/>
                  </a:ext>
                </a:extLst>
              </p:cNvPr>
              <p:cNvSpPr txBox="1"/>
              <p:nvPr/>
            </p:nvSpPr>
            <p:spPr>
              <a:xfrm>
                <a:off x="997921" y="5742263"/>
                <a:ext cx="2884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7B22FFB3-024F-08C3-5021-7917CE4A2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921" y="5742263"/>
                <a:ext cx="288412" cy="307777"/>
              </a:xfrm>
              <a:prstGeom prst="rect">
                <a:avLst/>
              </a:prstGeom>
              <a:blipFill>
                <a:blip r:embed="rId35"/>
                <a:stretch>
                  <a:fillRect l="-8333" r="-4167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AA4B977-C286-405F-E57D-75BBE15F4241}"/>
                  </a:ext>
                </a:extLst>
              </p:cNvPr>
              <p:cNvSpPr txBox="1"/>
              <p:nvPr/>
            </p:nvSpPr>
            <p:spPr>
              <a:xfrm>
                <a:off x="998404" y="5990677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AA4B977-C286-405F-E57D-75BBE15F4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404" y="5990677"/>
                <a:ext cx="294376" cy="307777"/>
              </a:xfrm>
              <a:prstGeom prst="rect">
                <a:avLst/>
              </a:prstGeom>
              <a:blipFill>
                <a:blip r:embed="rId36"/>
                <a:stretch>
                  <a:fillRect l="-8333" r="-8333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FD307203-ECBA-B214-4D66-18B277E4B2FF}"/>
                  </a:ext>
                </a:extLst>
              </p:cNvPr>
              <p:cNvSpPr txBox="1"/>
              <p:nvPr/>
            </p:nvSpPr>
            <p:spPr>
              <a:xfrm>
                <a:off x="997958" y="6242705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FD307203-ECBA-B214-4D66-18B277E4B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958" y="6242705"/>
                <a:ext cx="294376" cy="307777"/>
              </a:xfrm>
              <a:prstGeom prst="rect">
                <a:avLst/>
              </a:prstGeom>
              <a:blipFill>
                <a:blip r:embed="rId37"/>
                <a:stretch>
                  <a:fillRect l="-8333" r="-8333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TextBox 142">
            <a:extLst>
              <a:ext uri="{FF2B5EF4-FFF2-40B4-BE49-F238E27FC236}">
                <a16:creationId xmlns:a16="http://schemas.microsoft.com/office/drawing/2014/main" id="{69197699-8A6E-EDFD-31AF-0A6FADDA5948}"/>
              </a:ext>
            </a:extLst>
          </p:cNvPr>
          <p:cNvSpPr txBox="1"/>
          <p:nvPr/>
        </p:nvSpPr>
        <p:spPr>
          <a:xfrm>
            <a:off x="994942" y="4015799"/>
            <a:ext cx="1497298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RU" sz="1600" b="1" dirty="0"/>
              <a:t>GEDF Schedule B:    </a:t>
            </a: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A3E29A71-2EA5-7C3C-A20E-C3907767FDBF}"/>
              </a:ext>
            </a:extLst>
          </p:cNvPr>
          <p:cNvSpPr/>
          <p:nvPr/>
        </p:nvSpPr>
        <p:spPr>
          <a:xfrm>
            <a:off x="1459677" y="5804916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6F60D892-E35B-7087-E0D5-0AFA7CB442EE}"/>
                  </a:ext>
                </a:extLst>
              </p:cNvPr>
              <p:cNvSpPr txBox="1"/>
              <p:nvPr/>
            </p:nvSpPr>
            <p:spPr>
              <a:xfrm>
                <a:off x="1449742" y="5811951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3,5,0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6F60D892-E35B-7087-E0D5-0AFA7CB44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742" y="5811951"/>
                <a:ext cx="560987" cy="73674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E39DB6B-6B45-E8BA-CD1D-AEFD7F577ED6}"/>
                  </a:ext>
                </a:extLst>
              </p:cNvPr>
              <p:cNvSpPr txBox="1"/>
              <p:nvPr/>
            </p:nvSpPr>
            <p:spPr>
              <a:xfrm>
                <a:off x="1635776" y="5382643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E39DB6B-6B45-E8BA-CD1D-AEFD7F577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76" y="5382643"/>
                <a:ext cx="200376" cy="307777"/>
              </a:xfrm>
              <a:prstGeom prst="rect">
                <a:avLst/>
              </a:prstGeom>
              <a:blipFill>
                <a:blip r:embed="rId39"/>
                <a:stretch>
                  <a:fillRect l="-23529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CB94B061-EB3F-1C33-2551-51F51EBD6711}"/>
              </a:ext>
            </a:extLst>
          </p:cNvPr>
          <p:cNvSpPr/>
          <p:nvPr/>
        </p:nvSpPr>
        <p:spPr>
          <a:xfrm>
            <a:off x="2226247" y="5806494"/>
            <a:ext cx="539642" cy="7529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F087D14-DA7C-C945-EF96-D6097D6EDEE6}"/>
                  </a:ext>
                </a:extLst>
              </p:cNvPr>
              <p:cNvSpPr txBox="1"/>
              <p:nvPr/>
            </p:nvSpPr>
            <p:spPr>
              <a:xfrm>
                <a:off x="2217899" y="5811951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2,4,0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F087D14-DA7C-C945-EF96-D6097D6ED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899" y="5811951"/>
                <a:ext cx="560987" cy="73674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Rectangle 159">
            <a:extLst>
              <a:ext uri="{FF2B5EF4-FFF2-40B4-BE49-F238E27FC236}">
                <a16:creationId xmlns:a16="http://schemas.microsoft.com/office/drawing/2014/main" id="{75BD360D-FEB2-C3C4-95EA-1CEC7734C37E}"/>
              </a:ext>
            </a:extLst>
          </p:cNvPr>
          <p:cNvSpPr/>
          <p:nvPr/>
        </p:nvSpPr>
        <p:spPr>
          <a:xfrm flipH="1">
            <a:off x="1732355" y="4998175"/>
            <a:ext cx="1520392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8F9BCBD3-E9ED-51B0-FDCA-B6B9F2642613}"/>
              </a:ext>
            </a:extLst>
          </p:cNvPr>
          <p:cNvCxnSpPr>
            <a:cxnSpLocks/>
          </p:cNvCxnSpPr>
          <p:nvPr/>
        </p:nvCxnSpPr>
        <p:spPr>
          <a:xfrm flipV="1">
            <a:off x="1728778" y="5000784"/>
            <a:ext cx="0" cy="29382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12E2B53-C62B-4EFA-7959-04436B2F2FA8}"/>
              </a:ext>
            </a:extLst>
          </p:cNvPr>
          <p:cNvSpPr/>
          <p:nvPr/>
        </p:nvSpPr>
        <p:spPr>
          <a:xfrm flipH="1">
            <a:off x="3281671" y="4409078"/>
            <a:ext cx="766247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57FB57C2-39EB-7C03-C4B1-7807D6ED9CF2}"/>
              </a:ext>
            </a:extLst>
          </p:cNvPr>
          <p:cNvCxnSpPr>
            <a:cxnSpLocks/>
          </p:cNvCxnSpPr>
          <p:nvPr/>
        </p:nvCxnSpPr>
        <p:spPr>
          <a:xfrm flipV="1">
            <a:off x="3274011" y="4396899"/>
            <a:ext cx="0" cy="296886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55381A14-3055-8987-62AC-7FD83446DB7C}"/>
              </a:ext>
            </a:extLst>
          </p:cNvPr>
          <p:cNvCxnSpPr>
            <a:cxnSpLocks/>
          </p:cNvCxnSpPr>
          <p:nvPr/>
        </p:nvCxnSpPr>
        <p:spPr>
          <a:xfrm>
            <a:off x="4050928" y="439956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3F9C077-0537-0A97-D297-FD8B46A950E6}"/>
              </a:ext>
            </a:extLst>
          </p:cNvPr>
          <p:cNvCxnSpPr>
            <a:cxnSpLocks/>
          </p:cNvCxnSpPr>
          <p:nvPr/>
        </p:nvCxnSpPr>
        <p:spPr>
          <a:xfrm>
            <a:off x="3266111" y="4400773"/>
            <a:ext cx="790096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5986501C-EC69-075B-97CE-CEAA8AEEACC0}"/>
              </a:ext>
            </a:extLst>
          </p:cNvPr>
          <p:cNvSpPr txBox="1"/>
          <p:nvPr/>
        </p:nvSpPr>
        <p:spPr>
          <a:xfrm>
            <a:off x="5273020" y="593031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3CC0778E-854B-F412-C31B-7AE22D5F465F}"/>
                  </a:ext>
                </a:extLst>
              </p:cNvPr>
              <p:cNvSpPr txBox="1"/>
              <p:nvPr/>
            </p:nvSpPr>
            <p:spPr>
              <a:xfrm>
                <a:off x="5605871" y="531048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3CC0778E-854B-F412-C31B-7AE22D5F4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871" y="5310480"/>
                <a:ext cx="231602" cy="430887"/>
              </a:xfrm>
              <a:prstGeom prst="rect">
                <a:avLst/>
              </a:prstGeom>
              <a:blipFill>
                <a:blip r:embed="rId41"/>
                <a:stretch>
                  <a:fillRect l="-26316" r="-2105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" name="Rectangle 182">
            <a:extLst>
              <a:ext uri="{FF2B5EF4-FFF2-40B4-BE49-F238E27FC236}">
                <a16:creationId xmlns:a16="http://schemas.microsoft.com/office/drawing/2014/main" id="{9EA3F6C5-7867-8B2A-290A-222F3D4C866F}"/>
              </a:ext>
            </a:extLst>
          </p:cNvPr>
          <p:cNvSpPr/>
          <p:nvPr/>
        </p:nvSpPr>
        <p:spPr>
          <a:xfrm flipH="1">
            <a:off x="3265290" y="4703397"/>
            <a:ext cx="1547236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59750AAE-A9E0-EA21-4E87-935D1D7E264F}"/>
              </a:ext>
            </a:extLst>
          </p:cNvPr>
          <p:cNvCxnSpPr>
            <a:cxnSpLocks/>
          </p:cNvCxnSpPr>
          <p:nvPr/>
        </p:nvCxnSpPr>
        <p:spPr>
          <a:xfrm flipV="1">
            <a:off x="3270059" y="4699116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C17E008D-71CD-0487-2426-316D80BE3515}"/>
              </a:ext>
            </a:extLst>
          </p:cNvPr>
          <p:cNvCxnSpPr>
            <a:cxnSpLocks/>
          </p:cNvCxnSpPr>
          <p:nvPr/>
        </p:nvCxnSpPr>
        <p:spPr>
          <a:xfrm>
            <a:off x="4808049" y="4702059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tangle 189">
            <a:extLst>
              <a:ext uri="{FF2B5EF4-FFF2-40B4-BE49-F238E27FC236}">
                <a16:creationId xmlns:a16="http://schemas.microsoft.com/office/drawing/2014/main" id="{FD22FCA6-210E-C1EE-41F1-3DEADD28C41A}"/>
              </a:ext>
            </a:extLst>
          </p:cNvPr>
          <p:cNvSpPr/>
          <p:nvPr/>
        </p:nvSpPr>
        <p:spPr>
          <a:xfrm flipH="1">
            <a:off x="3279719" y="5004535"/>
            <a:ext cx="761849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CD7F502-530B-828D-C022-713EF66B315A}"/>
              </a:ext>
            </a:extLst>
          </p:cNvPr>
          <p:cNvSpPr/>
          <p:nvPr/>
        </p:nvSpPr>
        <p:spPr>
          <a:xfrm flipH="1">
            <a:off x="4066447" y="4997748"/>
            <a:ext cx="758651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283E8A78-329E-C6BA-08FE-E52294D129BC}"/>
              </a:ext>
            </a:extLst>
          </p:cNvPr>
          <p:cNvGrpSpPr/>
          <p:nvPr/>
        </p:nvGrpSpPr>
        <p:grpSpPr>
          <a:xfrm>
            <a:off x="4784763" y="4408753"/>
            <a:ext cx="45719" cy="296189"/>
            <a:chOff x="3509152" y="253612"/>
            <a:chExt cx="45719" cy="296189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A26D3ED9-D85C-0328-5AA5-5A414628BAAF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C3762A4-A929-2327-0F4E-BE323BE53D53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37CB6768-397E-EA6A-1143-2E3B601C06BB}"/>
              </a:ext>
            </a:extLst>
          </p:cNvPr>
          <p:cNvCxnSpPr>
            <a:cxnSpLocks/>
          </p:cNvCxnSpPr>
          <p:nvPr/>
        </p:nvCxnSpPr>
        <p:spPr>
          <a:xfrm>
            <a:off x="3270262" y="4699573"/>
            <a:ext cx="155152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DE025E30-9FF4-C297-A887-75AD1FD7E5FD}"/>
              </a:ext>
            </a:extLst>
          </p:cNvPr>
          <p:cNvGrpSpPr/>
          <p:nvPr/>
        </p:nvGrpSpPr>
        <p:grpSpPr>
          <a:xfrm>
            <a:off x="5558551" y="5002852"/>
            <a:ext cx="45719" cy="296189"/>
            <a:chOff x="3509152" y="253612"/>
            <a:chExt cx="45719" cy="296189"/>
          </a:xfrm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C6726E76-D7F5-0C2D-829A-A6775D7CBCEE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BD37EEAB-FB87-1D12-837C-75A0D5FD209D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BCA32360-3A43-CEF8-F985-67E020DAC958}"/>
              </a:ext>
            </a:extLst>
          </p:cNvPr>
          <p:cNvCxnSpPr>
            <a:cxnSpLocks/>
          </p:cNvCxnSpPr>
          <p:nvPr/>
        </p:nvCxnSpPr>
        <p:spPr>
          <a:xfrm>
            <a:off x="4807456" y="4992904"/>
            <a:ext cx="0" cy="28755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436AD6C2-D8C2-A647-D328-30C7B6908FA3}"/>
              </a:ext>
            </a:extLst>
          </p:cNvPr>
          <p:cNvCxnSpPr>
            <a:cxnSpLocks/>
            <a:endCxn id="220" idx="2"/>
          </p:cNvCxnSpPr>
          <p:nvPr/>
        </p:nvCxnSpPr>
        <p:spPr>
          <a:xfrm>
            <a:off x="1729687" y="5289857"/>
            <a:ext cx="3851723" cy="2747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9069910F-3CB8-9329-9CF8-4A966A3A30F5}"/>
              </a:ext>
            </a:extLst>
          </p:cNvPr>
          <p:cNvGrpSpPr/>
          <p:nvPr/>
        </p:nvGrpSpPr>
        <p:grpSpPr>
          <a:xfrm>
            <a:off x="5556386" y="4700266"/>
            <a:ext cx="45719" cy="296189"/>
            <a:chOff x="3509152" y="253612"/>
            <a:chExt cx="45719" cy="296189"/>
          </a:xfrm>
        </p:grpSpPr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85B65121-2A18-CEF0-8E0F-50226B65DDCF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9441C5D-6412-800E-728A-0097C2148BFC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556142EB-D788-2E99-D00E-57273781CE19}"/>
              </a:ext>
            </a:extLst>
          </p:cNvPr>
          <p:cNvCxnSpPr>
            <a:cxnSpLocks/>
          </p:cNvCxnSpPr>
          <p:nvPr/>
        </p:nvCxnSpPr>
        <p:spPr>
          <a:xfrm>
            <a:off x="2774337" y="6180321"/>
            <a:ext cx="212123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5252662B-1BA3-79FE-D244-17ABB539FAA3}"/>
              </a:ext>
            </a:extLst>
          </p:cNvPr>
          <p:cNvCxnSpPr>
            <a:cxnSpLocks/>
          </p:cNvCxnSpPr>
          <p:nvPr/>
        </p:nvCxnSpPr>
        <p:spPr>
          <a:xfrm>
            <a:off x="2003868" y="6183087"/>
            <a:ext cx="207574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AF2778F-70AF-C928-78DD-BD842320BEDC}"/>
                  </a:ext>
                </a:extLst>
              </p:cNvPr>
              <p:cNvSpPr txBox="1"/>
              <p:nvPr/>
            </p:nvSpPr>
            <p:spPr>
              <a:xfrm>
                <a:off x="3344315" y="4387566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AF2778F-70AF-C928-78DD-BD842320B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315" y="4387566"/>
                <a:ext cx="215636" cy="261610"/>
              </a:xfrm>
              <a:prstGeom prst="rect">
                <a:avLst/>
              </a:prstGeom>
              <a:blipFill>
                <a:blip r:embed="rId42"/>
                <a:stretch>
                  <a:fillRect l="-27778" r="-5556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CE037CFB-D2DC-EE2B-1DF9-FE9C32A8759F}"/>
                  </a:ext>
                </a:extLst>
              </p:cNvPr>
              <p:cNvSpPr txBox="1"/>
              <p:nvPr/>
            </p:nvSpPr>
            <p:spPr>
              <a:xfrm>
                <a:off x="3343610" y="4688299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CE037CFB-D2DC-EE2B-1DF9-FE9C32A87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610" y="4688299"/>
                <a:ext cx="220701" cy="261610"/>
              </a:xfrm>
              <a:prstGeom prst="rect">
                <a:avLst/>
              </a:prstGeom>
              <a:blipFill>
                <a:blip r:embed="rId43"/>
                <a:stretch>
                  <a:fillRect l="-27778" r="-11111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C2111514-9BD3-F127-30D8-84FA6AF985AA}"/>
                  </a:ext>
                </a:extLst>
              </p:cNvPr>
              <p:cNvSpPr txBox="1"/>
              <p:nvPr/>
            </p:nvSpPr>
            <p:spPr>
              <a:xfrm>
                <a:off x="1787131" y="4984739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C2111514-9BD3-F127-30D8-84FA6AF9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131" y="4984739"/>
                <a:ext cx="220701" cy="261610"/>
              </a:xfrm>
              <a:prstGeom prst="rect">
                <a:avLst/>
              </a:prstGeom>
              <a:blipFill>
                <a:blip r:embed="rId44"/>
                <a:stretch>
                  <a:fillRect l="-27778" r="-11111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27A50D12-DAC3-E042-7531-BD05C4C1A7E1}"/>
              </a:ext>
            </a:extLst>
          </p:cNvPr>
          <p:cNvCxnSpPr>
            <a:cxnSpLocks/>
          </p:cNvCxnSpPr>
          <p:nvPr/>
        </p:nvCxnSpPr>
        <p:spPr>
          <a:xfrm>
            <a:off x="1728197" y="4999733"/>
            <a:ext cx="308301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195CCE94-B5DB-292F-90BC-A7177B3CF119}"/>
              </a:ext>
            </a:extLst>
          </p:cNvPr>
          <p:cNvCxnSpPr>
            <a:cxnSpLocks/>
          </p:cNvCxnSpPr>
          <p:nvPr/>
        </p:nvCxnSpPr>
        <p:spPr>
          <a:xfrm>
            <a:off x="716062" y="630914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107B5B94-3A58-52CA-67C0-DCA45A1D5281}"/>
              </a:ext>
            </a:extLst>
          </p:cNvPr>
          <p:cNvCxnSpPr>
            <a:cxnSpLocks/>
          </p:cNvCxnSpPr>
          <p:nvPr/>
        </p:nvCxnSpPr>
        <p:spPr>
          <a:xfrm>
            <a:off x="714384" y="606095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8E092252-8911-2CE0-109C-C4C334C9AAB2}"/>
                  </a:ext>
                </a:extLst>
              </p:cNvPr>
              <p:cNvSpPr txBox="1"/>
              <p:nvPr/>
            </p:nvSpPr>
            <p:spPr>
              <a:xfrm>
                <a:off x="4875527" y="4048884"/>
                <a:ext cx="1463093" cy="715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RU" sz="15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15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5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RU" sz="1550" dirty="0">
                    <a:solidFill>
                      <a:schemeClr val="tx1"/>
                    </a:solidFill>
                  </a:rPr>
                  <a:t> job violates</a:t>
                </a:r>
                <a:br>
                  <a:rPr lang="en-RU" sz="1550" dirty="0">
                    <a:solidFill>
                      <a:schemeClr val="tx1"/>
                    </a:solidFill>
                  </a:rPr>
                </a:br>
                <a:r>
                  <a:rPr lang="en-RU" sz="1550" dirty="0">
                    <a:solidFill>
                      <a:schemeClr val="tx1"/>
                    </a:solidFill>
                  </a:rPr>
                  <a:t>the interference</a:t>
                </a:r>
                <a:br>
                  <a:rPr lang="en-RU" sz="1550" dirty="0">
                    <a:solidFill>
                      <a:schemeClr val="tx1"/>
                    </a:solidFill>
                  </a:rPr>
                </a:br>
                <a:r>
                  <a:rPr lang="en-RU" sz="1550" dirty="0">
                    <a:solidFill>
                      <a:schemeClr val="tx1"/>
                    </a:solidFill>
                  </a:rPr>
                  <a:t>condition at</a:t>
                </a:r>
                <a:r>
                  <a:rPr lang="en-RU" sz="1550" dirty="0"/>
                  <a:t> </a:t>
                </a:r>
                <a14:m>
                  <m:oMath xmlns:m="http://schemas.openxmlformats.org/officeDocument/2006/math">
                    <m:r>
                      <a:rPr lang="en-US" sz="155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55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RU" sz="15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8E092252-8911-2CE0-109C-C4C334C9A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527" y="4048884"/>
                <a:ext cx="1463093" cy="715581"/>
              </a:xfrm>
              <a:prstGeom prst="rect">
                <a:avLst/>
              </a:prstGeom>
              <a:blipFill>
                <a:blip r:embed="rId45"/>
                <a:stretch>
                  <a:fillRect l="-8621" t="-8621" r="-3448" b="-1551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4" name="Freeform 283">
            <a:extLst>
              <a:ext uri="{FF2B5EF4-FFF2-40B4-BE49-F238E27FC236}">
                <a16:creationId xmlns:a16="http://schemas.microsoft.com/office/drawing/2014/main" id="{8AA31EA2-3804-A8AE-405B-9BF880A2925F}"/>
              </a:ext>
            </a:extLst>
          </p:cNvPr>
          <p:cNvSpPr/>
          <p:nvPr/>
        </p:nvSpPr>
        <p:spPr>
          <a:xfrm>
            <a:off x="4847725" y="4770987"/>
            <a:ext cx="256528" cy="402020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6" name="Freeform 285">
            <a:extLst>
              <a:ext uri="{FF2B5EF4-FFF2-40B4-BE49-F238E27FC236}">
                <a16:creationId xmlns:a16="http://schemas.microsoft.com/office/drawing/2014/main" id="{1EE4454A-4B64-141A-51C7-3E034DF6C6C0}"/>
              </a:ext>
            </a:extLst>
          </p:cNvPr>
          <p:cNvSpPr/>
          <p:nvPr/>
        </p:nvSpPr>
        <p:spPr>
          <a:xfrm>
            <a:off x="2839214" y="2353619"/>
            <a:ext cx="3327124" cy="969251"/>
          </a:xfrm>
          <a:custGeom>
            <a:avLst/>
            <a:gdLst>
              <a:gd name="connsiteX0" fmla="*/ 3303678 w 3327124"/>
              <a:gd name="connsiteY0" fmla="*/ 23821 h 969251"/>
              <a:gd name="connsiteX1" fmla="*/ 2740971 w 3327124"/>
              <a:gd name="connsiteY1" fmla="*/ 19132 h 969251"/>
              <a:gd name="connsiteX2" fmla="*/ 2046964 w 3327124"/>
              <a:gd name="connsiteY2" fmla="*/ 9753 h 969251"/>
              <a:gd name="connsiteX3" fmla="*/ 1296688 w 3327124"/>
              <a:gd name="connsiteY3" fmla="*/ 5064 h 969251"/>
              <a:gd name="connsiteX4" fmla="*/ 860589 w 3327124"/>
              <a:gd name="connsiteY4" fmla="*/ 375 h 969251"/>
              <a:gd name="connsiteX5" fmla="*/ 480761 w 3327124"/>
              <a:gd name="connsiteY5" fmla="*/ 5064 h 969251"/>
              <a:gd name="connsiteX6" fmla="*/ 180651 w 3327124"/>
              <a:gd name="connsiteY6" fmla="*/ 42578 h 969251"/>
              <a:gd name="connsiteX7" fmla="*/ 35284 w 3327124"/>
              <a:gd name="connsiteY7" fmla="*/ 220769 h 969251"/>
              <a:gd name="connsiteX8" fmla="*/ 2460 w 3327124"/>
              <a:gd name="connsiteY8" fmla="*/ 502123 h 969251"/>
              <a:gd name="connsiteX9" fmla="*/ 11838 w 3327124"/>
              <a:gd name="connsiteY9" fmla="*/ 750652 h 969251"/>
              <a:gd name="connsiteX10" fmla="*/ 86866 w 3327124"/>
              <a:gd name="connsiteY10" fmla="*/ 910086 h 969251"/>
              <a:gd name="connsiteX11" fmla="*/ 326017 w 3327124"/>
              <a:gd name="connsiteY11" fmla="*/ 966356 h 969251"/>
              <a:gd name="connsiteX12" fmla="*/ 944995 w 3327124"/>
              <a:gd name="connsiteY12" fmla="*/ 961667 h 969251"/>
              <a:gd name="connsiteX13" fmla="*/ 1587420 w 3327124"/>
              <a:gd name="connsiteY13" fmla="*/ 952289 h 969251"/>
              <a:gd name="connsiteX14" fmla="*/ 2393968 w 3327124"/>
              <a:gd name="connsiteY14" fmla="*/ 961667 h 969251"/>
              <a:gd name="connsiteX15" fmla="*/ 2951986 w 3327124"/>
              <a:gd name="connsiteY15" fmla="*/ 952289 h 969251"/>
              <a:gd name="connsiteX16" fmla="*/ 3327124 w 3327124"/>
              <a:gd name="connsiteY16" fmla="*/ 966356 h 969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27124" h="969251">
                <a:moveTo>
                  <a:pt x="3303678" y="23821"/>
                </a:moveTo>
                <a:lnTo>
                  <a:pt x="2740971" y="19132"/>
                </a:lnTo>
                <a:lnTo>
                  <a:pt x="2046964" y="9753"/>
                </a:lnTo>
                <a:lnTo>
                  <a:pt x="1296688" y="5064"/>
                </a:lnTo>
                <a:lnTo>
                  <a:pt x="860589" y="375"/>
                </a:lnTo>
                <a:cubicBezTo>
                  <a:pt x="724601" y="375"/>
                  <a:pt x="594084" y="-1970"/>
                  <a:pt x="480761" y="5064"/>
                </a:cubicBezTo>
                <a:cubicBezTo>
                  <a:pt x="367438" y="12098"/>
                  <a:pt x="254897" y="6627"/>
                  <a:pt x="180651" y="42578"/>
                </a:cubicBezTo>
                <a:cubicBezTo>
                  <a:pt x="106405" y="78529"/>
                  <a:pt x="64982" y="144178"/>
                  <a:pt x="35284" y="220769"/>
                </a:cubicBezTo>
                <a:cubicBezTo>
                  <a:pt x="5585" y="297360"/>
                  <a:pt x="6368" y="413809"/>
                  <a:pt x="2460" y="502123"/>
                </a:cubicBezTo>
                <a:cubicBezTo>
                  <a:pt x="-1448" y="590437"/>
                  <a:pt x="-2230" y="682658"/>
                  <a:pt x="11838" y="750652"/>
                </a:cubicBezTo>
                <a:cubicBezTo>
                  <a:pt x="25906" y="818646"/>
                  <a:pt x="34503" y="874135"/>
                  <a:pt x="86866" y="910086"/>
                </a:cubicBezTo>
                <a:cubicBezTo>
                  <a:pt x="139229" y="946037"/>
                  <a:pt x="182996" y="957759"/>
                  <a:pt x="326017" y="966356"/>
                </a:cubicBezTo>
                <a:cubicBezTo>
                  <a:pt x="469038" y="974953"/>
                  <a:pt x="944995" y="961667"/>
                  <a:pt x="944995" y="961667"/>
                </a:cubicBezTo>
                <a:lnTo>
                  <a:pt x="1587420" y="952289"/>
                </a:lnTo>
                <a:cubicBezTo>
                  <a:pt x="1828915" y="952289"/>
                  <a:pt x="2166540" y="961667"/>
                  <a:pt x="2393968" y="961667"/>
                </a:cubicBezTo>
                <a:cubicBezTo>
                  <a:pt x="2621396" y="961667"/>
                  <a:pt x="2796460" y="951507"/>
                  <a:pt x="2951986" y="952289"/>
                </a:cubicBezTo>
                <a:cubicBezTo>
                  <a:pt x="3107512" y="953071"/>
                  <a:pt x="3217318" y="959713"/>
                  <a:pt x="3327124" y="966356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48B116FA-C287-E312-95E3-0A74E4176F0F}"/>
              </a:ext>
            </a:extLst>
          </p:cNvPr>
          <p:cNvCxnSpPr>
            <a:cxnSpLocks noChangeAspect="1"/>
          </p:cNvCxnSpPr>
          <p:nvPr/>
        </p:nvCxnSpPr>
        <p:spPr>
          <a:xfrm>
            <a:off x="2848673" y="3088130"/>
            <a:ext cx="212738" cy="21289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464A193A-3048-4661-D518-B3B3A20530E0}"/>
              </a:ext>
            </a:extLst>
          </p:cNvPr>
          <p:cNvCxnSpPr>
            <a:cxnSpLocks noChangeAspect="1"/>
          </p:cNvCxnSpPr>
          <p:nvPr/>
        </p:nvCxnSpPr>
        <p:spPr>
          <a:xfrm>
            <a:off x="2841955" y="2926674"/>
            <a:ext cx="387706" cy="38799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C4AFD4CE-A1E0-E979-82BB-7B57C763ED4E}"/>
              </a:ext>
            </a:extLst>
          </p:cNvPr>
          <p:cNvCxnSpPr>
            <a:cxnSpLocks noChangeAspect="1"/>
          </p:cNvCxnSpPr>
          <p:nvPr/>
        </p:nvCxnSpPr>
        <p:spPr>
          <a:xfrm>
            <a:off x="2849354" y="2772461"/>
            <a:ext cx="544899" cy="54530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9E87DAE3-D0C7-E2BF-D1D0-697D7786F85A}"/>
              </a:ext>
            </a:extLst>
          </p:cNvPr>
          <p:cNvCxnSpPr>
            <a:cxnSpLocks noChangeAspect="1"/>
          </p:cNvCxnSpPr>
          <p:nvPr/>
        </p:nvCxnSpPr>
        <p:spPr>
          <a:xfrm>
            <a:off x="2865527" y="2640786"/>
            <a:ext cx="675558" cy="67606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4BE3220A-D460-5FB9-ACB3-9E3ABC934D34}"/>
              </a:ext>
            </a:extLst>
          </p:cNvPr>
          <p:cNvCxnSpPr>
            <a:cxnSpLocks noChangeAspect="1"/>
          </p:cNvCxnSpPr>
          <p:nvPr/>
        </p:nvCxnSpPr>
        <p:spPr>
          <a:xfrm>
            <a:off x="2909634" y="2516429"/>
            <a:ext cx="788200" cy="78878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1CEA3092-B27E-25AA-1F5F-B411B20462FB}"/>
              </a:ext>
            </a:extLst>
          </p:cNvPr>
          <p:cNvCxnSpPr>
            <a:cxnSpLocks noChangeAspect="1"/>
          </p:cNvCxnSpPr>
          <p:nvPr/>
        </p:nvCxnSpPr>
        <p:spPr>
          <a:xfrm>
            <a:off x="2963246" y="2435962"/>
            <a:ext cx="869919" cy="87056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97DD2B93-4F79-2CC0-6647-C184704C874A}"/>
              </a:ext>
            </a:extLst>
          </p:cNvPr>
          <p:cNvCxnSpPr>
            <a:cxnSpLocks noChangeAspect="1"/>
          </p:cNvCxnSpPr>
          <p:nvPr/>
        </p:nvCxnSpPr>
        <p:spPr>
          <a:xfrm>
            <a:off x="3046103" y="2384755"/>
            <a:ext cx="921029" cy="921715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75888A01-17B7-20E5-FDE6-B7D73BBC6261}"/>
              </a:ext>
            </a:extLst>
          </p:cNvPr>
          <p:cNvCxnSpPr>
            <a:cxnSpLocks noChangeAspect="1"/>
          </p:cNvCxnSpPr>
          <p:nvPr/>
        </p:nvCxnSpPr>
        <p:spPr>
          <a:xfrm>
            <a:off x="3185692" y="2362810"/>
            <a:ext cx="940081" cy="94078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C7350AFD-C39C-C41F-0134-F8306DC37504}"/>
              </a:ext>
            </a:extLst>
          </p:cNvPr>
          <p:cNvCxnSpPr>
            <a:cxnSpLocks noChangeAspect="1"/>
          </p:cNvCxnSpPr>
          <p:nvPr/>
        </p:nvCxnSpPr>
        <p:spPr>
          <a:xfrm>
            <a:off x="3333704" y="2366467"/>
            <a:ext cx="938373" cy="939069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D086D15C-53CC-4839-DF48-552398133D5B}"/>
              </a:ext>
            </a:extLst>
          </p:cNvPr>
          <p:cNvCxnSpPr>
            <a:cxnSpLocks noChangeAspect="1"/>
          </p:cNvCxnSpPr>
          <p:nvPr/>
        </p:nvCxnSpPr>
        <p:spPr>
          <a:xfrm>
            <a:off x="3469121" y="2350161"/>
            <a:ext cx="945602" cy="94630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EC6FFA9A-3B35-AA9E-A9A1-8EA183C56839}"/>
              </a:ext>
            </a:extLst>
          </p:cNvPr>
          <p:cNvCxnSpPr>
            <a:cxnSpLocks noChangeAspect="1"/>
          </p:cNvCxnSpPr>
          <p:nvPr/>
        </p:nvCxnSpPr>
        <p:spPr>
          <a:xfrm>
            <a:off x="3635968" y="2355494"/>
            <a:ext cx="950269" cy="95097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E8274D0D-8865-5A4A-F40F-FEB439B2CC74}"/>
              </a:ext>
            </a:extLst>
          </p:cNvPr>
          <p:cNvCxnSpPr>
            <a:cxnSpLocks noChangeAspect="1"/>
          </p:cNvCxnSpPr>
          <p:nvPr/>
        </p:nvCxnSpPr>
        <p:spPr>
          <a:xfrm>
            <a:off x="3780325" y="2355494"/>
            <a:ext cx="950272" cy="95097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1F5B48-D80D-4159-2E3A-3C7BF215AC3F}"/>
              </a:ext>
            </a:extLst>
          </p:cNvPr>
          <p:cNvCxnSpPr>
            <a:cxnSpLocks/>
          </p:cNvCxnSpPr>
          <p:nvPr/>
        </p:nvCxnSpPr>
        <p:spPr>
          <a:xfrm>
            <a:off x="722488" y="271813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FB8FFC9-CDE8-7198-27D9-600DF2857851}"/>
              </a:ext>
            </a:extLst>
          </p:cNvPr>
          <p:cNvCxnSpPr>
            <a:cxnSpLocks/>
          </p:cNvCxnSpPr>
          <p:nvPr/>
        </p:nvCxnSpPr>
        <p:spPr>
          <a:xfrm>
            <a:off x="723886" y="295874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7926E17D-F956-E0B8-C161-BE6EE8B83893}"/>
              </a:ext>
            </a:extLst>
          </p:cNvPr>
          <p:cNvCxnSpPr>
            <a:cxnSpLocks noChangeAspect="1"/>
          </p:cNvCxnSpPr>
          <p:nvPr/>
        </p:nvCxnSpPr>
        <p:spPr>
          <a:xfrm>
            <a:off x="3933631" y="2350539"/>
            <a:ext cx="969840" cy="970562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B440E159-B282-49D0-E5BD-4F9EEA2456CE}"/>
              </a:ext>
            </a:extLst>
          </p:cNvPr>
          <p:cNvCxnSpPr>
            <a:cxnSpLocks noChangeAspect="1"/>
          </p:cNvCxnSpPr>
          <p:nvPr/>
        </p:nvCxnSpPr>
        <p:spPr>
          <a:xfrm>
            <a:off x="4103755" y="2359152"/>
            <a:ext cx="951048" cy="951755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58C52475-FA80-24F5-21DD-77806B4E6228}"/>
              </a:ext>
            </a:extLst>
          </p:cNvPr>
          <p:cNvCxnSpPr>
            <a:cxnSpLocks noChangeAspect="1"/>
          </p:cNvCxnSpPr>
          <p:nvPr/>
        </p:nvCxnSpPr>
        <p:spPr>
          <a:xfrm>
            <a:off x="4248113" y="2359152"/>
            <a:ext cx="953927" cy="95463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EAC5783D-5C18-A892-F650-5E48507126C9}"/>
              </a:ext>
            </a:extLst>
          </p:cNvPr>
          <p:cNvCxnSpPr>
            <a:cxnSpLocks noChangeAspect="1"/>
          </p:cNvCxnSpPr>
          <p:nvPr/>
        </p:nvCxnSpPr>
        <p:spPr>
          <a:xfrm>
            <a:off x="4400093" y="2359421"/>
            <a:ext cx="943661" cy="94436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B6757B03-B107-E03A-4F5D-5AD48FC10185}"/>
              </a:ext>
            </a:extLst>
          </p:cNvPr>
          <p:cNvCxnSpPr>
            <a:cxnSpLocks noChangeAspect="1"/>
          </p:cNvCxnSpPr>
          <p:nvPr/>
        </p:nvCxnSpPr>
        <p:spPr>
          <a:xfrm>
            <a:off x="4561342" y="2359152"/>
            <a:ext cx="953924" cy="95463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8C050E8C-E3AD-D2E2-534A-246CEAE810C7}"/>
              </a:ext>
            </a:extLst>
          </p:cNvPr>
          <p:cNvCxnSpPr>
            <a:cxnSpLocks noChangeAspect="1"/>
          </p:cNvCxnSpPr>
          <p:nvPr/>
        </p:nvCxnSpPr>
        <p:spPr>
          <a:xfrm>
            <a:off x="4705699" y="2359152"/>
            <a:ext cx="937978" cy="938673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B654B08C-3286-81B2-BF8B-A06C451F2FA5}"/>
              </a:ext>
            </a:extLst>
          </p:cNvPr>
          <p:cNvCxnSpPr>
            <a:cxnSpLocks noChangeAspect="1"/>
          </p:cNvCxnSpPr>
          <p:nvPr/>
        </p:nvCxnSpPr>
        <p:spPr>
          <a:xfrm>
            <a:off x="4864092" y="2359761"/>
            <a:ext cx="944177" cy="94488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B654A08B-3A8F-DA8E-DAEB-BF148EA5A294}"/>
              </a:ext>
            </a:extLst>
          </p:cNvPr>
          <p:cNvCxnSpPr>
            <a:cxnSpLocks noChangeAspect="1"/>
          </p:cNvCxnSpPr>
          <p:nvPr/>
        </p:nvCxnSpPr>
        <p:spPr>
          <a:xfrm>
            <a:off x="5028656" y="2362810"/>
            <a:ext cx="950270" cy="95097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6B79633C-FB1F-20A7-B859-BBC05849FD81}"/>
              </a:ext>
            </a:extLst>
          </p:cNvPr>
          <p:cNvCxnSpPr>
            <a:cxnSpLocks noChangeAspect="1"/>
          </p:cNvCxnSpPr>
          <p:nvPr/>
        </p:nvCxnSpPr>
        <p:spPr>
          <a:xfrm>
            <a:off x="5173014" y="2362810"/>
            <a:ext cx="953466" cy="954173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0ECCF4BA-C0DD-5E24-841B-25D9E6A0515D}"/>
              </a:ext>
            </a:extLst>
          </p:cNvPr>
          <p:cNvCxnSpPr>
            <a:cxnSpLocks noChangeAspect="1"/>
          </p:cNvCxnSpPr>
          <p:nvPr/>
        </p:nvCxnSpPr>
        <p:spPr>
          <a:xfrm>
            <a:off x="5328379" y="2366467"/>
            <a:ext cx="879760" cy="880415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77AC1250-2AA4-6CE0-35CF-E022B32EF747}"/>
              </a:ext>
            </a:extLst>
          </p:cNvPr>
          <p:cNvCxnSpPr>
            <a:cxnSpLocks noChangeAspect="1"/>
          </p:cNvCxnSpPr>
          <p:nvPr/>
        </p:nvCxnSpPr>
        <p:spPr>
          <a:xfrm>
            <a:off x="5493715" y="2370288"/>
            <a:ext cx="702259" cy="702781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6FEF3E9F-6BD8-2C02-DB35-0916AD223538}"/>
              </a:ext>
            </a:extLst>
          </p:cNvPr>
          <p:cNvCxnSpPr>
            <a:cxnSpLocks noChangeAspect="1"/>
          </p:cNvCxnSpPr>
          <p:nvPr/>
        </p:nvCxnSpPr>
        <p:spPr>
          <a:xfrm>
            <a:off x="5637910" y="2370125"/>
            <a:ext cx="558064" cy="558478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775D38C-2175-2E45-DBCD-BF33136EE5FD}"/>
              </a:ext>
            </a:extLst>
          </p:cNvPr>
          <p:cNvCxnSpPr>
            <a:cxnSpLocks noChangeAspect="1"/>
          </p:cNvCxnSpPr>
          <p:nvPr/>
        </p:nvCxnSpPr>
        <p:spPr>
          <a:xfrm>
            <a:off x="5791849" y="2370428"/>
            <a:ext cx="387115" cy="387402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6381A25B-8572-0C9C-ACCD-D78ABF36F8A0}"/>
              </a:ext>
            </a:extLst>
          </p:cNvPr>
          <p:cNvCxnSpPr>
            <a:cxnSpLocks noChangeAspect="1"/>
          </p:cNvCxnSpPr>
          <p:nvPr/>
        </p:nvCxnSpPr>
        <p:spPr>
          <a:xfrm>
            <a:off x="5947258" y="2374129"/>
            <a:ext cx="226771" cy="22694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427A3A3A-7E13-0452-5665-CE030086C5F3}"/>
              </a:ext>
            </a:extLst>
          </p:cNvPr>
          <p:cNvCxnSpPr>
            <a:cxnSpLocks noChangeAspect="1"/>
          </p:cNvCxnSpPr>
          <p:nvPr/>
        </p:nvCxnSpPr>
        <p:spPr>
          <a:xfrm>
            <a:off x="6115507" y="2380865"/>
            <a:ext cx="65837" cy="6588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Freeform 419">
            <a:extLst>
              <a:ext uri="{FF2B5EF4-FFF2-40B4-BE49-F238E27FC236}">
                <a16:creationId xmlns:a16="http://schemas.microsoft.com/office/drawing/2014/main" id="{B120AD64-B37A-D7DD-83A0-B46791AFB8FD}"/>
              </a:ext>
            </a:extLst>
          </p:cNvPr>
          <p:cNvSpPr/>
          <p:nvPr/>
        </p:nvSpPr>
        <p:spPr>
          <a:xfrm>
            <a:off x="4392485" y="5695362"/>
            <a:ext cx="1072046" cy="979164"/>
          </a:xfrm>
          <a:custGeom>
            <a:avLst/>
            <a:gdLst>
              <a:gd name="connsiteX0" fmla="*/ 3303678 w 3327124"/>
              <a:gd name="connsiteY0" fmla="*/ 23821 h 969251"/>
              <a:gd name="connsiteX1" fmla="*/ 2740971 w 3327124"/>
              <a:gd name="connsiteY1" fmla="*/ 19132 h 969251"/>
              <a:gd name="connsiteX2" fmla="*/ 2046964 w 3327124"/>
              <a:gd name="connsiteY2" fmla="*/ 9753 h 969251"/>
              <a:gd name="connsiteX3" fmla="*/ 1296688 w 3327124"/>
              <a:gd name="connsiteY3" fmla="*/ 5064 h 969251"/>
              <a:gd name="connsiteX4" fmla="*/ 860589 w 3327124"/>
              <a:gd name="connsiteY4" fmla="*/ 375 h 969251"/>
              <a:gd name="connsiteX5" fmla="*/ 480761 w 3327124"/>
              <a:gd name="connsiteY5" fmla="*/ 5064 h 969251"/>
              <a:gd name="connsiteX6" fmla="*/ 180651 w 3327124"/>
              <a:gd name="connsiteY6" fmla="*/ 42578 h 969251"/>
              <a:gd name="connsiteX7" fmla="*/ 35284 w 3327124"/>
              <a:gd name="connsiteY7" fmla="*/ 220769 h 969251"/>
              <a:gd name="connsiteX8" fmla="*/ 2460 w 3327124"/>
              <a:gd name="connsiteY8" fmla="*/ 502123 h 969251"/>
              <a:gd name="connsiteX9" fmla="*/ 11838 w 3327124"/>
              <a:gd name="connsiteY9" fmla="*/ 750652 h 969251"/>
              <a:gd name="connsiteX10" fmla="*/ 86866 w 3327124"/>
              <a:gd name="connsiteY10" fmla="*/ 910086 h 969251"/>
              <a:gd name="connsiteX11" fmla="*/ 326017 w 3327124"/>
              <a:gd name="connsiteY11" fmla="*/ 966356 h 969251"/>
              <a:gd name="connsiteX12" fmla="*/ 944995 w 3327124"/>
              <a:gd name="connsiteY12" fmla="*/ 961667 h 969251"/>
              <a:gd name="connsiteX13" fmla="*/ 1587420 w 3327124"/>
              <a:gd name="connsiteY13" fmla="*/ 952289 h 969251"/>
              <a:gd name="connsiteX14" fmla="*/ 2393968 w 3327124"/>
              <a:gd name="connsiteY14" fmla="*/ 961667 h 969251"/>
              <a:gd name="connsiteX15" fmla="*/ 2951986 w 3327124"/>
              <a:gd name="connsiteY15" fmla="*/ 952289 h 969251"/>
              <a:gd name="connsiteX16" fmla="*/ 3327124 w 3327124"/>
              <a:gd name="connsiteY16" fmla="*/ 966356 h 969251"/>
              <a:gd name="connsiteX0" fmla="*/ 3313602 w 3337048"/>
              <a:gd name="connsiteY0" fmla="*/ 36393 h 981823"/>
              <a:gd name="connsiteX1" fmla="*/ 2750895 w 3337048"/>
              <a:gd name="connsiteY1" fmla="*/ 31704 h 981823"/>
              <a:gd name="connsiteX2" fmla="*/ 2056888 w 3337048"/>
              <a:gd name="connsiteY2" fmla="*/ 22325 h 981823"/>
              <a:gd name="connsiteX3" fmla="*/ 1306612 w 3337048"/>
              <a:gd name="connsiteY3" fmla="*/ 17636 h 981823"/>
              <a:gd name="connsiteX4" fmla="*/ 870513 w 3337048"/>
              <a:gd name="connsiteY4" fmla="*/ 12947 h 981823"/>
              <a:gd name="connsiteX5" fmla="*/ 490685 w 3337048"/>
              <a:gd name="connsiteY5" fmla="*/ 17636 h 981823"/>
              <a:gd name="connsiteX6" fmla="*/ 45208 w 3337048"/>
              <a:gd name="connsiteY6" fmla="*/ 233341 h 981823"/>
              <a:gd name="connsiteX7" fmla="*/ 12384 w 3337048"/>
              <a:gd name="connsiteY7" fmla="*/ 514695 h 981823"/>
              <a:gd name="connsiteX8" fmla="*/ 21762 w 3337048"/>
              <a:gd name="connsiteY8" fmla="*/ 763224 h 981823"/>
              <a:gd name="connsiteX9" fmla="*/ 96790 w 3337048"/>
              <a:gd name="connsiteY9" fmla="*/ 922658 h 981823"/>
              <a:gd name="connsiteX10" fmla="*/ 335941 w 3337048"/>
              <a:gd name="connsiteY10" fmla="*/ 978928 h 981823"/>
              <a:gd name="connsiteX11" fmla="*/ 954919 w 3337048"/>
              <a:gd name="connsiteY11" fmla="*/ 974239 h 981823"/>
              <a:gd name="connsiteX12" fmla="*/ 1597344 w 3337048"/>
              <a:gd name="connsiteY12" fmla="*/ 964861 h 981823"/>
              <a:gd name="connsiteX13" fmla="*/ 2403892 w 3337048"/>
              <a:gd name="connsiteY13" fmla="*/ 974239 h 981823"/>
              <a:gd name="connsiteX14" fmla="*/ 2961910 w 3337048"/>
              <a:gd name="connsiteY14" fmla="*/ 964861 h 981823"/>
              <a:gd name="connsiteX15" fmla="*/ 3337048 w 3337048"/>
              <a:gd name="connsiteY15" fmla="*/ 978928 h 981823"/>
              <a:gd name="connsiteX0" fmla="*/ 3304964 w 3328410"/>
              <a:gd name="connsiteY0" fmla="*/ 23446 h 968876"/>
              <a:gd name="connsiteX1" fmla="*/ 2742257 w 3328410"/>
              <a:gd name="connsiteY1" fmla="*/ 18757 h 968876"/>
              <a:gd name="connsiteX2" fmla="*/ 2048250 w 3328410"/>
              <a:gd name="connsiteY2" fmla="*/ 9378 h 968876"/>
              <a:gd name="connsiteX3" fmla="*/ 1297974 w 3328410"/>
              <a:gd name="connsiteY3" fmla="*/ 4689 h 968876"/>
              <a:gd name="connsiteX4" fmla="*/ 861875 w 3328410"/>
              <a:gd name="connsiteY4" fmla="*/ 0 h 968876"/>
              <a:gd name="connsiteX5" fmla="*/ 349221 w 3328410"/>
              <a:gd name="connsiteY5" fmla="*/ 69387 h 968876"/>
              <a:gd name="connsiteX6" fmla="*/ 36570 w 3328410"/>
              <a:gd name="connsiteY6" fmla="*/ 220394 h 968876"/>
              <a:gd name="connsiteX7" fmla="*/ 3746 w 3328410"/>
              <a:gd name="connsiteY7" fmla="*/ 501748 h 968876"/>
              <a:gd name="connsiteX8" fmla="*/ 13124 w 3328410"/>
              <a:gd name="connsiteY8" fmla="*/ 750277 h 968876"/>
              <a:gd name="connsiteX9" fmla="*/ 88152 w 3328410"/>
              <a:gd name="connsiteY9" fmla="*/ 909711 h 968876"/>
              <a:gd name="connsiteX10" fmla="*/ 327303 w 3328410"/>
              <a:gd name="connsiteY10" fmla="*/ 965981 h 968876"/>
              <a:gd name="connsiteX11" fmla="*/ 946281 w 3328410"/>
              <a:gd name="connsiteY11" fmla="*/ 961292 h 968876"/>
              <a:gd name="connsiteX12" fmla="*/ 1588706 w 3328410"/>
              <a:gd name="connsiteY12" fmla="*/ 951914 h 968876"/>
              <a:gd name="connsiteX13" fmla="*/ 2395254 w 3328410"/>
              <a:gd name="connsiteY13" fmla="*/ 961292 h 968876"/>
              <a:gd name="connsiteX14" fmla="*/ 2953272 w 3328410"/>
              <a:gd name="connsiteY14" fmla="*/ 951914 h 968876"/>
              <a:gd name="connsiteX15" fmla="*/ 3328410 w 3328410"/>
              <a:gd name="connsiteY15" fmla="*/ 965981 h 968876"/>
              <a:gd name="connsiteX0" fmla="*/ 3319572 w 3343018"/>
              <a:gd name="connsiteY0" fmla="*/ 23446 h 968876"/>
              <a:gd name="connsiteX1" fmla="*/ 2756865 w 3343018"/>
              <a:gd name="connsiteY1" fmla="*/ 18757 h 968876"/>
              <a:gd name="connsiteX2" fmla="*/ 2062858 w 3343018"/>
              <a:gd name="connsiteY2" fmla="*/ 9378 h 968876"/>
              <a:gd name="connsiteX3" fmla="*/ 1312582 w 3343018"/>
              <a:gd name="connsiteY3" fmla="*/ 4689 h 968876"/>
              <a:gd name="connsiteX4" fmla="*/ 876483 w 3343018"/>
              <a:gd name="connsiteY4" fmla="*/ 0 h 968876"/>
              <a:gd name="connsiteX5" fmla="*/ 363829 w 3343018"/>
              <a:gd name="connsiteY5" fmla="*/ 69387 h 968876"/>
              <a:gd name="connsiteX6" fmla="*/ 51178 w 3343018"/>
              <a:gd name="connsiteY6" fmla="*/ 220394 h 968876"/>
              <a:gd name="connsiteX7" fmla="*/ 18354 w 3343018"/>
              <a:gd name="connsiteY7" fmla="*/ 501748 h 968876"/>
              <a:gd name="connsiteX8" fmla="*/ 27732 w 3343018"/>
              <a:gd name="connsiteY8" fmla="*/ 750277 h 968876"/>
              <a:gd name="connsiteX9" fmla="*/ 341911 w 3343018"/>
              <a:gd name="connsiteY9" fmla="*/ 965981 h 968876"/>
              <a:gd name="connsiteX10" fmla="*/ 960889 w 3343018"/>
              <a:gd name="connsiteY10" fmla="*/ 961292 h 968876"/>
              <a:gd name="connsiteX11" fmla="*/ 1603314 w 3343018"/>
              <a:gd name="connsiteY11" fmla="*/ 951914 h 968876"/>
              <a:gd name="connsiteX12" fmla="*/ 2409862 w 3343018"/>
              <a:gd name="connsiteY12" fmla="*/ 961292 h 968876"/>
              <a:gd name="connsiteX13" fmla="*/ 2967880 w 3343018"/>
              <a:gd name="connsiteY13" fmla="*/ 951914 h 968876"/>
              <a:gd name="connsiteX14" fmla="*/ 3343018 w 3343018"/>
              <a:gd name="connsiteY14" fmla="*/ 965981 h 968876"/>
              <a:gd name="connsiteX0" fmla="*/ 3365106 w 3388552"/>
              <a:gd name="connsiteY0" fmla="*/ 23446 h 965981"/>
              <a:gd name="connsiteX1" fmla="*/ 2802399 w 3388552"/>
              <a:gd name="connsiteY1" fmla="*/ 18757 h 965981"/>
              <a:gd name="connsiteX2" fmla="*/ 2108392 w 3388552"/>
              <a:gd name="connsiteY2" fmla="*/ 9378 h 965981"/>
              <a:gd name="connsiteX3" fmla="*/ 1358116 w 3388552"/>
              <a:gd name="connsiteY3" fmla="*/ 4689 h 965981"/>
              <a:gd name="connsiteX4" fmla="*/ 922017 w 3388552"/>
              <a:gd name="connsiteY4" fmla="*/ 0 h 965981"/>
              <a:gd name="connsiteX5" fmla="*/ 409363 w 3388552"/>
              <a:gd name="connsiteY5" fmla="*/ 69387 h 965981"/>
              <a:gd name="connsiteX6" fmla="*/ 96712 w 3388552"/>
              <a:gd name="connsiteY6" fmla="*/ 220394 h 965981"/>
              <a:gd name="connsiteX7" fmla="*/ 63888 w 3388552"/>
              <a:gd name="connsiteY7" fmla="*/ 501748 h 965981"/>
              <a:gd name="connsiteX8" fmla="*/ 73266 w 3388552"/>
              <a:gd name="connsiteY8" fmla="*/ 750277 h 965981"/>
              <a:gd name="connsiteX9" fmla="*/ 1006423 w 3388552"/>
              <a:gd name="connsiteY9" fmla="*/ 961292 h 965981"/>
              <a:gd name="connsiteX10" fmla="*/ 1648848 w 3388552"/>
              <a:gd name="connsiteY10" fmla="*/ 951914 h 965981"/>
              <a:gd name="connsiteX11" fmla="*/ 2455396 w 3388552"/>
              <a:gd name="connsiteY11" fmla="*/ 961292 h 965981"/>
              <a:gd name="connsiteX12" fmla="*/ 3013414 w 3388552"/>
              <a:gd name="connsiteY12" fmla="*/ 951914 h 965981"/>
              <a:gd name="connsiteX13" fmla="*/ 3388552 w 3388552"/>
              <a:gd name="connsiteY13" fmla="*/ 965981 h 965981"/>
              <a:gd name="connsiteX0" fmla="*/ 3314128 w 3337574"/>
              <a:gd name="connsiteY0" fmla="*/ 23446 h 965981"/>
              <a:gd name="connsiteX1" fmla="*/ 2751421 w 3337574"/>
              <a:gd name="connsiteY1" fmla="*/ 18757 h 965981"/>
              <a:gd name="connsiteX2" fmla="*/ 2057414 w 3337574"/>
              <a:gd name="connsiteY2" fmla="*/ 9378 h 965981"/>
              <a:gd name="connsiteX3" fmla="*/ 1307138 w 3337574"/>
              <a:gd name="connsiteY3" fmla="*/ 4689 h 965981"/>
              <a:gd name="connsiteX4" fmla="*/ 871039 w 3337574"/>
              <a:gd name="connsiteY4" fmla="*/ 0 h 965981"/>
              <a:gd name="connsiteX5" fmla="*/ 358385 w 3337574"/>
              <a:gd name="connsiteY5" fmla="*/ 69387 h 965981"/>
              <a:gd name="connsiteX6" fmla="*/ 45734 w 3337574"/>
              <a:gd name="connsiteY6" fmla="*/ 220394 h 965981"/>
              <a:gd name="connsiteX7" fmla="*/ 12910 w 3337574"/>
              <a:gd name="connsiteY7" fmla="*/ 501748 h 965981"/>
              <a:gd name="connsiteX8" fmla="*/ 155115 w 3337574"/>
              <a:gd name="connsiteY8" fmla="*/ 836542 h 965981"/>
              <a:gd name="connsiteX9" fmla="*/ 955445 w 3337574"/>
              <a:gd name="connsiteY9" fmla="*/ 961292 h 965981"/>
              <a:gd name="connsiteX10" fmla="*/ 1597870 w 3337574"/>
              <a:gd name="connsiteY10" fmla="*/ 951914 h 965981"/>
              <a:gd name="connsiteX11" fmla="*/ 2404418 w 3337574"/>
              <a:gd name="connsiteY11" fmla="*/ 961292 h 965981"/>
              <a:gd name="connsiteX12" fmla="*/ 2962436 w 3337574"/>
              <a:gd name="connsiteY12" fmla="*/ 951914 h 965981"/>
              <a:gd name="connsiteX13" fmla="*/ 3337574 w 3337574"/>
              <a:gd name="connsiteY13" fmla="*/ 965981 h 965981"/>
              <a:gd name="connsiteX0" fmla="*/ 3314128 w 3337574"/>
              <a:gd name="connsiteY0" fmla="*/ 18757 h 961292"/>
              <a:gd name="connsiteX1" fmla="*/ 2751421 w 3337574"/>
              <a:gd name="connsiteY1" fmla="*/ 14068 h 961292"/>
              <a:gd name="connsiteX2" fmla="*/ 2057414 w 3337574"/>
              <a:gd name="connsiteY2" fmla="*/ 4689 h 961292"/>
              <a:gd name="connsiteX3" fmla="*/ 1307138 w 3337574"/>
              <a:gd name="connsiteY3" fmla="*/ 0 h 961292"/>
              <a:gd name="connsiteX4" fmla="*/ 358385 w 3337574"/>
              <a:gd name="connsiteY4" fmla="*/ 64698 h 961292"/>
              <a:gd name="connsiteX5" fmla="*/ 45734 w 3337574"/>
              <a:gd name="connsiteY5" fmla="*/ 215705 h 961292"/>
              <a:gd name="connsiteX6" fmla="*/ 12910 w 3337574"/>
              <a:gd name="connsiteY6" fmla="*/ 497059 h 961292"/>
              <a:gd name="connsiteX7" fmla="*/ 155115 w 3337574"/>
              <a:gd name="connsiteY7" fmla="*/ 831853 h 961292"/>
              <a:gd name="connsiteX8" fmla="*/ 955445 w 3337574"/>
              <a:gd name="connsiteY8" fmla="*/ 956603 h 961292"/>
              <a:gd name="connsiteX9" fmla="*/ 1597870 w 3337574"/>
              <a:gd name="connsiteY9" fmla="*/ 947225 h 961292"/>
              <a:gd name="connsiteX10" fmla="*/ 2404418 w 3337574"/>
              <a:gd name="connsiteY10" fmla="*/ 956603 h 961292"/>
              <a:gd name="connsiteX11" fmla="*/ 2962436 w 3337574"/>
              <a:gd name="connsiteY11" fmla="*/ 947225 h 961292"/>
              <a:gd name="connsiteX12" fmla="*/ 3337574 w 3337574"/>
              <a:gd name="connsiteY12" fmla="*/ 961292 h 961292"/>
              <a:gd name="connsiteX0" fmla="*/ 3314128 w 3337574"/>
              <a:gd name="connsiteY0" fmla="*/ 18757 h 976512"/>
              <a:gd name="connsiteX1" fmla="*/ 2751421 w 3337574"/>
              <a:gd name="connsiteY1" fmla="*/ 14068 h 976512"/>
              <a:gd name="connsiteX2" fmla="*/ 2057414 w 3337574"/>
              <a:gd name="connsiteY2" fmla="*/ 4689 h 976512"/>
              <a:gd name="connsiteX3" fmla="*/ 1307138 w 3337574"/>
              <a:gd name="connsiteY3" fmla="*/ 0 h 976512"/>
              <a:gd name="connsiteX4" fmla="*/ 358385 w 3337574"/>
              <a:gd name="connsiteY4" fmla="*/ 64698 h 976512"/>
              <a:gd name="connsiteX5" fmla="*/ 45734 w 3337574"/>
              <a:gd name="connsiteY5" fmla="*/ 215705 h 976512"/>
              <a:gd name="connsiteX6" fmla="*/ 12910 w 3337574"/>
              <a:gd name="connsiteY6" fmla="*/ 497059 h 976512"/>
              <a:gd name="connsiteX7" fmla="*/ 155115 w 3337574"/>
              <a:gd name="connsiteY7" fmla="*/ 831853 h 976512"/>
              <a:gd name="connsiteX8" fmla="*/ 955445 w 3337574"/>
              <a:gd name="connsiteY8" fmla="*/ 956603 h 976512"/>
              <a:gd name="connsiteX9" fmla="*/ 1685553 w 3337574"/>
              <a:gd name="connsiteY9" fmla="*/ 976512 h 976512"/>
              <a:gd name="connsiteX10" fmla="*/ 2404418 w 3337574"/>
              <a:gd name="connsiteY10" fmla="*/ 956603 h 976512"/>
              <a:gd name="connsiteX11" fmla="*/ 2962436 w 3337574"/>
              <a:gd name="connsiteY11" fmla="*/ 947225 h 976512"/>
              <a:gd name="connsiteX12" fmla="*/ 3337574 w 3337574"/>
              <a:gd name="connsiteY12" fmla="*/ 961292 h 976512"/>
              <a:gd name="connsiteX0" fmla="*/ 3314128 w 3337574"/>
              <a:gd name="connsiteY0" fmla="*/ 18757 h 976512"/>
              <a:gd name="connsiteX1" fmla="*/ 2751421 w 3337574"/>
              <a:gd name="connsiteY1" fmla="*/ 14068 h 976512"/>
              <a:gd name="connsiteX2" fmla="*/ 2057414 w 3337574"/>
              <a:gd name="connsiteY2" fmla="*/ 4689 h 976512"/>
              <a:gd name="connsiteX3" fmla="*/ 1307138 w 3337574"/>
              <a:gd name="connsiteY3" fmla="*/ 0 h 976512"/>
              <a:gd name="connsiteX4" fmla="*/ 358385 w 3337574"/>
              <a:gd name="connsiteY4" fmla="*/ 64698 h 976512"/>
              <a:gd name="connsiteX5" fmla="*/ 45734 w 3337574"/>
              <a:gd name="connsiteY5" fmla="*/ 215705 h 976512"/>
              <a:gd name="connsiteX6" fmla="*/ 12910 w 3337574"/>
              <a:gd name="connsiteY6" fmla="*/ 497059 h 976512"/>
              <a:gd name="connsiteX7" fmla="*/ 155115 w 3337574"/>
              <a:gd name="connsiteY7" fmla="*/ 831853 h 976512"/>
              <a:gd name="connsiteX8" fmla="*/ 792605 w 3337574"/>
              <a:gd name="connsiteY8" fmla="*/ 956603 h 976512"/>
              <a:gd name="connsiteX9" fmla="*/ 1685553 w 3337574"/>
              <a:gd name="connsiteY9" fmla="*/ 976512 h 976512"/>
              <a:gd name="connsiteX10" fmla="*/ 2404418 w 3337574"/>
              <a:gd name="connsiteY10" fmla="*/ 956603 h 976512"/>
              <a:gd name="connsiteX11" fmla="*/ 2962436 w 3337574"/>
              <a:gd name="connsiteY11" fmla="*/ 947225 h 976512"/>
              <a:gd name="connsiteX12" fmla="*/ 3337574 w 3337574"/>
              <a:gd name="connsiteY12" fmla="*/ 961292 h 976512"/>
              <a:gd name="connsiteX0" fmla="*/ 3314128 w 3337574"/>
              <a:gd name="connsiteY0" fmla="*/ 18757 h 976512"/>
              <a:gd name="connsiteX1" fmla="*/ 2751421 w 3337574"/>
              <a:gd name="connsiteY1" fmla="*/ 14068 h 976512"/>
              <a:gd name="connsiteX2" fmla="*/ 2057414 w 3337574"/>
              <a:gd name="connsiteY2" fmla="*/ 4689 h 976512"/>
              <a:gd name="connsiteX3" fmla="*/ 1307138 w 3337574"/>
              <a:gd name="connsiteY3" fmla="*/ 0 h 976512"/>
              <a:gd name="connsiteX4" fmla="*/ 358385 w 3337574"/>
              <a:gd name="connsiteY4" fmla="*/ 64698 h 976512"/>
              <a:gd name="connsiteX5" fmla="*/ 45734 w 3337574"/>
              <a:gd name="connsiteY5" fmla="*/ 215705 h 976512"/>
              <a:gd name="connsiteX6" fmla="*/ 12910 w 3337574"/>
              <a:gd name="connsiteY6" fmla="*/ 497059 h 976512"/>
              <a:gd name="connsiteX7" fmla="*/ 155115 w 3337574"/>
              <a:gd name="connsiteY7" fmla="*/ 831853 h 976512"/>
              <a:gd name="connsiteX8" fmla="*/ 792605 w 3337574"/>
              <a:gd name="connsiteY8" fmla="*/ 956603 h 976512"/>
              <a:gd name="connsiteX9" fmla="*/ 1685553 w 3337574"/>
              <a:gd name="connsiteY9" fmla="*/ 976512 h 976512"/>
              <a:gd name="connsiteX10" fmla="*/ 2441997 w 3337574"/>
              <a:gd name="connsiteY10" fmla="*/ 966365 h 976512"/>
              <a:gd name="connsiteX11" fmla="*/ 2962436 w 3337574"/>
              <a:gd name="connsiteY11" fmla="*/ 947225 h 976512"/>
              <a:gd name="connsiteX12" fmla="*/ 3337574 w 3337574"/>
              <a:gd name="connsiteY12" fmla="*/ 961292 h 976512"/>
              <a:gd name="connsiteX0" fmla="*/ 3314128 w 3801045"/>
              <a:gd name="connsiteY0" fmla="*/ 18757 h 976512"/>
              <a:gd name="connsiteX1" fmla="*/ 2751421 w 3801045"/>
              <a:gd name="connsiteY1" fmla="*/ 14068 h 976512"/>
              <a:gd name="connsiteX2" fmla="*/ 2057414 w 3801045"/>
              <a:gd name="connsiteY2" fmla="*/ 4689 h 976512"/>
              <a:gd name="connsiteX3" fmla="*/ 1307138 w 3801045"/>
              <a:gd name="connsiteY3" fmla="*/ 0 h 976512"/>
              <a:gd name="connsiteX4" fmla="*/ 358385 w 3801045"/>
              <a:gd name="connsiteY4" fmla="*/ 64698 h 976512"/>
              <a:gd name="connsiteX5" fmla="*/ 45734 w 3801045"/>
              <a:gd name="connsiteY5" fmla="*/ 215705 h 976512"/>
              <a:gd name="connsiteX6" fmla="*/ 12910 w 3801045"/>
              <a:gd name="connsiteY6" fmla="*/ 497059 h 976512"/>
              <a:gd name="connsiteX7" fmla="*/ 155115 w 3801045"/>
              <a:gd name="connsiteY7" fmla="*/ 831853 h 976512"/>
              <a:gd name="connsiteX8" fmla="*/ 792605 w 3801045"/>
              <a:gd name="connsiteY8" fmla="*/ 956603 h 976512"/>
              <a:gd name="connsiteX9" fmla="*/ 1685553 w 3801045"/>
              <a:gd name="connsiteY9" fmla="*/ 976512 h 976512"/>
              <a:gd name="connsiteX10" fmla="*/ 2441997 w 3801045"/>
              <a:gd name="connsiteY10" fmla="*/ 966365 h 976512"/>
              <a:gd name="connsiteX11" fmla="*/ 2962436 w 3801045"/>
              <a:gd name="connsiteY11" fmla="*/ 947225 h 976512"/>
              <a:gd name="connsiteX12" fmla="*/ 3801045 w 3801045"/>
              <a:gd name="connsiteY12" fmla="*/ 948276 h 976512"/>
              <a:gd name="connsiteX0" fmla="*/ 3314128 w 3801045"/>
              <a:gd name="connsiteY0" fmla="*/ 18757 h 976512"/>
              <a:gd name="connsiteX1" fmla="*/ 2751421 w 3801045"/>
              <a:gd name="connsiteY1" fmla="*/ 14068 h 976512"/>
              <a:gd name="connsiteX2" fmla="*/ 2057414 w 3801045"/>
              <a:gd name="connsiteY2" fmla="*/ 4689 h 976512"/>
              <a:gd name="connsiteX3" fmla="*/ 1307138 w 3801045"/>
              <a:gd name="connsiteY3" fmla="*/ 0 h 976512"/>
              <a:gd name="connsiteX4" fmla="*/ 358385 w 3801045"/>
              <a:gd name="connsiteY4" fmla="*/ 64698 h 976512"/>
              <a:gd name="connsiteX5" fmla="*/ 45734 w 3801045"/>
              <a:gd name="connsiteY5" fmla="*/ 215705 h 976512"/>
              <a:gd name="connsiteX6" fmla="*/ 12910 w 3801045"/>
              <a:gd name="connsiteY6" fmla="*/ 497059 h 976512"/>
              <a:gd name="connsiteX7" fmla="*/ 155115 w 3801045"/>
              <a:gd name="connsiteY7" fmla="*/ 831853 h 976512"/>
              <a:gd name="connsiteX8" fmla="*/ 792605 w 3801045"/>
              <a:gd name="connsiteY8" fmla="*/ 956603 h 976512"/>
              <a:gd name="connsiteX9" fmla="*/ 1685553 w 3801045"/>
              <a:gd name="connsiteY9" fmla="*/ 976512 h 976512"/>
              <a:gd name="connsiteX10" fmla="*/ 2441997 w 3801045"/>
              <a:gd name="connsiteY10" fmla="*/ 966365 h 976512"/>
              <a:gd name="connsiteX11" fmla="*/ 3801045 w 3801045"/>
              <a:gd name="connsiteY11" fmla="*/ 948276 h 976512"/>
              <a:gd name="connsiteX0" fmla="*/ 3314128 w 3801045"/>
              <a:gd name="connsiteY0" fmla="*/ 18757 h 976512"/>
              <a:gd name="connsiteX1" fmla="*/ 2751421 w 3801045"/>
              <a:gd name="connsiteY1" fmla="*/ 14068 h 976512"/>
              <a:gd name="connsiteX2" fmla="*/ 2057414 w 3801045"/>
              <a:gd name="connsiteY2" fmla="*/ 4689 h 976512"/>
              <a:gd name="connsiteX3" fmla="*/ 1307138 w 3801045"/>
              <a:gd name="connsiteY3" fmla="*/ 0 h 976512"/>
              <a:gd name="connsiteX4" fmla="*/ 358385 w 3801045"/>
              <a:gd name="connsiteY4" fmla="*/ 64698 h 976512"/>
              <a:gd name="connsiteX5" fmla="*/ 45734 w 3801045"/>
              <a:gd name="connsiteY5" fmla="*/ 215705 h 976512"/>
              <a:gd name="connsiteX6" fmla="*/ 12910 w 3801045"/>
              <a:gd name="connsiteY6" fmla="*/ 497059 h 976512"/>
              <a:gd name="connsiteX7" fmla="*/ 155115 w 3801045"/>
              <a:gd name="connsiteY7" fmla="*/ 831853 h 976512"/>
              <a:gd name="connsiteX8" fmla="*/ 792605 w 3801045"/>
              <a:gd name="connsiteY8" fmla="*/ 956603 h 976512"/>
              <a:gd name="connsiteX9" fmla="*/ 1685553 w 3801045"/>
              <a:gd name="connsiteY9" fmla="*/ 976512 h 976512"/>
              <a:gd name="connsiteX10" fmla="*/ 2441997 w 3801045"/>
              <a:gd name="connsiteY10" fmla="*/ 966365 h 976512"/>
              <a:gd name="connsiteX11" fmla="*/ 3801045 w 3801045"/>
              <a:gd name="connsiteY11" fmla="*/ 948276 h 976512"/>
              <a:gd name="connsiteX0" fmla="*/ 3314128 w 3801045"/>
              <a:gd name="connsiteY0" fmla="*/ 14068 h 971823"/>
              <a:gd name="connsiteX1" fmla="*/ 2751421 w 3801045"/>
              <a:gd name="connsiteY1" fmla="*/ 9379 h 971823"/>
              <a:gd name="connsiteX2" fmla="*/ 2057414 w 3801045"/>
              <a:gd name="connsiteY2" fmla="*/ 0 h 971823"/>
              <a:gd name="connsiteX3" fmla="*/ 1307139 w 3801045"/>
              <a:gd name="connsiteY3" fmla="*/ 5073 h 971823"/>
              <a:gd name="connsiteX4" fmla="*/ 358385 w 3801045"/>
              <a:gd name="connsiteY4" fmla="*/ 60009 h 971823"/>
              <a:gd name="connsiteX5" fmla="*/ 45734 w 3801045"/>
              <a:gd name="connsiteY5" fmla="*/ 211016 h 971823"/>
              <a:gd name="connsiteX6" fmla="*/ 12910 w 3801045"/>
              <a:gd name="connsiteY6" fmla="*/ 492370 h 971823"/>
              <a:gd name="connsiteX7" fmla="*/ 155115 w 3801045"/>
              <a:gd name="connsiteY7" fmla="*/ 827164 h 971823"/>
              <a:gd name="connsiteX8" fmla="*/ 792605 w 3801045"/>
              <a:gd name="connsiteY8" fmla="*/ 951914 h 971823"/>
              <a:gd name="connsiteX9" fmla="*/ 1685553 w 3801045"/>
              <a:gd name="connsiteY9" fmla="*/ 971823 h 971823"/>
              <a:gd name="connsiteX10" fmla="*/ 2441997 w 3801045"/>
              <a:gd name="connsiteY10" fmla="*/ 961676 h 971823"/>
              <a:gd name="connsiteX11" fmla="*/ 3801045 w 3801045"/>
              <a:gd name="connsiteY11" fmla="*/ 943587 h 971823"/>
              <a:gd name="connsiteX0" fmla="*/ 3314128 w 3801045"/>
              <a:gd name="connsiteY0" fmla="*/ 14068 h 971823"/>
              <a:gd name="connsiteX1" fmla="*/ 2751421 w 3801045"/>
              <a:gd name="connsiteY1" fmla="*/ 9379 h 971823"/>
              <a:gd name="connsiteX2" fmla="*/ 2057414 w 3801045"/>
              <a:gd name="connsiteY2" fmla="*/ 0 h 971823"/>
              <a:gd name="connsiteX3" fmla="*/ 1307139 w 3801045"/>
              <a:gd name="connsiteY3" fmla="*/ 5073 h 971823"/>
              <a:gd name="connsiteX4" fmla="*/ 358385 w 3801045"/>
              <a:gd name="connsiteY4" fmla="*/ 60009 h 971823"/>
              <a:gd name="connsiteX5" fmla="*/ 45734 w 3801045"/>
              <a:gd name="connsiteY5" fmla="*/ 211016 h 971823"/>
              <a:gd name="connsiteX6" fmla="*/ 12910 w 3801045"/>
              <a:gd name="connsiteY6" fmla="*/ 492370 h 971823"/>
              <a:gd name="connsiteX7" fmla="*/ 155115 w 3801045"/>
              <a:gd name="connsiteY7" fmla="*/ 827164 h 971823"/>
              <a:gd name="connsiteX8" fmla="*/ 792605 w 3801045"/>
              <a:gd name="connsiteY8" fmla="*/ 951914 h 971823"/>
              <a:gd name="connsiteX9" fmla="*/ 1685553 w 3801045"/>
              <a:gd name="connsiteY9" fmla="*/ 971823 h 971823"/>
              <a:gd name="connsiteX10" fmla="*/ 2441997 w 3801045"/>
              <a:gd name="connsiteY10" fmla="*/ 961676 h 971823"/>
              <a:gd name="connsiteX11" fmla="*/ 3801045 w 3801045"/>
              <a:gd name="connsiteY11" fmla="*/ 943587 h 971823"/>
              <a:gd name="connsiteX0" fmla="*/ 3314128 w 3801045"/>
              <a:gd name="connsiteY0" fmla="*/ 14068 h 971823"/>
              <a:gd name="connsiteX1" fmla="*/ 2057414 w 3801045"/>
              <a:gd name="connsiteY1" fmla="*/ 0 h 971823"/>
              <a:gd name="connsiteX2" fmla="*/ 1307139 w 3801045"/>
              <a:gd name="connsiteY2" fmla="*/ 5073 h 971823"/>
              <a:gd name="connsiteX3" fmla="*/ 358385 w 3801045"/>
              <a:gd name="connsiteY3" fmla="*/ 60009 h 971823"/>
              <a:gd name="connsiteX4" fmla="*/ 45734 w 3801045"/>
              <a:gd name="connsiteY4" fmla="*/ 211016 h 971823"/>
              <a:gd name="connsiteX5" fmla="*/ 12910 w 3801045"/>
              <a:gd name="connsiteY5" fmla="*/ 492370 h 971823"/>
              <a:gd name="connsiteX6" fmla="*/ 155115 w 3801045"/>
              <a:gd name="connsiteY6" fmla="*/ 827164 h 971823"/>
              <a:gd name="connsiteX7" fmla="*/ 792605 w 3801045"/>
              <a:gd name="connsiteY7" fmla="*/ 951914 h 971823"/>
              <a:gd name="connsiteX8" fmla="*/ 1685553 w 3801045"/>
              <a:gd name="connsiteY8" fmla="*/ 971823 h 971823"/>
              <a:gd name="connsiteX9" fmla="*/ 2441997 w 3801045"/>
              <a:gd name="connsiteY9" fmla="*/ 961676 h 971823"/>
              <a:gd name="connsiteX10" fmla="*/ 3801045 w 3801045"/>
              <a:gd name="connsiteY10" fmla="*/ 943587 h 971823"/>
              <a:gd name="connsiteX0" fmla="*/ 3314128 w 3801045"/>
              <a:gd name="connsiteY0" fmla="*/ 10814 h 968569"/>
              <a:gd name="connsiteX1" fmla="*/ 2270361 w 3801045"/>
              <a:gd name="connsiteY1" fmla="*/ 0 h 968569"/>
              <a:gd name="connsiteX2" fmla="*/ 1307139 w 3801045"/>
              <a:gd name="connsiteY2" fmla="*/ 1819 h 968569"/>
              <a:gd name="connsiteX3" fmla="*/ 358385 w 3801045"/>
              <a:gd name="connsiteY3" fmla="*/ 56755 h 968569"/>
              <a:gd name="connsiteX4" fmla="*/ 45734 w 3801045"/>
              <a:gd name="connsiteY4" fmla="*/ 207762 h 968569"/>
              <a:gd name="connsiteX5" fmla="*/ 12910 w 3801045"/>
              <a:gd name="connsiteY5" fmla="*/ 489116 h 968569"/>
              <a:gd name="connsiteX6" fmla="*/ 155115 w 3801045"/>
              <a:gd name="connsiteY6" fmla="*/ 823910 h 968569"/>
              <a:gd name="connsiteX7" fmla="*/ 792605 w 3801045"/>
              <a:gd name="connsiteY7" fmla="*/ 948660 h 968569"/>
              <a:gd name="connsiteX8" fmla="*/ 1685553 w 3801045"/>
              <a:gd name="connsiteY8" fmla="*/ 968569 h 968569"/>
              <a:gd name="connsiteX9" fmla="*/ 2441997 w 3801045"/>
              <a:gd name="connsiteY9" fmla="*/ 958422 h 968569"/>
              <a:gd name="connsiteX10" fmla="*/ 3801045 w 3801045"/>
              <a:gd name="connsiteY10" fmla="*/ 940333 h 968569"/>
              <a:gd name="connsiteX0" fmla="*/ 3314128 w 3801045"/>
              <a:gd name="connsiteY0" fmla="*/ 18757 h 976512"/>
              <a:gd name="connsiteX1" fmla="*/ 2270361 w 3801045"/>
              <a:gd name="connsiteY1" fmla="*/ 7943 h 976512"/>
              <a:gd name="connsiteX2" fmla="*/ 1269557 w 3801045"/>
              <a:gd name="connsiteY2" fmla="*/ 0 h 976512"/>
              <a:gd name="connsiteX3" fmla="*/ 358385 w 3801045"/>
              <a:gd name="connsiteY3" fmla="*/ 64698 h 976512"/>
              <a:gd name="connsiteX4" fmla="*/ 45734 w 3801045"/>
              <a:gd name="connsiteY4" fmla="*/ 215705 h 976512"/>
              <a:gd name="connsiteX5" fmla="*/ 12910 w 3801045"/>
              <a:gd name="connsiteY5" fmla="*/ 497059 h 976512"/>
              <a:gd name="connsiteX6" fmla="*/ 155115 w 3801045"/>
              <a:gd name="connsiteY6" fmla="*/ 831853 h 976512"/>
              <a:gd name="connsiteX7" fmla="*/ 792605 w 3801045"/>
              <a:gd name="connsiteY7" fmla="*/ 956603 h 976512"/>
              <a:gd name="connsiteX8" fmla="*/ 1685553 w 3801045"/>
              <a:gd name="connsiteY8" fmla="*/ 976512 h 976512"/>
              <a:gd name="connsiteX9" fmla="*/ 2441997 w 3801045"/>
              <a:gd name="connsiteY9" fmla="*/ 966365 h 976512"/>
              <a:gd name="connsiteX10" fmla="*/ 3801045 w 3801045"/>
              <a:gd name="connsiteY10" fmla="*/ 948276 h 976512"/>
              <a:gd name="connsiteX0" fmla="*/ 3314128 w 3801045"/>
              <a:gd name="connsiteY0" fmla="*/ 20929 h 978684"/>
              <a:gd name="connsiteX1" fmla="*/ 2270361 w 3801045"/>
              <a:gd name="connsiteY1" fmla="*/ 10115 h 978684"/>
              <a:gd name="connsiteX2" fmla="*/ 1269557 w 3801045"/>
              <a:gd name="connsiteY2" fmla="*/ 2172 h 978684"/>
              <a:gd name="connsiteX3" fmla="*/ 358385 w 3801045"/>
              <a:gd name="connsiteY3" fmla="*/ 66870 h 978684"/>
              <a:gd name="connsiteX4" fmla="*/ 45734 w 3801045"/>
              <a:gd name="connsiteY4" fmla="*/ 217877 h 978684"/>
              <a:gd name="connsiteX5" fmla="*/ 12910 w 3801045"/>
              <a:gd name="connsiteY5" fmla="*/ 499231 h 978684"/>
              <a:gd name="connsiteX6" fmla="*/ 155115 w 3801045"/>
              <a:gd name="connsiteY6" fmla="*/ 834025 h 978684"/>
              <a:gd name="connsiteX7" fmla="*/ 792605 w 3801045"/>
              <a:gd name="connsiteY7" fmla="*/ 958775 h 978684"/>
              <a:gd name="connsiteX8" fmla="*/ 1685553 w 3801045"/>
              <a:gd name="connsiteY8" fmla="*/ 978684 h 978684"/>
              <a:gd name="connsiteX9" fmla="*/ 2441997 w 3801045"/>
              <a:gd name="connsiteY9" fmla="*/ 968537 h 978684"/>
              <a:gd name="connsiteX10" fmla="*/ 3801045 w 3801045"/>
              <a:gd name="connsiteY10" fmla="*/ 950448 h 978684"/>
              <a:gd name="connsiteX0" fmla="*/ 3314128 w 3801045"/>
              <a:gd name="connsiteY0" fmla="*/ 21409 h 979164"/>
              <a:gd name="connsiteX1" fmla="*/ 2395620 w 3801045"/>
              <a:gd name="connsiteY1" fmla="*/ 7341 h 979164"/>
              <a:gd name="connsiteX2" fmla="*/ 1269557 w 3801045"/>
              <a:gd name="connsiteY2" fmla="*/ 2652 h 979164"/>
              <a:gd name="connsiteX3" fmla="*/ 358385 w 3801045"/>
              <a:gd name="connsiteY3" fmla="*/ 67350 h 979164"/>
              <a:gd name="connsiteX4" fmla="*/ 45734 w 3801045"/>
              <a:gd name="connsiteY4" fmla="*/ 218357 h 979164"/>
              <a:gd name="connsiteX5" fmla="*/ 12910 w 3801045"/>
              <a:gd name="connsiteY5" fmla="*/ 499711 h 979164"/>
              <a:gd name="connsiteX6" fmla="*/ 155115 w 3801045"/>
              <a:gd name="connsiteY6" fmla="*/ 834505 h 979164"/>
              <a:gd name="connsiteX7" fmla="*/ 792605 w 3801045"/>
              <a:gd name="connsiteY7" fmla="*/ 959255 h 979164"/>
              <a:gd name="connsiteX8" fmla="*/ 1685553 w 3801045"/>
              <a:gd name="connsiteY8" fmla="*/ 979164 h 979164"/>
              <a:gd name="connsiteX9" fmla="*/ 2441997 w 3801045"/>
              <a:gd name="connsiteY9" fmla="*/ 969017 h 979164"/>
              <a:gd name="connsiteX10" fmla="*/ 3801045 w 3801045"/>
              <a:gd name="connsiteY10" fmla="*/ 950928 h 979164"/>
              <a:gd name="connsiteX0" fmla="*/ 3339179 w 3801045"/>
              <a:gd name="connsiteY0" fmla="*/ 14901 h 979164"/>
              <a:gd name="connsiteX1" fmla="*/ 2395620 w 3801045"/>
              <a:gd name="connsiteY1" fmla="*/ 7341 h 979164"/>
              <a:gd name="connsiteX2" fmla="*/ 1269557 w 3801045"/>
              <a:gd name="connsiteY2" fmla="*/ 2652 h 979164"/>
              <a:gd name="connsiteX3" fmla="*/ 358385 w 3801045"/>
              <a:gd name="connsiteY3" fmla="*/ 67350 h 979164"/>
              <a:gd name="connsiteX4" fmla="*/ 45734 w 3801045"/>
              <a:gd name="connsiteY4" fmla="*/ 218357 h 979164"/>
              <a:gd name="connsiteX5" fmla="*/ 12910 w 3801045"/>
              <a:gd name="connsiteY5" fmla="*/ 499711 h 979164"/>
              <a:gd name="connsiteX6" fmla="*/ 155115 w 3801045"/>
              <a:gd name="connsiteY6" fmla="*/ 834505 h 979164"/>
              <a:gd name="connsiteX7" fmla="*/ 792605 w 3801045"/>
              <a:gd name="connsiteY7" fmla="*/ 959255 h 979164"/>
              <a:gd name="connsiteX8" fmla="*/ 1685553 w 3801045"/>
              <a:gd name="connsiteY8" fmla="*/ 979164 h 979164"/>
              <a:gd name="connsiteX9" fmla="*/ 2441997 w 3801045"/>
              <a:gd name="connsiteY9" fmla="*/ 969017 h 979164"/>
              <a:gd name="connsiteX10" fmla="*/ 3801045 w 3801045"/>
              <a:gd name="connsiteY10" fmla="*/ 950928 h 979164"/>
              <a:gd name="connsiteX0" fmla="*/ 3940439 w 3940439"/>
              <a:gd name="connsiteY0" fmla="*/ 21409 h 979164"/>
              <a:gd name="connsiteX1" fmla="*/ 2395620 w 3940439"/>
              <a:gd name="connsiteY1" fmla="*/ 7341 h 979164"/>
              <a:gd name="connsiteX2" fmla="*/ 1269557 w 3940439"/>
              <a:gd name="connsiteY2" fmla="*/ 2652 h 979164"/>
              <a:gd name="connsiteX3" fmla="*/ 358385 w 3940439"/>
              <a:gd name="connsiteY3" fmla="*/ 67350 h 979164"/>
              <a:gd name="connsiteX4" fmla="*/ 45734 w 3940439"/>
              <a:gd name="connsiteY4" fmla="*/ 218357 h 979164"/>
              <a:gd name="connsiteX5" fmla="*/ 12910 w 3940439"/>
              <a:gd name="connsiteY5" fmla="*/ 499711 h 979164"/>
              <a:gd name="connsiteX6" fmla="*/ 155115 w 3940439"/>
              <a:gd name="connsiteY6" fmla="*/ 834505 h 979164"/>
              <a:gd name="connsiteX7" fmla="*/ 792605 w 3940439"/>
              <a:gd name="connsiteY7" fmla="*/ 959255 h 979164"/>
              <a:gd name="connsiteX8" fmla="*/ 1685553 w 3940439"/>
              <a:gd name="connsiteY8" fmla="*/ 979164 h 979164"/>
              <a:gd name="connsiteX9" fmla="*/ 2441997 w 3940439"/>
              <a:gd name="connsiteY9" fmla="*/ 969017 h 979164"/>
              <a:gd name="connsiteX10" fmla="*/ 3801045 w 3940439"/>
              <a:gd name="connsiteY10" fmla="*/ 950928 h 979164"/>
              <a:gd name="connsiteX0" fmla="*/ 3940439 w 4126727"/>
              <a:gd name="connsiteY0" fmla="*/ 21409 h 979164"/>
              <a:gd name="connsiteX1" fmla="*/ 2395620 w 4126727"/>
              <a:gd name="connsiteY1" fmla="*/ 7341 h 979164"/>
              <a:gd name="connsiteX2" fmla="*/ 1269557 w 4126727"/>
              <a:gd name="connsiteY2" fmla="*/ 2652 h 979164"/>
              <a:gd name="connsiteX3" fmla="*/ 358385 w 4126727"/>
              <a:gd name="connsiteY3" fmla="*/ 67350 h 979164"/>
              <a:gd name="connsiteX4" fmla="*/ 45734 w 4126727"/>
              <a:gd name="connsiteY4" fmla="*/ 218357 h 979164"/>
              <a:gd name="connsiteX5" fmla="*/ 12910 w 4126727"/>
              <a:gd name="connsiteY5" fmla="*/ 499711 h 979164"/>
              <a:gd name="connsiteX6" fmla="*/ 155115 w 4126727"/>
              <a:gd name="connsiteY6" fmla="*/ 834505 h 979164"/>
              <a:gd name="connsiteX7" fmla="*/ 792605 w 4126727"/>
              <a:gd name="connsiteY7" fmla="*/ 959255 h 979164"/>
              <a:gd name="connsiteX8" fmla="*/ 1685553 w 4126727"/>
              <a:gd name="connsiteY8" fmla="*/ 979164 h 979164"/>
              <a:gd name="connsiteX9" fmla="*/ 2441997 w 4126727"/>
              <a:gd name="connsiteY9" fmla="*/ 969017 h 979164"/>
              <a:gd name="connsiteX10" fmla="*/ 4126727 w 4126727"/>
              <a:gd name="connsiteY10" fmla="*/ 947674 h 979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26727" h="979164">
                <a:moveTo>
                  <a:pt x="3940439" y="21409"/>
                </a:moveTo>
                <a:lnTo>
                  <a:pt x="2395620" y="7341"/>
                </a:lnTo>
                <a:cubicBezTo>
                  <a:pt x="2062019" y="4693"/>
                  <a:pt x="1703364" y="-4462"/>
                  <a:pt x="1269557" y="2652"/>
                </a:cubicBezTo>
                <a:cubicBezTo>
                  <a:pt x="965832" y="7947"/>
                  <a:pt x="562356" y="31399"/>
                  <a:pt x="358385" y="67350"/>
                </a:cubicBezTo>
                <a:cubicBezTo>
                  <a:pt x="154414" y="103301"/>
                  <a:pt x="103313" y="146297"/>
                  <a:pt x="45734" y="218357"/>
                </a:cubicBezTo>
                <a:cubicBezTo>
                  <a:pt x="-11845" y="290417"/>
                  <a:pt x="-5320" y="397020"/>
                  <a:pt x="12910" y="499711"/>
                </a:cubicBezTo>
                <a:cubicBezTo>
                  <a:pt x="31140" y="602402"/>
                  <a:pt x="25166" y="757914"/>
                  <a:pt x="155115" y="834505"/>
                </a:cubicBezTo>
                <a:cubicBezTo>
                  <a:pt x="285064" y="911096"/>
                  <a:pt x="530008" y="925649"/>
                  <a:pt x="792605" y="959255"/>
                </a:cubicBezTo>
                <a:lnTo>
                  <a:pt x="1685553" y="979164"/>
                </a:lnTo>
                <a:cubicBezTo>
                  <a:pt x="1927048" y="979164"/>
                  <a:pt x="2035135" y="974265"/>
                  <a:pt x="2441997" y="969017"/>
                </a:cubicBezTo>
                <a:lnTo>
                  <a:pt x="4126727" y="947674"/>
                </a:ln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B656BD4B-6A5A-1052-8093-FA78819C9E59}"/>
              </a:ext>
            </a:extLst>
          </p:cNvPr>
          <p:cNvCxnSpPr>
            <a:cxnSpLocks noChangeAspect="1"/>
          </p:cNvCxnSpPr>
          <p:nvPr/>
        </p:nvCxnSpPr>
        <p:spPr>
          <a:xfrm>
            <a:off x="4409295" y="6444684"/>
            <a:ext cx="199652" cy="19980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4BCB94A6-3AF7-A063-F7B1-ACC6DC580E4E}"/>
              </a:ext>
            </a:extLst>
          </p:cNvPr>
          <p:cNvCxnSpPr>
            <a:cxnSpLocks noChangeAspect="1"/>
          </p:cNvCxnSpPr>
          <p:nvPr/>
        </p:nvCxnSpPr>
        <p:spPr>
          <a:xfrm>
            <a:off x="4389491" y="6270132"/>
            <a:ext cx="387706" cy="38799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BB57FAB8-E6BA-65C0-831F-6B62BD49CBC8}"/>
              </a:ext>
            </a:extLst>
          </p:cNvPr>
          <p:cNvCxnSpPr>
            <a:cxnSpLocks noChangeAspect="1"/>
          </p:cNvCxnSpPr>
          <p:nvPr/>
        </p:nvCxnSpPr>
        <p:spPr>
          <a:xfrm>
            <a:off x="4396890" y="6115919"/>
            <a:ext cx="544899" cy="54530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0844F807-D397-324E-C5F0-D0F64AEBB61A}"/>
              </a:ext>
            </a:extLst>
          </p:cNvPr>
          <p:cNvCxnSpPr>
            <a:cxnSpLocks noChangeAspect="1"/>
          </p:cNvCxnSpPr>
          <p:nvPr/>
        </p:nvCxnSpPr>
        <p:spPr>
          <a:xfrm>
            <a:off x="4399533" y="5970704"/>
            <a:ext cx="689088" cy="68960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9A8BD752-AA85-5521-60B5-662D6565BBF1}"/>
              </a:ext>
            </a:extLst>
          </p:cNvPr>
          <p:cNvCxnSpPr>
            <a:cxnSpLocks noChangeAspect="1"/>
          </p:cNvCxnSpPr>
          <p:nvPr/>
        </p:nvCxnSpPr>
        <p:spPr>
          <a:xfrm>
            <a:off x="4425566" y="5838029"/>
            <a:ext cx="810042" cy="81064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3EBD133C-E37A-D97E-53BD-EA28F1D83BCC}"/>
              </a:ext>
            </a:extLst>
          </p:cNvPr>
          <p:cNvCxnSpPr>
            <a:cxnSpLocks noChangeAspect="1"/>
          </p:cNvCxnSpPr>
          <p:nvPr/>
        </p:nvCxnSpPr>
        <p:spPr>
          <a:xfrm>
            <a:off x="4494372" y="5762998"/>
            <a:ext cx="886329" cy="88698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EBEF6192-8373-BBD6-5356-C19F48208ABF}"/>
              </a:ext>
            </a:extLst>
          </p:cNvPr>
          <p:cNvCxnSpPr>
            <a:cxnSpLocks noChangeAspect="1"/>
          </p:cNvCxnSpPr>
          <p:nvPr/>
        </p:nvCxnSpPr>
        <p:spPr>
          <a:xfrm>
            <a:off x="4593639" y="5728213"/>
            <a:ext cx="860220" cy="860861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6">
            <a:extLst>
              <a:ext uri="{FF2B5EF4-FFF2-40B4-BE49-F238E27FC236}">
                <a16:creationId xmlns:a16="http://schemas.microsoft.com/office/drawing/2014/main" id="{538D50E9-EBF6-FF04-2CBD-877878B5B5DD}"/>
              </a:ext>
            </a:extLst>
          </p:cNvPr>
          <p:cNvCxnSpPr>
            <a:cxnSpLocks noChangeAspect="1"/>
          </p:cNvCxnSpPr>
          <p:nvPr/>
        </p:nvCxnSpPr>
        <p:spPr>
          <a:xfrm>
            <a:off x="4733228" y="5706268"/>
            <a:ext cx="717377" cy="717911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BDD2A78B-4093-173E-A4E7-3F7106C0B797}"/>
              </a:ext>
            </a:extLst>
          </p:cNvPr>
          <p:cNvCxnSpPr>
            <a:cxnSpLocks noChangeAspect="1"/>
          </p:cNvCxnSpPr>
          <p:nvPr/>
        </p:nvCxnSpPr>
        <p:spPr>
          <a:xfrm>
            <a:off x="4881240" y="5709925"/>
            <a:ext cx="557043" cy="557457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C0D3CE12-F8CC-2D77-BB43-BE2AAD689AD8}"/>
              </a:ext>
            </a:extLst>
          </p:cNvPr>
          <p:cNvCxnSpPr>
            <a:cxnSpLocks noChangeAspect="1"/>
          </p:cNvCxnSpPr>
          <p:nvPr/>
        </p:nvCxnSpPr>
        <p:spPr>
          <a:xfrm>
            <a:off x="5016657" y="5693619"/>
            <a:ext cx="440456" cy="44078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8DF1CB98-8AFE-D1F8-3DC3-B2627A716AB7}"/>
              </a:ext>
            </a:extLst>
          </p:cNvPr>
          <p:cNvCxnSpPr>
            <a:cxnSpLocks noChangeAspect="1"/>
          </p:cNvCxnSpPr>
          <p:nvPr/>
        </p:nvCxnSpPr>
        <p:spPr>
          <a:xfrm>
            <a:off x="5183504" y="5698952"/>
            <a:ext cx="250831" cy="251018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119B4B62-36B2-08C9-3BDE-9B2415928CF7}"/>
              </a:ext>
            </a:extLst>
          </p:cNvPr>
          <p:cNvCxnSpPr>
            <a:cxnSpLocks noChangeAspect="1"/>
          </p:cNvCxnSpPr>
          <p:nvPr/>
        </p:nvCxnSpPr>
        <p:spPr>
          <a:xfrm>
            <a:off x="5320879" y="5717698"/>
            <a:ext cx="94041" cy="94111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12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6F58-A926-67A9-CA13-0A771CB4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Rectangle 771">
            <a:extLst>
              <a:ext uri="{FF2B5EF4-FFF2-40B4-BE49-F238E27FC236}">
                <a16:creationId xmlns:a16="http://schemas.microsoft.com/office/drawing/2014/main" id="{79579D6D-1835-78ED-6F36-2BB1A5CEEDD9}"/>
              </a:ext>
            </a:extLst>
          </p:cNvPr>
          <p:cNvSpPr/>
          <p:nvPr/>
        </p:nvSpPr>
        <p:spPr>
          <a:xfrm flipH="1">
            <a:off x="11502442" y="3431656"/>
            <a:ext cx="51090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12A3ED9D-F66C-A242-CABD-C887D7BB1479}"/>
              </a:ext>
            </a:extLst>
          </p:cNvPr>
          <p:cNvCxnSpPr>
            <a:cxnSpLocks/>
          </p:cNvCxnSpPr>
          <p:nvPr/>
        </p:nvCxnSpPr>
        <p:spPr>
          <a:xfrm>
            <a:off x="193964" y="1637823"/>
            <a:ext cx="9955188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37DC3C49-CE96-4A0E-D539-D1DF535193D1}"/>
              </a:ext>
            </a:extLst>
          </p:cNvPr>
          <p:cNvCxnSpPr>
            <a:cxnSpLocks/>
          </p:cNvCxnSpPr>
          <p:nvPr/>
        </p:nvCxnSpPr>
        <p:spPr>
          <a:xfrm>
            <a:off x="3020580" y="1604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771A61B-F652-721C-FE0A-E35CC4B5A9A5}"/>
              </a:ext>
            </a:extLst>
          </p:cNvPr>
          <p:cNvCxnSpPr>
            <a:cxnSpLocks/>
          </p:cNvCxnSpPr>
          <p:nvPr/>
        </p:nvCxnSpPr>
        <p:spPr>
          <a:xfrm>
            <a:off x="2019965" y="1943736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7D6B795-B4C0-F846-8658-FEAAF9CA8709}"/>
              </a:ext>
            </a:extLst>
          </p:cNvPr>
          <p:cNvCxnSpPr>
            <a:cxnSpLocks/>
          </p:cNvCxnSpPr>
          <p:nvPr/>
        </p:nvCxnSpPr>
        <p:spPr>
          <a:xfrm>
            <a:off x="2040619" y="457059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8E139DE-1BBD-2BD7-D872-663D712616DD}"/>
              </a:ext>
            </a:extLst>
          </p:cNvPr>
          <p:cNvCxnSpPr>
            <a:cxnSpLocks/>
          </p:cNvCxnSpPr>
          <p:nvPr/>
        </p:nvCxnSpPr>
        <p:spPr>
          <a:xfrm>
            <a:off x="205264" y="752232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DF1C3B1-97DD-A364-5709-6743152F854B}"/>
              </a:ext>
            </a:extLst>
          </p:cNvPr>
          <p:cNvCxnSpPr>
            <a:cxnSpLocks/>
          </p:cNvCxnSpPr>
          <p:nvPr/>
        </p:nvCxnSpPr>
        <p:spPr>
          <a:xfrm>
            <a:off x="166255" y="1045627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DF87532-B723-96D8-737A-721820918702}"/>
              </a:ext>
            </a:extLst>
          </p:cNvPr>
          <p:cNvCxnSpPr>
            <a:cxnSpLocks/>
          </p:cNvCxnSpPr>
          <p:nvPr/>
        </p:nvCxnSpPr>
        <p:spPr>
          <a:xfrm>
            <a:off x="207818" y="1348751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EDD1B5A-B0FA-7A8F-BD7E-A39D03665270}"/>
              </a:ext>
            </a:extLst>
          </p:cNvPr>
          <p:cNvCxnSpPr>
            <a:cxnSpLocks/>
          </p:cNvCxnSpPr>
          <p:nvPr/>
        </p:nvCxnSpPr>
        <p:spPr>
          <a:xfrm>
            <a:off x="2378482" y="166578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2D14223-C770-7E9F-8180-628BA05B557D}"/>
              </a:ext>
            </a:extLst>
          </p:cNvPr>
          <p:cNvCxnSpPr>
            <a:cxnSpLocks/>
          </p:cNvCxnSpPr>
          <p:nvPr/>
        </p:nvCxnSpPr>
        <p:spPr>
          <a:xfrm>
            <a:off x="3800863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17CE4C1-8F3B-E139-BBDA-F559D5554A6F}"/>
              </a:ext>
            </a:extLst>
          </p:cNvPr>
          <p:cNvCxnSpPr>
            <a:cxnSpLocks/>
          </p:cNvCxnSpPr>
          <p:nvPr/>
        </p:nvCxnSpPr>
        <p:spPr>
          <a:xfrm flipH="1">
            <a:off x="4569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94A6C9F-F71B-9964-6B44-7DAE6C2B9021}"/>
              </a:ext>
            </a:extLst>
          </p:cNvPr>
          <p:cNvCxnSpPr>
            <a:cxnSpLocks/>
          </p:cNvCxnSpPr>
          <p:nvPr/>
        </p:nvCxnSpPr>
        <p:spPr>
          <a:xfrm>
            <a:off x="5354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DF1517E-2C4E-DE61-B1C4-D112142F0DAA}"/>
              </a:ext>
            </a:extLst>
          </p:cNvPr>
          <p:cNvCxnSpPr>
            <a:cxnSpLocks/>
          </p:cNvCxnSpPr>
          <p:nvPr/>
        </p:nvCxnSpPr>
        <p:spPr>
          <a:xfrm flipH="1">
            <a:off x="6107604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38DA259-20D7-6C64-9749-209C41020E39}"/>
              </a:ext>
            </a:extLst>
          </p:cNvPr>
          <p:cNvCxnSpPr>
            <a:cxnSpLocks/>
          </p:cNvCxnSpPr>
          <p:nvPr/>
        </p:nvCxnSpPr>
        <p:spPr>
          <a:xfrm>
            <a:off x="6888266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7EC50D9-598D-3BC4-E0CB-EC4E06D6EB16}"/>
              </a:ext>
            </a:extLst>
          </p:cNvPr>
          <p:cNvCxnSpPr/>
          <p:nvPr/>
        </p:nvCxnSpPr>
        <p:spPr>
          <a:xfrm>
            <a:off x="7660116" y="16657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3DC55248-0F80-75FE-F12C-022EB4EE1244}"/>
              </a:ext>
            </a:extLst>
          </p:cNvPr>
          <p:cNvCxnSpPr/>
          <p:nvPr/>
        </p:nvCxnSpPr>
        <p:spPr>
          <a:xfrm flipV="1">
            <a:off x="380231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5630379C-B644-DC7E-CA82-4425713769E1}"/>
              </a:ext>
            </a:extLst>
          </p:cNvPr>
          <p:cNvCxnSpPr>
            <a:cxnSpLocks/>
          </p:cNvCxnSpPr>
          <p:nvPr/>
        </p:nvCxnSpPr>
        <p:spPr>
          <a:xfrm flipV="1">
            <a:off x="5350381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1B1F9DF-709F-9EE8-9C92-79455CE441CD}"/>
              </a:ext>
            </a:extLst>
          </p:cNvPr>
          <p:cNvCxnSpPr>
            <a:cxnSpLocks/>
          </p:cNvCxnSpPr>
          <p:nvPr/>
        </p:nvCxnSpPr>
        <p:spPr>
          <a:xfrm flipV="1">
            <a:off x="4575850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7CDDD5F-7C50-933A-4E66-A720C92B25A1}"/>
              </a:ext>
            </a:extLst>
          </p:cNvPr>
          <p:cNvCxnSpPr>
            <a:cxnSpLocks/>
          </p:cNvCxnSpPr>
          <p:nvPr/>
        </p:nvCxnSpPr>
        <p:spPr>
          <a:xfrm flipV="1">
            <a:off x="612176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71641A6-6E96-935E-F4BC-0DB246F6F7D6}"/>
              </a:ext>
            </a:extLst>
          </p:cNvPr>
          <p:cNvCxnSpPr>
            <a:cxnSpLocks/>
          </p:cNvCxnSpPr>
          <p:nvPr/>
        </p:nvCxnSpPr>
        <p:spPr>
          <a:xfrm flipV="1">
            <a:off x="689127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B002A578-FA00-502E-186D-2FAE32C368DB}"/>
              </a:ext>
            </a:extLst>
          </p:cNvPr>
          <p:cNvCxnSpPr>
            <a:cxnSpLocks/>
          </p:cNvCxnSpPr>
          <p:nvPr/>
        </p:nvCxnSpPr>
        <p:spPr>
          <a:xfrm flipV="1">
            <a:off x="766238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684713" y="759846"/>
                <a:ext cx="1655390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LIDAR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20,50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13" y="759846"/>
                <a:ext cx="1655390" cy="257186"/>
              </a:xfrm>
              <a:prstGeom prst="rect">
                <a:avLst/>
              </a:prstGeom>
              <a:blipFill>
                <a:blip r:embed="rId2"/>
                <a:stretch>
                  <a:fillRect l="-1103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/>
              <p:nvPr/>
            </p:nvSpPr>
            <p:spPr>
              <a:xfrm>
                <a:off x="953726" y="1055739"/>
                <a:ext cx="1337995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IMU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726" y="1055739"/>
                <a:ext cx="1337995" cy="257186"/>
              </a:xfrm>
              <a:prstGeom prst="rect">
                <a:avLst/>
              </a:prstGeom>
              <a:blipFill>
                <a:blip r:embed="rId3"/>
                <a:stretch>
                  <a:fillRect l="-1364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D5E1F4-6BD1-3A83-555C-C9E06D958B42}"/>
                  </a:ext>
                </a:extLst>
              </p:cNvPr>
              <p:cNvSpPr txBox="1"/>
              <p:nvPr/>
            </p:nvSpPr>
            <p:spPr>
              <a:xfrm>
                <a:off x="674426" y="1361276"/>
                <a:ext cx="1982402" cy="258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CAMERA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40,200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D5E1F4-6BD1-3A83-555C-C9E06D958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26" y="1361276"/>
                <a:ext cx="1982402" cy="258789"/>
              </a:xfrm>
              <a:prstGeom prst="rect">
                <a:avLst/>
              </a:prstGeom>
              <a:blipFill>
                <a:blip r:embed="rId4"/>
                <a:stretch>
                  <a:fillRect l="-1274" b="-2381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/>
              <p:nvPr/>
            </p:nvSpPr>
            <p:spPr>
              <a:xfrm>
                <a:off x="3696760" y="173060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760" y="1730609"/>
                <a:ext cx="343043" cy="307777"/>
              </a:xfrm>
              <a:prstGeom prst="rect">
                <a:avLst/>
              </a:prstGeom>
              <a:blipFill>
                <a:blip r:embed="rId5"/>
                <a:stretch>
                  <a:fillRect l="-13793" r="-13793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/>
              <p:nvPr/>
            </p:nvSpPr>
            <p:spPr>
              <a:xfrm>
                <a:off x="4470680" y="173060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680" y="1730609"/>
                <a:ext cx="343043" cy="307777"/>
              </a:xfrm>
              <a:prstGeom prst="rect">
                <a:avLst/>
              </a:prstGeom>
              <a:blipFill>
                <a:blip r:embed="rId6"/>
                <a:stretch>
                  <a:fillRect l="-13793" r="-13793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/>
              <p:nvPr/>
            </p:nvSpPr>
            <p:spPr>
              <a:xfrm>
                <a:off x="5232036" y="173060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036" y="1730609"/>
                <a:ext cx="343043" cy="307777"/>
              </a:xfrm>
              <a:prstGeom prst="rect">
                <a:avLst/>
              </a:prstGeom>
              <a:blipFill>
                <a:blip r:embed="rId7"/>
                <a:stretch>
                  <a:fillRect l="-13793" r="-13793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/>
              <p:nvPr/>
            </p:nvSpPr>
            <p:spPr>
              <a:xfrm>
                <a:off x="6015324" y="173060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24" y="1730609"/>
                <a:ext cx="343043" cy="307777"/>
              </a:xfrm>
              <a:prstGeom prst="rect">
                <a:avLst/>
              </a:prstGeom>
              <a:blipFill>
                <a:blip r:embed="rId8"/>
                <a:stretch>
                  <a:fillRect l="-14286" r="-1428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/>
              <p:nvPr/>
            </p:nvSpPr>
            <p:spPr>
              <a:xfrm>
                <a:off x="6645878" y="1730609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878" y="1730609"/>
                <a:ext cx="485710" cy="307777"/>
              </a:xfrm>
              <a:prstGeom prst="rect">
                <a:avLst/>
              </a:prstGeom>
              <a:blipFill>
                <a:blip r:embed="rId9"/>
                <a:stretch>
                  <a:fillRect l="-12821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/>
              <p:nvPr/>
            </p:nvSpPr>
            <p:spPr>
              <a:xfrm>
                <a:off x="7550965" y="1730609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965" y="1730609"/>
                <a:ext cx="485710" cy="307777"/>
              </a:xfrm>
              <a:prstGeom prst="rect">
                <a:avLst/>
              </a:prstGeom>
              <a:blipFill>
                <a:blip r:embed="rId10"/>
                <a:stretch>
                  <a:fillRect l="-10256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28F8CA6-75B2-05A0-1EA3-DCCC0632BF41}"/>
              </a:ext>
            </a:extLst>
          </p:cNvPr>
          <p:cNvCxnSpPr>
            <a:cxnSpLocks/>
          </p:cNvCxnSpPr>
          <p:nvPr/>
        </p:nvCxnSpPr>
        <p:spPr>
          <a:xfrm>
            <a:off x="2018290" y="1572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/>
              <p:nvPr/>
            </p:nvSpPr>
            <p:spPr>
              <a:xfrm>
                <a:off x="2934514" y="1730609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514" y="1730609"/>
                <a:ext cx="200376" cy="307777"/>
              </a:xfrm>
              <a:prstGeom prst="rect">
                <a:avLst/>
              </a:prstGeom>
              <a:blipFill>
                <a:blip r:embed="rId11"/>
                <a:stretch>
                  <a:fillRect l="-23529" r="-29412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3019187" y="761807"/>
            <a:ext cx="1346" cy="281191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57B2DA2-D1AD-E080-9F57-EBC32CD80B3B}"/>
              </a:ext>
            </a:extLst>
          </p:cNvPr>
          <p:cNvCxnSpPr>
            <a:cxnSpLocks/>
          </p:cNvCxnSpPr>
          <p:nvPr/>
        </p:nvCxnSpPr>
        <p:spPr>
          <a:xfrm flipV="1">
            <a:off x="3019371" y="1334084"/>
            <a:ext cx="0" cy="308495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9D98D8D-4459-5C8C-165F-26A6EC38C04C}"/>
              </a:ext>
            </a:extLst>
          </p:cNvPr>
          <p:cNvGrpSpPr/>
          <p:nvPr/>
        </p:nvGrpSpPr>
        <p:grpSpPr>
          <a:xfrm>
            <a:off x="4540137" y="747527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EB98AC11-5086-3453-1905-07328B0EB77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03E502C-9161-C6F5-F1B7-26FA2B73D9B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D2CDD5C-482F-BEB5-6942-3330D205E685}"/>
              </a:ext>
            </a:extLst>
          </p:cNvPr>
          <p:cNvCxnSpPr>
            <a:cxnSpLocks/>
          </p:cNvCxnSpPr>
          <p:nvPr/>
        </p:nvCxnSpPr>
        <p:spPr>
          <a:xfrm>
            <a:off x="8431968" y="15724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03BACD4-4885-9F91-1EA9-A5D51ED1C18F}"/>
              </a:ext>
            </a:extLst>
          </p:cNvPr>
          <p:cNvCxnSpPr/>
          <p:nvPr/>
        </p:nvCxnSpPr>
        <p:spPr>
          <a:xfrm>
            <a:off x="9203818" y="15724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1995CD84-A00C-C150-993D-48A196CA4D0E}"/>
              </a:ext>
            </a:extLst>
          </p:cNvPr>
          <p:cNvCxnSpPr>
            <a:cxnSpLocks/>
          </p:cNvCxnSpPr>
          <p:nvPr/>
        </p:nvCxnSpPr>
        <p:spPr>
          <a:xfrm flipV="1">
            <a:off x="843484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7A7A1F3-247B-9044-7D71-A59DAFC77948}"/>
              </a:ext>
            </a:extLst>
          </p:cNvPr>
          <p:cNvCxnSpPr>
            <a:cxnSpLocks/>
          </p:cNvCxnSpPr>
          <p:nvPr/>
        </p:nvCxnSpPr>
        <p:spPr>
          <a:xfrm flipV="1">
            <a:off x="920595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/>
              <p:nvPr/>
            </p:nvSpPr>
            <p:spPr>
              <a:xfrm>
                <a:off x="8331561" y="1731955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561" y="1731955"/>
                <a:ext cx="485710" cy="307777"/>
              </a:xfrm>
              <a:prstGeom prst="rect">
                <a:avLst/>
              </a:prstGeom>
              <a:blipFill>
                <a:blip r:embed="rId12"/>
                <a:stretch>
                  <a:fillRect l="-12821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/>
              <p:nvPr/>
            </p:nvSpPr>
            <p:spPr>
              <a:xfrm>
                <a:off x="9094537" y="1731955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537" y="1731955"/>
                <a:ext cx="485710" cy="307777"/>
              </a:xfrm>
              <a:prstGeom prst="rect">
                <a:avLst/>
              </a:prstGeom>
              <a:blipFill>
                <a:blip r:embed="rId13"/>
                <a:stretch>
                  <a:fillRect l="-12821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B5D9B9AA-53C7-41A2-F80B-37CA4D79ACE3}"/>
              </a:ext>
            </a:extLst>
          </p:cNvPr>
          <p:cNvCxnSpPr>
            <a:cxnSpLocks/>
          </p:cNvCxnSpPr>
          <p:nvPr/>
        </p:nvCxnSpPr>
        <p:spPr>
          <a:xfrm flipV="1">
            <a:off x="3028425" y="1620065"/>
            <a:ext cx="8979091" cy="17758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8FB04C3-EC74-5EA2-C54F-70B063F7BC09}"/>
              </a:ext>
            </a:extLst>
          </p:cNvPr>
          <p:cNvCxnSpPr/>
          <p:nvPr/>
        </p:nvCxnSpPr>
        <p:spPr>
          <a:xfrm>
            <a:off x="9813744" y="166578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C9CA49-8AFA-4F0A-3AE4-F3F6C7A4C6B3}"/>
              </a:ext>
            </a:extLst>
          </p:cNvPr>
          <p:cNvSpPr txBox="1"/>
          <p:nvPr/>
        </p:nvSpPr>
        <p:spPr>
          <a:xfrm>
            <a:off x="2187514" y="314173"/>
            <a:ext cx="1094274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/>
              <a:t>Jobs </a:t>
            </a:r>
            <a:r>
              <a:rPr lang="en-RU" sz="1500" b="1" dirty="0"/>
              <a:t>Arrival    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1D3CBEB-33D7-C0D1-998E-91E411543172}"/>
              </a:ext>
            </a:extLst>
          </p:cNvPr>
          <p:cNvCxnSpPr>
            <a:cxnSpLocks/>
          </p:cNvCxnSpPr>
          <p:nvPr/>
        </p:nvCxnSpPr>
        <p:spPr>
          <a:xfrm>
            <a:off x="9814277" y="14819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99FA927-C547-1E4D-975B-211E9E98AAE7}"/>
              </a:ext>
            </a:extLst>
          </p:cNvPr>
          <p:cNvCxnSpPr/>
          <p:nvPr/>
        </p:nvCxnSpPr>
        <p:spPr>
          <a:xfrm>
            <a:off x="10597279" y="14819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5988CBDD-D489-F03F-9F13-F115EECD08F7}"/>
              </a:ext>
            </a:extLst>
          </p:cNvPr>
          <p:cNvCxnSpPr>
            <a:cxnSpLocks/>
          </p:cNvCxnSpPr>
          <p:nvPr/>
        </p:nvCxnSpPr>
        <p:spPr>
          <a:xfrm>
            <a:off x="11369131" y="13886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/>
              <p:nvPr/>
            </p:nvSpPr>
            <p:spPr>
              <a:xfrm>
                <a:off x="11835824" y="171145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5824" y="1711450"/>
                <a:ext cx="231602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/>
              <p:nvPr/>
            </p:nvSpPr>
            <p:spPr>
              <a:xfrm>
                <a:off x="9746711" y="1732387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711" y="1732387"/>
                <a:ext cx="485710" cy="307777"/>
              </a:xfrm>
              <a:prstGeom prst="rect">
                <a:avLst/>
              </a:prstGeom>
              <a:blipFill>
                <a:blip r:embed="rId15"/>
                <a:stretch>
                  <a:fillRect l="-10256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/>
              <p:nvPr/>
            </p:nvSpPr>
            <p:spPr>
              <a:xfrm>
                <a:off x="10343427" y="1732387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427" y="1732387"/>
                <a:ext cx="485710" cy="307777"/>
              </a:xfrm>
              <a:prstGeom prst="rect">
                <a:avLst/>
              </a:prstGeom>
              <a:blipFill>
                <a:blip r:embed="rId16"/>
                <a:stretch>
                  <a:fillRect l="-10256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3021409" y="1053508"/>
            <a:ext cx="1346" cy="281191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5F4EC246-A81B-802A-40DB-697FDE2FB95F}"/>
              </a:ext>
            </a:extLst>
          </p:cNvPr>
          <p:cNvCxnSpPr>
            <a:cxnSpLocks/>
          </p:cNvCxnSpPr>
          <p:nvPr/>
        </p:nvCxnSpPr>
        <p:spPr>
          <a:xfrm flipH="1" flipV="1">
            <a:off x="6887687" y="753730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F335AD57-CAF5-859A-BBD9-CB642DC6453A}"/>
              </a:ext>
            </a:extLst>
          </p:cNvPr>
          <p:cNvCxnSpPr>
            <a:cxnSpLocks/>
          </p:cNvCxnSpPr>
          <p:nvPr/>
        </p:nvCxnSpPr>
        <p:spPr>
          <a:xfrm flipH="1" flipV="1">
            <a:off x="3809379" y="1076332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77F0D6E8-2562-D475-A54D-33A1D6BE58D8}"/>
              </a:ext>
            </a:extLst>
          </p:cNvPr>
          <p:cNvCxnSpPr>
            <a:cxnSpLocks/>
          </p:cNvCxnSpPr>
          <p:nvPr/>
        </p:nvCxnSpPr>
        <p:spPr>
          <a:xfrm flipH="1" flipV="1">
            <a:off x="3415084" y="1069119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18FDBC5A-B7C8-4C99-F596-BCF931B026CB}"/>
              </a:ext>
            </a:extLst>
          </p:cNvPr>
          <p:cNvCxnSpPr>
            <a:cxnSpLocks/>
          </p:cNvCxnSpPr>
          <p:nvPr/>
        </p:nvCxnSpPr>
        <p:spPr>
          <a:xfrm flipH="1" flipV="1">
            <a:off x="4568649" y="106038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1BAE0068-7CBE-B3E1-29D1-492D4BAF9243}"/>
              </a:ext>
            </a:extLst>
          </p:cNvPr>
          <p:cNvCxnSpPr>
            <a:cxnSpLocks/>
          </p:cNvCxnSpPr>
          <p:nvPr/>
        </p:nvCxnSpPr>
        <p:spPr>
          <a:xfrm flipH="1" flipV="1">
            <a:off x="4196870" y="1066112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289BB0BF-E519-276E-E540-D687F2CB9F09}"/>
              </a:ext>
            </a:extLst>
          </p:cNvPr>
          <p:cNvCxnSpPr>
            <a:cxnSpLocks/>
          </p:cNvCxnSpPr>
          <p:nvPr/>
        </p:nvCxnSpPr>
        <p:spPr>
          <a:xfrm flipH="1" flipV="1">
            <a:off x="5355472" y="1049403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4EE54BA1-3C6D-74E8-A5EE-D286AC4E5252}"/>
              </a:ext>
            </a:extLst>
          </p:cNvPr>
          <p:cNvCxnSpPr>
            <a:cxnSpLocks/>
          </p:cNvCxnSpPr>
          <p:nvPr/>
        </p:nvCxnSpPr>
        <p:spPr>
          <a:xfrm flipH="1" flipV="1">
            <a:off x="5006014" y="1062435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C158414-06F3-5F74-8F8D-32251967E649}"/>
              </a:ext>
            </a:extLst>
          </p:cNvPr>
          <p:cNvCxnSpPr>
            <a:cxnSpLocks/>
          </p:cNvCxnSpPr>
          <p:nvPr/>
        </p:nvCxnSpPr>
        <p:spPr>
          <a:xfrm flipH="1" flipV="1">
            <a:off x="6109271" y="1056280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D872C7E1-F572-F4B2-3368-9E11859CED4F}"/>
              </a:ext>
            </a:extLst>
          </p:cNvPr>
          <p:cNvCxnSpPr>
            <a:cxnSpLocks/>
          </p:cNvCxnSpPr>
          <p:nvPr/>
        </p:nvCxnSpPr>
        <p:spPr>
          <a:xfrm flipH="1" flipV="1">
            <a:off x="5748788" y="1062435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6A6C5796-7922-D62C-EDF1-7FA89B0C678A}"/>
              </a:ext>
            </a:extLst>
          </p:cNvPr>
          <p:cNvCxnSpPr>
            <a:cxnSpLocks/>
          </p:cNvCxnSpPr>
          <p:nvPr/>
        </p:nvCxnSpPr>
        <p:spPr>
          <a:xfrm flipH="1" flipV="1">
            <a:off x="6888399" y="1061237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7B02E0D9-E20D-B9F0-B34D-1BC883F040E6}"/>
              </a:ext>
            </a:extLst>
          </p:cNvPr>
          <p:cNvCxnSpPr>
            <a:cxnSpLocks/>
          </p:cNvCxnSpPr>
          <p:nvPr/>
        </p:nvCxnSpPr>
        <p:spPr>
          <a:xfrm flipH="1" flipV="1">
            <a:off x="7277850" y="1056279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0CFD841A-E2FA-203A-5376-091431E1971C}"/>
              </a:ext>
            </a:extLst>
          </p:cNvPr>
          <p:cNvCxnSpPr>
            <a:cxnSpLocks/>
          </p:cNvCxnSpPr>
          <p:nvPr/>
        </p:nvCxnSpPr>
        <p:spPr>
          <a:xfrm flipH="1" flipV="1">
            <a:off x="7653350" y="1068114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B5482CB2-4AC3-462F-FBD3-D40E60372C48}"/>
              </a:ext>
            </a:extLst>
          </p:cNvPr>
          <p:cNvCxnSpPr>
            <a:cxnSpLocks/>
          </p:cNvCxnSpPr>
          <p:nvPr/>
        </p:nvCxnSpPr>
        <p:spPr>
          <a:xfrm flipH="1" flipV="1">
            <a:off x="8051582" y="1069500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83C8DDD4-710D-7E7B-A667-AABB2E0161DC}"/>
              </a:ext>
            </a:extLst>
          </p:cNvPr>
          <p:cNvCxnSpPr>
            <a:cxnSpLocks/>
          </p:cNvCxnSpPr>
          <p:nvPr/>
        </p:nvCxnSpPr>
        <p:spPr>
          <a:xfrm flipH="1" flipV="1">
            <a:off x="8445654" y="1057867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CAD12B6E-B817-686F-5F2A-91614B8BD1C0}"/>
              </a:ext>
            </a:extLst>
          </p:cNvPr>
          <p:cNvCxnSpPr>
            <a:cxnSpLocks/>
          </p:cNvCxnSpPr>
          <p:nvPr/>
        </p:nvCxnSpPr>
        <p:spPr>
          <a:xfrm flipH="1" flipV="1">
            <a:off x="8836171" y="1069500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08D78A1B-E818-252F-2C77-CF994135FA77}"/>
              </a:ext>
            </a:extLst>
          </p:cNvPr>
          <p:cNvCxnSpPr>
            <a:cxnSpLocks/>
          </p:cNvCxnSpPr>
          <p:nvPr/>
        </p:nvCxnSpPr>
        <p:spPr>
          <a:xfrm flipH="1" flipV="1">
            <a:off x="9205124" y="1064009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D837940E-793A-2256-9BDF-6261CFF30BF8}"/>
              </a:ext>
            </a:extLst>
          </p:cNvPr>
          <p:cNvCxnSpPr>
            <a:cxnSpLocks/>
          </p:cNvCxnSpPr>
          <p:nvPr/>
        </p:nvCxnSpPr>
        <p:spPr>
          <a:xfrm flipH="1" flipV="1">
            <a:off x="9811993" y="1056448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0E6A0CDA-C33E-6F8A-B178-125968DD2C1E}"/>
              </a:ext>
            </a:extLst>
          </p:cNvPr>
          <p:cNvCxnSpPr>
            <a:cxnSpLocks/>
          </p:cNvCxnSpPr>
          <p:nvPr/>
        </p:nvCxnSpPr>
        <p:spPr>
          <a:xfrm flipH="1" flipV="1">
            <a:off x="10960792" y="1045466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0AA71F88-7FD7-407F-47A3-E5E078E66390}"/>
              </a:ext>
            </a:extLst>
          </p:cNvPr>
          <p:cNvCxnSpPr>
            <a:cxnSpLocks/>
          </p:cNvCxnSpPr>
          <p:nvPr/>
        </p:nvCxnSpPr>
        <p:spPr>
          <a:xfrm flipH="1" flipV="1">
            <a:off x="10203759" y="1069119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97D4C600-F5B2-76BA-186C-144F70F6503A}"/>
              </a:ext>
            </a:extLst>
          </p:cNvPr>
          <p:cNvCxnSpPr>
            <a:cxnSpLocks/>
          </p:cNvCxnSpPr>
          <p:nvPr/>
        </p:nvCxnSpPr>
        <p:spPr>
          <a:xfrm flipH="1" flipV="1">
            <a:off x="9521907" y="1058286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Freeform 336">
            <a:extLst>
              <a:ext uri="{FF2B5EF4-FFF2-40B4-BE49-F238E27FC236}">
                <a16:creationId xmlns:a16="http://schemas.microsoft.com/office/drawing/2014/main" id="{569C3B7C-A82E-BFF4-AA48-43E63D97D86F}"/>
              </a:ext>
            </a:extLst>
          </p:cNvPr>
          <p:cNvSpPr/>
          <p:nvPr/>
        </p:nvSpPr>
        <p:spPr>
          <a:xfrm>
            <a:off x="2755988" y="691762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9525">
            <a:solidFill>
              <a:srgbClr val="C0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F9EEC0D3-59B0-89A5-92DF-3DE3163A6154}"/>
              </a:ext>
            </a:extLst>
          </p:cNvPr>
          <p:cNvCxnSpPr>
            <a:cxnSpLocks/>
          </p:cNvCxnSpPr>
          <p:nvPr/>
        </p:nvCxnSpPr>
        <p:spPr>
          <a:xfrm>
            <a:off x="193964" y="3722311"/>
            <a:ext cx="9955188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577">
            <a:extLst>
              <a:ext uri="{FF2B5EF4-FFF2-40B4-BE49-F238E27FC236}">
                <a16:creationId xmlns:a16="http://schemas.microsoft.com/office/drawing/2014/main" id="{EBFB2617-5E02-E270-ED62-E617FDC100B1}"/>
              </a:ext>
            </a:extLst>
          </p:cNvPr>
          <p:cNvCxnSpPr>
            <a:cxnSpLocks/>
          </p:cNvCxnSpPr>
          <p:nvPr/>
        </p:nvCxnSpPr>
        <p:spPr>
          <a:xfrm>
            <a:off x="3020580" y="22449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02AA6738-7FE6-5A6F-DE3F-D0CF69CFA7F4}"/>
              </a:ext>
            </a:extLst>
          </p:cNvPr>
          <p:cNvCxnSpPr>
            <a:cxnSpLocks/>
          </p:cNvCxnSpPr>
          <p:nvPr/>
        </p:nvCxnSpPr>
        <p:spPr>
          <a:xfrm>
            <a:off x="2019965" y="4028224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Connector 579">
            <a:extLst>
              <a:ext uri="{FF2B5EF4-FFF2-40B4-BE49-F238E27FC236}">
                <a16:creationId xmlns:a16="http://schemas.microsoft.com/office/drawing/2014/main" id="{6D2AB69C-C593-ABE3-6B63-4985318AC488}"/>
              </a:ext>
            </a:extLst>
          </p:cNvPr>
          <p:cNvCxnSpPr>
            <a:cxnSpLocks/>
          </p:cNvCxnSpPr>
          <p:nvPr/>
        </p:nvCxnSpPr>
        <p:spPr>
          <a:xfrm>
            <a:off x="2040619" y="25415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B41EF9A9-6CF5-A506-1DFD-3C3C25C1A2C5}"/>
              </a:ext>
            </a:extLst>
          </p:cNvPr>
          <p:cNvCxnSpPr>
            <a:cxnSpLocks/>
          </p:cNvCxnSpPr>
          <p:nvPr/>
        </p:nvCxnSpPr>
        <p:spPr>
          <a:xfrm>
            <a:off x="180109" y="2837041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6E2F6E19-B8C2-C905-B6FC-1A53C581617A}"/>
              </a:ext>
            </a:extLst>
          </p:cNvPr>
          <p:cNvCxnSpPr>
            <a:cxnSpLocks/>
          </p:cNvCxnSpPr>
          <p:nvPr/>
        </p:nvCxnSpPr>
        <p:spPr>
          <a:xfrm>
            <a:off x="166255" y="3130115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5FD68F11-2D83-2828-AF61-EF670331ED2A}"/>
              </a:ext>
            </a:extLst>
          </p:cNvPr>
          <p:cNvCxnSpPr>
            <a:cxnSpLocks/>
          </p:cNvCxnSpPr>
          <p:nvPr/>
        </p:nvCxnSpPr>
        <p:spPr>
          <a:xfrm>
            <a:off x="207818" y="3433239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7A165026-D3C0-2909-0CA6-28A44F22FB97}"/>
              </a:ext>
            </a:extLst>
          </p:cNvPr>
          <p:cNvCxnSpPr>
            <a:cxnSpLocks/>
          </p:cNvCxnSpPr>
          <p:nvPr/>
        </p:nvCxnSpPr>
        <p:spPr>
          <a:xfrm>
            <a:off x="2378482" y="2251066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88EF67AF-125A-83C3-492F-F699005E4614}"/>
              </a:ext>
            </a:extLst>
          </p:cNvPr>
          <p:cNvCxnSpPr>
            <a:cxnSpLocks/>
          </p:cNvCxnSpPr>
          <p:nvPr/>
        </p:nvCxnSpPr>
        <p:spPr>
          <a:xfrm>
            <a:off x="3800863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42DBEB0D-08B8-01B3-6D9D-CDD2A4DD576E}"/>
              </a:ext>
            </a:extLst>
          </p:cNvPr>
          <p:cNvCxnSpPr>
            <a:cxnSpLocks/>
          </p:cNvCxnSpPr>
          <p:nvPr/>
        </p:nvCxnSpPr>
        <p:spPr>
          <a:xfrm flipH="1">
            <a:off x="4569840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2644D783-ED6A-F889-4939-DCCA14BA07F7}"/>
              </a:ext>
            </a:extLst>
          </p:cNvPr>
          <p:cNvCxnSpPr>
            <a:cxnSpLocks/>
          </p:cNvCxnSpPr>
          <p:nvPr/>
        </p:nvCxnSpPr>
        <p:spPr>
          <a:xfrm>
            <a:off x="5354840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A0CEA8E7-6C5D-1609-3F97-0F4C9FFFA22F}"/>
              </a:ext>
            </a:extLst>
          </p:cNvPr>
          <p:cNvCxnSpPr>
            <a:cxnSpLocks/>
          </p:cNvCxnSpPr>
          <p:nvPr/>
        </p:nvCxnSpPr>
        <p:spPr>
          <a:xfrm flipH="1">
            <a:off x="6107604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A2D2F7D3-FF0F-00DD-EBAD-A97C1E806E9D}"/>
              </a:ext>
            </a:extLst>
          </p:cNvPr>
          <p:cNvCxnSpPr>
            <a:cxnSpLocks/>
          </p:cNvCxnSpPr>
          <p:nvPr/>
        </p:nvCxnSpPr>
        <p:spPr>
          <a:xfrm>
            <a:off x="6888266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00D75D8F-BBFC-D6D2-F09F-69F2812915C4}"/>
              </a:ext>
            </a:extLst>
          </p:cNvPr>
          <p:cNvCxnSpPr/>
          <p:nvPr/>
        </p:nvCxnSpPr>
        <p:spPr>
          <a:xfrm>
            <a:off x="7660116" y="225106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59C31E1E-41ED-2029-1B7C-61F92EDAA59D}"/>
              </a:ext>
            </a:extLst>
          </p:cNvPr>
          <p:cNvCxnSpPr/>
          <p:nvPr/>
        </p:nvCxnSpPr>
        <p:spPr>
          <a:xfrm flipV="1">
            <a:off x="3802319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CAAB618F-EE4D-E7B6-E380-98CE6E269B2B}"/>
              </a:ext>
            </a:extLst>
          </p:cNvPr>
          <p:cNvCxnSpPr>
            <a:cxnSpLocks/>
          </p:cNvCxnSpPr>
          <p:nvPr/>
        </p:nvCxnSpPr>
        <p:spPr>
          <a:xfrm flipV="1">
            <a:off x="5350381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66D2AC5E-39C4-7D88-3DD1-A4E54DE9E2B3}"/>
              </a:ext>
            </a:extLst>
          </p:cNvPr>
          <p:cNvCxnSpPr>
            <a:cxnSpLocks/>
          </p:cNvCxnSpPr>
          <p:nvPr/>
        </p:nvCxnSpPr>
        <p:spPr>
          <a:xfrm flipV="1">
            <a:off x="4575850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FBACDEB0-9F48-8176-AE77-A96E218C9D98}"/>
              </a:ext>
            </a:extLst>
          </p:cNvPr>
          <p:cNvCxnSpPr>
            <a:cxnSpLocks/>
          </p:cNvCxnSpPr>
          <p:nvPr/>
        </p:nvCxnSpPr>
        <p:spPr>
          <a:xfrm flipV="1">
            <a:off x="6121769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ADA03DE8-7CFB-AA21-4B67-175C588F1B02}"/>
              </a:ext>
            </a:extLst>
          </p:cNvPr>
          <p:cNvCxnSpPr>
            <a:cxnSpLocks/>
          </p:cNvCxnSpPr>
          <p:nvPr/>
        </p:nvCxnSpPr>
        <p:spPr>
          <a:xfrm flipV="1">
            <a:off x="6891276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DE97D22D-9A2F-FE93-F40D-B45A71E2800A}"/>
              </a:ext>
            </a:extLst>
          </p:cNvPr>
          <p:cNvCxnSpPr>
            <a:cxnSpLocks/>
          </p:cNvCxnSpPr>
          <p:nvPr/>
        </p:nvCxnSpPr>
        <p:spPr>
          <a:xfrm flipV="1">
            <a:off x="7662386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/>
              <p:nvPr/>
            </p:nvSpPr>
            <p:spPr>
              <a:xfrm>
                <a:off x="673512" y="2838790"/>
                <a:ext cx="1655390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LIDAR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12" y="2838790"/>
                <a:ext cx="1655390" cy="257186"/>
              </a:xfrm>
              <a:prstGeom prst="rect">
                <a:avLst/>
              </a:prstGeom>
              <a:blipFill>
                <a:blip r:embed="rId17"/>
                <a:stretch>
                  <a:fillRect l="-1103" b="-26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/>
              <p:nvPr/>
            </p:nvSpPr>
            <p:spPr>
              <a:xfrm>
                <a:off x="949526" y="3142224"/>
                <a:ext cx="1337995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IMU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526" y="3142224"/>
                <a:ext cx="1337995" cy="257186"/>
              </a:xfrm>
              <a:prstGeom prst="rect">
                <a:avLst/>
              </a:prstGeom>
              <a:blipFill>
                <a:blip r:embed="rId18"/>
                <a:stretch>
                  <a:fillRect l="-1826" b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9" name="TextBox 598">
                <a:extLst>
                  <a:ext uri="{FF2B5EF4-FFF2-40B4-BE49-F238E27FC236}">
                    <a16:creationId xmlns:a16="http://schemas.microsoft.com/office/drawing/2014/main" id="{B2D7A268-36EE-F00F-A951-93FECCD9296D}"/>
                  </a:ext>
                </a:extLst>
              </p:cNvPr>
              <p:cNvSpPr txBox="1"/>
              <p:nvPr/>
            </p:nvSpPr>
            <p:spPr>
              <a:xfrm>
                <a:off x="674426" y="3445764"/>
                <a:ext cx="1982402" cy="258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CAMERA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40,200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99" name="TextBox 598">
                <a:extLst>
                  <a:ext uri="{FF2B5EF4-FFF2-40B4-BE49-F238E27FC236}">
                    <a16:creationId xmlns:a16="http://schemas.microsoft.com/office/drawing/2014/main" id="{B2D7A268-36EE-F00F-A951-93FECCD92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26" y="3445764"/>
                <a:ext cx="1982402" cy="258789"/>
              </a:xfrm>
              <a:prstGeom prst="rect">
                <a:avLst/>
              </a:prstGeom>
              <a:blipFill>
                <a:blip r:embed="rId19"/>
                <a:stretch>
                  <a:fillRect l="-1274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/>
              <p:nvPr/>
            </p:nvSpPr>
            <p:spPr>
              <a:xfrm>
                <a:off x="3696760" y="381509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760" y="3815097"/>
                <a:ext cx="343043" cy="307777"/>
              </a:xfrm>
              <a:prstGeom prst="rect">
                <a:avLst/>
              </a:prstGeom>
              <a:blipFill>
                <a:blip r:embed="rId20"/>
                <a:stretch>
                  <a:fillRect l="-13793" r="-13793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/>
              <p:nvPr/>
            </p:nvSpPr>
            <p:spPr>
              <a:xfrm>
                <a:off x="4470680" y="381509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680" y="3815097"/>
                <a:ext cx="343043" cy="307777"/>
              </a:xfrm>
              <a:prstGeom prst="rect">
                <a:avLst/>
              </a:prstGeom>
              <a:blipFill>
                <a:blip r:embed="rId21"/>
                <a:stretch>
                  <a:fillRect l="-13793" r="-13793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/>
              <p:nvPr/>
            </p:nvSpPr>
            <p:spPr>
              <a:xfrm>
                <a:off x="5232036" y="381509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036" y="3815097"/>
                <a:ext cx="343043" cy="307777"/>
              </a:xfrm>
              <a:prstGeom prst="rect">
                <a:avLst/>
              </a:prstGeom>
              <a:blipFill>
                <a:blip r:embed="rId22"/>
                <a:stretch>
                  <a:fillRect l="-13793" r="-13793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/>
              <p:nvPr/>
            </p:nvSpPr>
            <p:spPr>
              <a:xfrm>
                <a:off x="6015324" y="381509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24" y="3815097"/>
                <a:ext cx="343043" cy="307777"/>
              </a:xfrm>
              <a:prstGeom prst="rect">
                <a:avLst/>
              </a:prstGeom>
              <a:blipFill>
                <a:blip r:embed="rId23"/>
                <a:stretch>
                  <a:fillRect l="-14286" r="-1428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/>
              <p:nvPr/>
            </p:nvSpPr>
            <p:spPr>
              <a:xfrm>
                <a:off x="6645878" y="3815097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878" y="3815097"/>
                <a:ext cx="485710" cy="307777"/>
              </a:xfrm>
              <a:prstGeom prst="rect">
                <a:avLst/>
              </a:prstGeom>
              <a:blipFill>
                <a:blip r:embed="rId24"/>
                <a:stretch>
                  <a:fillRect l="-12821" r="-1025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/>
              <p:nvPr/>
            </p:nvSpPr>
            <p:spPr>
              <a:xfrm>
                <a:off x="7550965" y="3815097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965" y="3815097"/>
                <a:ext cx="485710" cy="307777"/>
              </a:xfrm>
              <a:prstGeom prst="rect">
                <a:avLst/>
              </a:prstGeom>
              <a:blipFill>
                <a:blip r:embed="rId25"/>
                <a:stretch>
                  <a:fillRect l="-10256" r="-1025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FA63E957-FD30-5964-4068-9F468D6C450D}"/>
              </a:ext>
            </a:extLst>
          </p:cNvPr>
          <p:cNvCxnSpPr>
            <a:cxnSpLocks/>
          </p:cNvCxnSpPr>
          <p:nvPr/>
        </p:nvCxnSpPr>
        <p:spPr>
          <a:xfrm>
            <a:off x="2018290" y="2241735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/>
              <p:nvPr/>
            </p:nvSpPr>
            <p:spPr>
              <a:xfrm>
                <a:off x="2934514" y="3815097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514" y="3815097"/>
                <a:ext cx="200376" cy="307777"/>
              </a:xfrm>
              <a:prstGeom prst="rect">
                <a:avLst/>
              </a:prstGeom>
              <a:blipFill>
                <a:blip r:embed="rId26"/>
                <a:stretch>
                  <a:fillRect l="-23529" r="-29412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0" name="Group 609">
            <a:extLst>
              <a:ext uri="{FF2B5EF4-FFF2-40B4-BE49-F238E27FC236}">
                <a16:creationId xmlns:a16="http://schemas.microsoft.com/office/drawing/2014/main" id="{50F3D87A-9E49-4EBE-C3A0-B99369A50C8E}"/>
              </a:ext>
            </a:extLst>
          </p:cNvPr>
          <p:cNvGrpSpPr/>
          <p:nvPr/>
        </p:nvGrpSpPr>
        <p:grpSpPr>
          <a:xfrm>
            <a:off x="4540137" y="2832015"/>
            <a:ext cx="45719" cy="296189"/>
            <a:chOff x="3509152" y="253612"/>
            <a:chExt cx="45719" cy="296189"/>
          </a:xfrm>
        </p:grpSpPr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424EF7F4-FD3C-EE2D-9BF3-4358F2F14471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09B4BC6C-3E2C-7B0E-98D1-696AA3A848E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7C3A79DB-D818-762B-A64E-892F1C294C91}"/>
              </a:ext>
            </a:extLst>
          </p:cNvPr>
          <p:cNvCxnSpPr>
            <a:cxnSpLocks/>
          </p:cNvCxnSpPr>
          <p:nvPr/>
        </p:nvCxnSpPr>
        <p:spPr>
          <a:xfrm>
            <a:off x="8431968" y="224173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56EB2A09-1FB8-545F-8E3E-D6DB77C6AEFF}"/>
              </a:ext>
            </a:extLst>
          </p:cNvPr>
          <p:cNvCxnSpPr/>
          <p:nvPr/>
        </p:nvCxnSpPr>
        <p:spPr>
          <a:xfrm>
            <a:off x="9203818" y="224173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3B835F54-5561-203A-0BE2-FEAE5DB9379E}"/>
              </a:ext>
            </a:extLst>
          </p:cNvPr>
          <p:cNvCxnSpPr>
            <a:cxnSpLocks/>
          </p:cNvCxnSpPr>
          <p:nvPr/>
        </p:nvCxnSpPr>
        <p:spPr>
          <a:xfrm flipV="1">
            <a:off x="8434848" y="37284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8B11326A-A5D6-6AEF-80C0-B29B830C2941}"/>
              </a:ext>
            </a:extLst>
          </p:cNvPr>
          <p:cNvCxnSpPr>
            <a:cxnSpLocks/>
          </p:cNvCxnSpPr>
          <p:nvPr/>
        </p:nvCxnSpPr>
        <p:spPr>
          <a:xfrm flipV="1">
            <a:off x="9205958" y="37284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/>
              <p:nvPr/>
            </p:nvSpPr>
            <p:spPr>
              <a:xfrm>
                <a:off x="8331561" y="3816443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561" y="3816443"/>
                <a:ext cx="485710" cy="307777"/>
              </a:xfrm>
              <a:prstGeom prst="rect">
                <a:avLst/>
              </a:prstGeom>
              <a:blipFill>
                <a:blip r:embed="rId27"/>
                <a:stretch>
                  <a:fillRect l="-12821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/>
              <p:nvPr/>
            </p:nvSpPr>
            <p:spPr>
              <a:xfrm>
                <a:off x="9094537" y="3816443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537" y="3816443"/>
                <a:ext cx="485710" cy="307777"/>
              </a:xfrm>
              <a:prstGeom prst="rect">
                <a:avLst/>
              </a:prstGeom>
              <a:blipFill>
                <a:blip r:embed="rId28"/>
                <a:stretch>
                  <a:fillRect l="-12821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7" name="Straight Arrow Connector 616">
            <a:extLst>
              <a:ext uri="{FF2B5EF4-FFF2-40B4-BE49-F238E27FC236}">
                <a16:creationId xmlns:a16="http://schemas.microsoft.com/office/drawing/2014/main" id="{C9462C9F-DDE2-C2EB-45BE-98CF04EB9828}"/>
              </a:ext>
            </a:extLst>
          </p:cNvPr>
          <p:cNvCxnSpPr>
            <a:cxnSpLocks/>
          </p:cNvCxnSpPr>
          <p:nvPr/>
        </p:nvCxnSpPr>
        <p:spPr>
          <a:xfrm>
            <a:off x="3028425" y="3722311"/>
            <a:ext cx="8979091" cy="4756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CA859CC3-4988-F069-30F1-8E16AF812C94}"/>
              </a:ext>
            </a:extLst>
          </p:cNvPr>
          <p:cNvCxnSpPr/>
          <p:nvPr/>
        </p:nvCxnSpPr>
        <p:spPr>
          <a:xfrm>
            <a:off x="9813744" y="2251066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TextBox 618">
            <a:extLst>
              <a:ext uri="{FF2B5EF4-FFF2-40B4-BE49-F238E27FC236}">
                <a16:creationId xmlns:a16="http://schemas.microsoft.com/office/drawing/2014/main" id="{3737D566-4052-769C-D61E-D4C7A0C24DCB}"/>
              </a:ext>
            </a:extLst>
          </p:cNvPr>
          <p:cNvSpPr txBox="1"/>
          <p:nvPr/>
        </p:nvSpPr>
        <p:spPr>
          <a:xfrm>
            <a:off x="2187514" y="2481786"/>
            <a:ext cx="2161874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 dirty="0"/>
              <a:t>Exec. Scenario A: No opt.    </a:t>
            </a:r>
          </a:p>
        </p:txBody>
      </p: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F14D5B1B-B15A-99A3-3B90-5363A6EEF663}"/>
              </a:ext>
            </a:extLst>
          </p:cNvPr>
          <p:cNvCxnSpPr>
            <a:cxnSpLocks/>
          </p:cNvCxnSpPr>
          <p:nvPr/>
        </p:nvCxnSpPr>
        <p:spPr>
          <a:xfrm>
            <a:off x="9814277" y="223268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3F919D09-1BAC-3C93-03C4-CD47F2358769}"/>
              </a:ext>
            </a:extLst>
          </p:cNvPr>
          <p:cNvCxnSpPr/>
          <p:nvPr/>
        </p:nvCxnSpPr>
        <p:spPr>
          <a:xfrm>
            <a:off x="10597279" y="223268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4D3C4371-D1E7-F652-4EB4-62D016553E25}"/>
              </a:ext>
            </a:extLst>
          </p:cNvPr>
          <p:cNvCxnSpPr>
            <a:cxnSpLocks/>
          </p:cNvCxnSpPr>
          <p:nvPr/>
        </p:nvCxnSpPr>
        <p:spPr>
          <a:xfrm>
            <a:off x="11369131" y="222335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/>
              <p:nvPr/>
            </p:nvSpPr>
            <p:spPr>
              <a:xfrm>
                <a:off x="11835824" y="383827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5824" y="3838270"/>
                <a:ext cx="231602" cy="43088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/>
              <p:nvPr/>
            </p:nvSpPr>
            <p:spPr>
              <a:xfrm>
                <a:off x="9746711" y="3816875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711" y="3816875"/>
                <a:ext cx="485710" cy="307777"/>
              </a:xfrm>
              <a:prstGeom prst="rect">
                <a:avLst/>
              </a:prstGeom>
              <a:blipFill>
                <a:blip r:embed="rId30"/>
                <a:stretch>
                  <a:fillRect l="-10256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/>
              <p:nvPr/>
            </p:nvSpPr>
            <p:spPr>
              <a:xfrm>
                <a:off x="10343427" y="3816875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427" y="3816875"/>
                <a:ext cx="485710" cy="307777"/>
              </a:xfrm>
              <a:prstGeom prst="rect">
                <a:avLst/>
              </a:prstGeom>
              <a:blipFill>
                <a:blip r:embed="rId31"/>
                <a:stretch>
                  <a:fillRect l="-10256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1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2755988" y="2776250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9525">
            <a:solidFill>
              <a:srgbClr val="C0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020658" y="2840701"/>
            <a:ext cx="783423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/>
              <p:nvPr/>
            </p:nvSpPr>
            <p:spPr>
              <a:xfrm>
                <a:off x="3044817" y="755072"/>
                <a:ext cx="138115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817" y="755072"/>
                <a:ext cx="138115" cy="155299"/>
              </a:xfrm>
              <a:prstGeom prst="rect">
                <a:avLst/>
              </a:prstGeom>
              <a:blipFill>
                <a:blip r:embed="rId47"/>
                <a:stretch>
                  <a:fillRect l="-25000" r="-16667" b="-3846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/>
              <p:nvPr/>
            </p:nvSpPr>
            <p:spPr>
              <a:xfrm>
                <a:off x="3049441" y="1050636"/>
                <a:ext cx="138115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441" y="1050636"/>
                <a:ext cx="138115" cy="155620"/>
              </a:xfrm>
              <a:prstGeom prst="rect">
                <a:avLst/>
              </a:prstGeom>
              <a:blipFill>
                <a:blip r:embed="rId48"/>
                <a:stretch>
                  <a:fillRect l="-33333" r="-8333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1" name="TextBox 760">
                <a:extLst>
                  <a:ext uri="{FF2B5EF4-FFF2-40B4-BE49-F238E27FC236}">
                    <a16:creationId xmlns:a16="http://schemas.microsoft.com/office/drawing/2014/main" id="{3CD249FB-D267-32E7-C75F-28DF07C9F346}"/>
                  </a:ext>
                </a:extLst>
              </p:cNvPr>
              <p:cNvSpPr txBox="1"/>
              <p:nvPr/>
            </p:nvSpPr>
            <p:spPr>
              <a:xfrm>
                <a:off x="3058676" y="1346201"/>
                <a:ext cx="138115" cy="156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1" name="TextBox 760">
                <a:extLst>
                  <a:ext uri="{FF2B5EF4-FFF2-40B4-BE49-F238E27FC236}">
                    <a16:creationId xmlns:a16="http://schemas.microsoft.com/office/drawing/2014/main" id="{3CD249FB-D267-32E7-C75F-28DF07C9F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676" y="1346201"/>
                <a:ext cx="138115" cy="156389"/>
              </a:xfrm>
              <a:prstGeom prst="rect">
                <a:avLst/>
              </a:prstGeom>
              <a:blipFill>
                <a:blip r:embed="rId49"/>
                <a:stretch>
                  <a:fillRect l="-25000" t="-7692" r="-8333" b="-3076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2" name="TextBox 761">
                <a:extLst>
                  <a:ext uri="{FF2B5EF4-FFF2-40B4-BE49-F238E27FC236}">
                    <a16:creationId xmlns:a16="http://schemas.microsoft.com/office/drawing/2014/main" id="{CD4C258D-F416-E031-BE82-4E1D9B848EEC}"/>
                  </a:ext>
                </a:extLst>
              </p:cNvPr>
              <p:cNvSpPr txBox="1"/>
              <p:nvPr/>
            </p:nvSpPr>
            <p:spPr>
              <a:xfrm>
                <a:off x="3498519" y="1063959"/>
                <a:ext cx="140872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2" name="TextBox 761">
                <a:extLst>
                  <a:ext uri="{FF2B5EF4-FFF2-40B4-BE49-F238E27FC236}">
                    <a16:creationId xmlns:a16="http://schemas.microsoft.com/office/drawing/2014/main" id="{CD4C258D-F416-E031-BE82-4E1D9B848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519" y="1063959"/>
                <a:ext cx="140872" cy="155940"/>
              </a:xfrm>
              <a:prstGeom prst="rect">
                <a:avLst/>
              </a:prstGeom>
              <a:blipFill>
                <a:blip r:embed="rId50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4" name="TextBox 763">
                <a:extLst>
                  <a:ext uri="{FF2B5EF4-FFF2-40B4-BE49-F238E27FC236}">
                    <a16:creationId xmlns:a16="http://schemas.microsoft.com/office/drawing/2014/main" id="{7E325EE1-A96E-EE8D-F8E6-AAD2E80DCA1A}"/>
                  </a:ext>
                </a:extLst>
              </p:cNvPr>
              <p:cNvSpPr txBox="1"/>
              <p:nvPr/>
            </p:nvSpPr>
            <p:spPr>
              <a:xfrm>
                <a:off x="3829052" y="1046020"/>
                <a:ext cx="140872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4" name="TextBox 763">
                <a:extLst>
                  <a:ext uri="{FF2B5EF4-FFF2-40B4-BE49-F238E27FC236}">
                    <a16:creationId xmlns:a16="http://schemas.microsoft.com/office/drawing/2014/main" id="{7E325EE1-A96E-EE8D-F8E6-AAD2E80D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052" y="1046020"/>
                <a:ext cx="140872" cy="156710"/>
              </a:xfrm>
              <a:prstGeom prst="rect">
                <a:avLst/>
              </a:prstGeom>
              <a:blipFill>
                <a:blip r:embed="rId51"/>
                <a:stretch>
                  <a:fillRect l="-30435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5" name="TextBox 764">
                <a:extLst>
                  <a:ext uri="{FF2B5EF4-FFF2-40B4-BE49-F238E27FC236}">
                    <a16:creationId xmlns:a16="http://schemas.microsoft.com/office/drawing/2014/main" id="{6373F4C0-3947-5AE5-22CA-F38A1FCC80EB}"/>
                  </a:ext>
                </a:extLst>
              </p:cNvPr>
              <p:cNvSpPr txBox="1"/>
              <p:nvPr/>
            </p:nvSpPr>
            <p:spPr>
              <a:xfrm>
                <a:off x="4273197" y="1046301"/>
                <a:ext cx="140872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5" name="TextBox 764">
                <a:extLst>
                  <a:ext uri="{FF2B5EF4-FFF2-40B4-BE49-F238E27FC236}">
                    <a16:creationId xmlns:a16="http://schemas.microsoft.com/office/drawing/2014/main" id="{6373F4C0-3947-5AE5-22CA-F38A1FCC8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197" y="1046301"/>
                <a:ext cx="140872" cy="155299"/>
              </a:xfrm>
              <a:prstGeom prst="rect">
                <a:avLst/>
              </a:prstGeom>
              <a:blipFill>
                <a:blip r:embed="rId52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/>
              <p:nvPr/>
            </p:nvSpPr>
            <p:spPr>
              <a:xfrm>
                <a:off x="4600436" y="1046340"/>
                <a:ext cx="140872" cy="159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436" y="1046340"/>
                <a:ext cx="140872" cy="159083"/>
              </a:xfrm>
              <a:prstGeom prst="rect">
                <a:avLst/>
              </a:prstGeom>
              <a:blipFill>
                <a:blip r:embed="rId53"/>
                <a:stretch>
                  <a:fillRect l="-34783" t="-3846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0" name="Rectangle 769">
            <a:extLst>
              <a:ext uri="{FF2B5EF4-FFF2-40B4-BE49-F238E27FC236}">
                <a16:creationId xmlns:a16="http://schemas.microsoft.com/office/drawing/2014/main" id="{D81E3B83-BAED-87C2-E965-254F44272B45}"/>
              </a:ext>
            </a:extLst>
          </p:cNvPr>
          <p:cNvSpPr/>
          <p:nvPr/>
        </p:nvSpPr>
        <p:spPr>
          <a:xfrm flipH="1">
            <a:off x="3807777" y="3132207"/>
            <a:ext cx="12922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79579D6D-1835-78ED-6F36-2BB1A5CEEDD9}"/>
              </a:ext>
            </a:extLst>
          </p:cNvPr>
          <p:cNvSpPr/>
          <p:nvPr/>
        </p:nvSpPr>
        <p:spPr>
          <a:xfrm flipH="1">
            <a:off x="3896983" y="3427895"/>
            <a:ext cx="151791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4" name="TextBox 773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5400333" y="1051490"/>
                <a:ext cx="140872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74" name="TextBox 773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333" y="1051490"/>
                <a:ext cx="140872" cy="155299"/>
              </a:xfrm>
              <a:prstGeom prst="rect">
                <a:avLst/>
              </a:prstGeom>
              <a:blipFill>
                <a:blip r:embed="rId60"/>
                <a:stretch>
                  <a:fillRect l="-34783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0" name="TextBox 789">
                <a:extLst>
                  <a:ext uri="{FF2B5EF4-FFF2-40B4-BE49-F238E27FC236}">
                    <a16:creationId xmlns:a16="http://schemas.microsoft.com/office/drawing/2014/main" id="{9F9B306B-5CD4-D736-4C52-F43F92608240}"/>
                  </a:ext>
                </a:extLst>
              </p:cNvPr>
              <p:cNvSpPr txBox="1"/>
              <p:nvPr/>
            </p:nvSpPr>
            <p:spPr>
              <a:xfrm>
                <a:off x="6935371" y="1055321"/>
                <a:ext cx="192617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90" name="TextBox 789">
                <a:extLst>
                  <a:ext uri="{FF2B5EF4-FFF2-40B4-BE49-F238E27FC236}">
                    <a16:creationId xmlns:a16="http://schemas.microsoft.com/office/drawing/2014/main" id="{9F9B306B-5CD4-D736-4C52-F43F92608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371" y="1055321"/>
                <a:ext cx="192617" cy="155620"/>
              </a:xfrm>
              <a:prstGeom prst="rect">
                <a:avLst/>
              </a:prstGeom>
              <a:blipFill>
                <a:blip r:embed="rId61"/>
                <a:stretch>
                  <a:fillRect l="-25806" t="-3846" r="-6452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6938038" y="752232"/>
                <a:ext cx="140872" cy="156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38" y="752232"/>
                <a:ext cx="140872" cy="156389"/>
              </a:xfrm>
              <a:prstGeom prst="rect">
                <a:avLst/>
              </a:prstGeom>
              <a:blipFill>
                <a:blip r:embed="rId62"/>
                <a:stretch>
                  <a:fillRect l="-30435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/>
              <p:nvPr/>
            </p:nvSpPr>
            <p:spPr>
              <a:xfrm>
                <a:off x="5035456" y="1059680"/>
                <a:ext cx="140872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456" y="1059680"/>
                <a:ext cx="140872" cy="156902"/>
              </a:xfrm>
              <a:prstGeom prst="rect">
                <a:avLst/>
              </a:prstGeom>
              <a:blipFill>
                <a:blip r:embed="rId63"/>
                <a:stretch>
                  <a:fillRect l="-30435" t="-3846" r="-4348" b="-269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5816995" y="1055321"/>
                <a:ext cx="140872" cy="157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995" y="1055321"/>
                <a:ext cx="140872" cy="157031"/>
              </a:xfrm>
              <a:prstGeom prst="rect">
                <a:avLst/>
              </a:prstGeom>
              <a:blipFill>
                <a:blip r:embed="rId64"/>
                <a:stretch>
                  <a:fillRect l="-30435" t="-3846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6152717" y="1050435"/>
                <a:ext cx="137665" cy="156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717" y="1050435"/>
                <a:ext cx="137665" cy="156774"/>
              </a:xfrm>
              <a:prstGeom prst="rect">
                <a:avLst/>
              </a:prstGeom>
              <a:blipFill>
                <a:blip r:embed="rId65"/>
                <a:stretch>
                  <a:fillRect l="-3043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6530591" y="1048870"/>
                <a:ext cx="192617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591" y="1048870"/>
                <a:ext cx="192617" cy="156902"/>
              </a:xfrm>
              <a:prstGeom prst="rect">
                <a:avLst/>
              </a:prstGeom>
              <a:blipFill>
                <a:blip r:embed="rId66"/>
                <a:stretch>
                  <a:fillRect l="-21875" t="-3846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7301510" y="1038804"/>
                <a:ext cx="192617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510" y="1038804"/>
                <a:ext cx="192617" cy="155940"/>
              </a:xfrm>
              <a:prstGeom prst="rect">
                <a:avLst/>
              </a:prstGeom>
              <a:blipFill>
                <a:blip r:embed="rId67"/>
                <a:stretch>
                  <a:fillRect l="-25806" r="-6452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7713348" y="1055526"/>
                <a:ext cx="192617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348" y="1055526"/>
                <a:ext cx="192617" cy="156710"/>
              </a:xfrm>
              <a:prstGeom prst="rect">
                <a:avLst/>
              </a:prstGeom>
              <a:blipFill>
                <a:blip r:embed="rId68"/>
                <a:stretch>
                  <a:fillRect l="-21875" t="-3846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8121161" y="1050957"/>
                <a:ext cx="192617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161" y="1050957"/>
                <a:ext cx="192617" cy="155620"/>
              </a:xfrm>
              <a:prstGeom prst="rect">
                <a:avLst/>
              </a:prstGeom>
              <a:blipFill>
                <a:blip r:embed="rId69"/>
                <a:stretch>
                  <a:fillRect l="-21875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8522434" y="1038799"/>
                <a:ext cx="192617" cy="159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434" y="1038799"/>
                <a:ext cx="192617" cy="159083"/>
              </a:xfrm>
              <a:prstGeom prst="rect">
                <a:avLst/>
              </a:prstGeom>
              <a:blipFill>
                <a:blip r:embed="rId70"/>
                <a:stretch>
                  <a:fillRect l="-21875" t="-3704" r="-6250" b="-296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8919301" y="1045466"/>
                <a:ext cx="192617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301" y="1045466"/>
                <a:ext cx="192617" cy="156902"/>
              </a:xfrm>
              <a:prstGeom prst="rect">
                <a:avLst/>
              </a:prstGeom>
              <a:blipFill>
                <a:blip r:embed="rId71"/>
                <a:stretch>
                  <a:fillRect l="-21875" t="-4000" r="-3125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9261144" y="1052044"/>
                <a:ext cx="192617" cy="155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144" y="1052044"/>
                <a:ext cx="192617" cy="155812"/>
              </a:xfrm>
              <a:prstGeom prst="rect">
                <a:avLst/>
              </a:prstGeom>
              <a:blipFill>
                <a:blip r:embed="rId72"/>
                <a:stretch>
                  <a:fillRect l="-21875" t="-4000" r="-3125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9574897" y="1038799"/>
                <a:ext cx="192617" cy="157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4897" y="1038799"/>
                <a:ext cx="192617" cy="157031"/>
              </a:xfrm>
              <a:prstGeom prst="rect">
                <a:avLst/>
              </a:prstGeom>
              <a:blipFill>
                <a:blip r:embed="rId73"/>
                <a:stretch>
                  <a:fillRect l="-25806" r="-6452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9859391" y="1043716"/>
                <a:ext cx="189411" cy="156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9391" y="1043716"/>
                <a:ext cx="189411" cy="156774"/>
              </a:xfrm>
              <a:prstGeom prst="rect">
                <a:avLst/>
              </a:prstGeom>
              <a:blipFill>
                <a:blip r:embed="rId74"/>
                <a:stretch>
                  <a:fillRect l="-22581" t="-3846" r="-3226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10278306" y="1056186"/>
                <a:ext cx="195375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8306" y="1056186"/>
                <a:ext cx="195375" cy="156902"/>
              </a:xfrm>
              <a:prstGeom prst="rect">
                <a:avLst/>
              </a:prstGeom>
              <a:blipFill>
                <a:blip r:embed="rId75"/>
                <a:stretch>
                  <a:fillRect l="-21875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10662488" y="1056656"/>
                <a:ext cx="195375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2488" y="1056656"/>
                <a:ext cx="195375" cy="155940"/>
              </a:xfrm>
              <a:prstGeom prst="rect">
                <a:avLst/>
              </a:prstGeom>
              <a:blipFill>
                <a:blip r:embed="rId76"/>
                <a:stretch>
                  <a:fillRect l="-21875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11020018" y="1050161"/>
                <a:ext cx="195375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0018" y="1050161"/>
                <a:ext cx="195375" cy="155940"/>
              </a:xfrm>
              <a:prstGeom prst="rect">
                <a:avLst/>
              </a:prstGeom>
              <a:blipFill>
                <a:blip r:embed="rId77"/>
                <a:stretch>
                  <a:fillRect l="-25000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8" name="Straight Connector 291">
            <a:extLst>
              <a:ext uri="{FF2B5EF4-FFF2-40B4-BE49-F238E27FC236}">
                <a16:creationId xmlns:a16="http://schemas.microsoft.com/office/drawing/2014/main" id="{4EE54BA1-3C6D-74E8-A5EE-D286AC4E5252}"/>
              </a:ext>
            </a:extLst>
          </p:cNvPr>
          <p:cNvCxnSpPr>
            <a:cxnSpLocks/>
          </p:cNvCxnSpPr>
          <p:nvPr/>
        </p:nvCxnSpPr>
        <p:spPr>
          <a:xfrm flipH="1" flipV="1">
            <a:off x="4994186" y="744004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5056368" y="753798"/>
                <a:ext cx="140872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6368" y="753798"/>
                <a:ext cx="140872" cy="155620"/>
              </a:xfrm>
              <a:prstGeom prst="rect">
                <a:avLst/>
              </a:prstGeom>
              <a:blipFill>
                <a:blip r:embed="rId78"/>
                <a:stretch>
                  <a:fillRect l="-29167" t="-4000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7" name="Straight Connector 291">
            <a:extLst>
              <a:ext uri="{FF2B5EF4-FFF2-40B4-BE49-F238E27FC236}">
                <a16:creationId xmlns:a16="http://schemas.microsoft.com/office/drawing/2014/main" id="{4EE54BA1-3C6D-74E8-A5EE-D286AC4E5252}"/>
              </a:ext>
            </a:extLst>
          </p:cNvPr>
          <p:cNvCxnSpPr>
            <a:cxnSpLocks/>
          </p:cNvCxnSpPr>
          <p:nvPr/>
        </p:nvCxnSpPr>
        <p:spPr>
          <a:xfrm flipH="1" flipV="1">
            <a:off x="8833299" y="776593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8895481" y="786387"/>
                <a:ext cx="140872" cy="1549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481" y="786387"/>
                <a:ext cx="140872" cy="154979"/>
              </a:xfrm>
              <a:prstGeom prst="rect">
                <a:avLst/>
              </a:prstGeom>
              <a:blipFill>
                <a:blip r:embed="rId79"/>
                <a:stretch>
                  <a:fillRect l="-30435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10641799" y="752342"/>
                <a:ext cx="140872" cy="158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1799" y="752342"/>
                <a:ext cx="140872" cy="158761"/>
              </a:xfrm>
              <a:prstGeom prst="rect">
                <a:avLst/>
              </a:prstGeom>
              <a:blipFill>
                <a:blip r:embed="rId80"/>
                <a:stretch>
                  <a:fillRect l="-34783" t="-7692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3CD249FB-D267-32E7-C75F-28DF07C9F346}"/>
                  </a:ext>
                </a:extLst>
              </p:cNvPr>
              <p:cNvSpPr txBox="1"/>
              <p:nvPr/>
            </p:nvSpPr>
            <p:spPr>
              <a:xfrm>
                <a:off x="10652186" y="1347417"/>
                <a:ext cx="140872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3CD249FB-D267-32E7-C75F-28DF07C9F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186" y="1347417"/>
                <a:ext cx="140872" cy="156710"/>
              </a:xfrm>
              <a:prstGeom prst="rect">
                <a:avLst/>
              </a:prstGeom>
              <a:blipFill>
                <a:blip r:embed="rId81"/>
                <a:stretch>
                  <a:fillRect l="-29167" t="-3846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4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10602074" y="740228"/>
            <a:ext cx="1346" cy="281191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150">
            <a:extLst>
              <a:ext uri="{FF2B5EF4-FFF2-40B4-BE49-F238E27FC236}">
                <a16:creationId xmlns:a16="http://schemas.microsoft.com/office/drawing/2014/main" id="{E57B2DA2-D1AD-E080-9F57-EBC32CD80B3B}"/>
              </a:ext>
            </a:extLst>
          </p:cNvPr>
          <p:cNvCxnSpPr>
            <a:cxnSpLocks/>
          </p:cNvCxnSpPr>
          <p:nvPr/>
        </p:nvCxnSpPr>
        <p:spPr>
          <a:xfrm flipV="1">
            <a:off x="10602258" y="1312505"/>
            <a:ext cx="0" cy="308495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10604296" y="1031929"/>
            <a:ext cx="1346" cy="281191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5415009" y="2841724"/>
            <a:ext cx="783423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1113391C-0733-5D37-D2E6-B5301F28E37D}"/>
              </a:ext>
            </a:extLst>
          </p:cNvPr>
          <p:cNvCxnSpPr>
            <a:cxnSpLocks/>
          </p:cNvCxnSpPr>
          <p:nvPr/>
        </p:nvCxnSpPr>
        <p:spPr>
          <a:xfrm flipH="1" flipV="1">
            <a:off x="6484469" y="1062435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9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6891848" y="2845120"/>
            <a:ext cx="783423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56" name="Rectangle 769">
            <a:extLst>
              <a:ext uri="{FF2B5EF4-FFF2-40B4-BE49-F238E27FC236}">
                <a16:creationId xmlns:a16="http://schemas.microsoft.com/office/drawing/2014/main" id="{D81E3B83-BAED-87C2-E965-254F44272B45}"/>
              </a:ext>
            </a:extLst>
          </p:cNvPr>
          <p:cNvSpPr/>
          <p:nvPr/>
        </p:nvSpPr>
        <p:spPr>
          <a:xfrm flipH="1">
            <a:off x="8080681" y="3141542"/>
            <a:ext cx="14045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3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8837764" y="2846091"/>
            <a:ext cx="783423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9" name="Rectangle 769">
            <a:extLst>
              <a:ext uri="{FF2B5EF4-FFF2-40B4-BE49-F238E27FC236}">
                <a16:creationId xmlns:a16="http://schemas.microsoft.com/office/drawing/2014/main" id="{D81E3B83-BAED-87C2-E965-254F44272B45}"/>
              </a:ext>
            </a:extLst>
          </p:cNvPr>
          <p:cNvSpPr/>
          <p:nvPr/>
        </p:nvSpPr>
        <p:spPr>
          <a:xfrm flipH="1">
            <a:off x="10018130" y="3142513"/>
            <a:ext cx="12255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5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10596855" y="2834073"/>
            <a:ext cx="772275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Rectangle 769">
            <a:extLst>
              <a:ext uri="{FF2B5EF4-FFF2-40B4-BE49-F238E27FC236}">
                <a16:creationId xmlns:a16="http://schemas.microsoft.com/office/drawing/2014/main" id="{A7D757EE-5B4D-653C-AB31-2A7B3872AE4A}"/>
              </a:ext>
            </a:extLst>
          </p:cNvPr>
          <p:cNvSpPr/>
          <p:nvPr/>
        </p:nvSpPr>
        <p:spPr>
          <a:xfrm flipH="1">
            <a:off x="6207601" y="3142954"/>
            <a:ext cx="12922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Rectangle 769">
            <a:extLst>
              <a:ext uri="{FF2B5EF4-FFF2-40B4-BE49-F238E27FC236}">
                <a16:creationId xmlns:a16="http://schemas.microsoft.com/office/drawing/2014/main" id="{506AB6E3-781C-FF4B-6019-3E709255B41E}"/>
              </a:ext>
            </a:extLst>
          </p:cNvPr>
          <p:cNvSpPr/>
          <p:nvPr/>
        </p:nvSpPr>
        <p:spPr>
          <a:xfrm flipH="1">
            <a:off x="6520256" y="3142271"/>
            <a:ext cx="12922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Rectangle 769">
            <a:extLst>
              <a:ext uri="{FF2B5EF4-FFF2-40B4-BE49-F238E27FC236}">
                <a16:creationId xmlns:a16="http://schemas.microsoft.com/office/drawing/2014/main" id="{2071F591-0C9C-6F63-DB11-CE47FA154D67}"/>
              </a:ext>
            </a:extLst>
          </p:cNvPr>
          <p:cNvSpPr/>
          <p:nvPr/>
        </p:nvSpPr>
        <p:spPr>
          <a:xfrm flipH="1">
            <a:off x="7664599" y="3143487"/>
            <a:ext cx="12922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Rectangle 769">
            <a:extLst>
              <a:ext uri="{FF2B5EF4-FFF2-40B4-BE49-F238E27FC236}">
                <a16:creationId xmlns:a16="http://schemas.microsoft.com/office/drawing/2014/main" id="{92623FBB-E55C-CE31-9705-F01A04B49254}"/>
              </a:ext>
            </a:extLst>
          </p:cNvPr>
          <p:cNvSpPr/>
          <p:nvPr/>
        </p:nvSpPr>
        <p:spPr>
          <a:xfrm flipH="1">
            <a:off x="8433965" y="3149904"/>
            <a:ext cx="14045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5" name="Rectangle 769">
            <a:extLst>
              <a:ext uri="{FF2B5EF4-FFF2-40B4-BE49-F238E27FC236}">
                <a16:creationId xmlns:a16="http://schemas.microsoft.com/office/drawing/2014/main" id="{1579237B-3312-E467-E580-22B6C3AC1A6B}"/>
              </a:ext>
            </a:extLst>
          </p:cNvPr>
          <p:cNvSpPr/>
          <p:nvPr/>
        </p:nvSpPr>
        <p:spPr>
          <a:xfrm flipH="1">
            <a:off x="9606260" y="3143858"/>
            <a:ext cx="14045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" name="Rectangle 769">
            <a:extLst>
              <a:ext uri="{FF2B5EF4-FFF2-40B4-BE49-F238E27FC236}">
                <a16:creationId xmlns:a16="http://schemas.microsoft.com/office/drawing/2014/main" id="{B5B51617-0F1C-A37A-A9DC-8238AA8CF509}"/>
              </a:ext>
            </a:extLst>
          </p:cNvPr>
          <p:cNvSpPr/>
          <p:nvPr/>
        </p:nvSpPr>
        <p:spPr>
          <a:xfrm flipH="1">
            <a:off x="10377222" y="3145160"/>
            <a:ext cx="14045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7" name="Rectangle 769">
            <a:extLst>
              <a:ext uri="{FF2B5EF4-FFF2-40B4-BE49-F238E27FC236}">
                <a16:creationId xmlns:a16="http://schemas.microsoft.com/office/drawing/2014/main" id="{E9590FB4-E6EC-5836-1479-AEEAA8A84854}"/>
              </a:ext>
            </a:extLst>
          </p:cNvPr>
          <p:cNvSpPr/>
          <p:nvPr/>
        </p:nvSpPr>
        <p:spPr>
          <a:xfrm flipH="1">
            <a:off x="11369131" y="3149904"/>
            <a:ext cx="12922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88844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6F58-A926-67A9-CA13-0A771CB4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4563831" y="3135009"/>
            <a:ext cx="45031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12A3ED9D-F66C-A242-CABD-C887D7BB1479}"/>
              </a:ext>
            </a:extLst>
          </p:cNvPr>
          <p:cNvCxnSpPr>
            <a:cxnSpLocks/>
          </p:cNvCxnSpPr>
          <p:nvPr/>
        </p:nvCxnSpPr>
        <p:spPr>
          <a:xfrm>
            <a:off x="193964" y="1637823"/>
            <a:ext cx="11175167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37DC3C49-CE96-4A0E-D539-D1DF535193D1}"/>
              </a:ext>
            </a:extLst>
          </p:cNvPr>
          <p:cNvCxnSpPr>
            <a:cxnSpLocks/>
          </p:cNvCxnSpPr>
          <p:nvPr/>
        </p:nvCxnSpPr>
        <p:spPr>
          <a:xfrm>
            <a:off x="3020580" y="1604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771A61B-F652-721C-FE0A-E35CC4B5A9A5}"/>
              </a:ext>
            </a:extLst>
          </p:cNvPr>
          <p:cNvCxnSpPr>
            <a:cxnSpLocks/>
          </p:cNvCxnSpPr>
          <p:nvPr/>
        </p:nvCxnSpPr>
        <p:spPr>
          <a:xfrm>
            <a:off x="2102035" y="1931804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7D6B795-B4C0-F846-8658-FEAAF9CA8709}"/>
              </a:ext>
            </a:extLst>
          </p:cNvPr>
          <p:cNvCxnSpPr>
            <a:cxnSpLocks/>
          </p:cNvCxnSpPr>
          <p:nvPr/>
        </p:nvCxnSpPr>
        <p:spPr>
          <a:xfrm>
            <a:off x="2040619" y="457059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8E139DE-1BBD-2BD7-D872-663D712616DD}"/>
              </a:ext>
            </a:extLst>
          </p:cNvPr>
          <p:cNvCxnSpPr>
            <a:cxnSpLocks/>
          </p:cNvCxnSpPr>
          <p:nvPr/>
        </p:nvCxnSpPr>
        <p:spPr>
          <a:xfrm>
            <a:off x="205264" y="752232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DF1C3B1-97DD-A364-5709-6743152F854B}"/>
              </a:ext>
            </a:extLst>
          </p:cNvPr>
          <p:cNvCxnSpPr>
            <a:cxnSpLocks/>
          </p:cNvCxnSpPr>
          <p:nvPr/>
        </p:nvCxnSpPr>
        <p:spPr>
          <a:xfrm>
            <a:off x="166255" y="1045627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DF87532-B723-96D8-737A-721820918702}"/>
              </a:ext>
            </a:extLst>
          </p:cNvPr>
          <p:cNvCxnSpPr>
            <a:cxnSpLocks/>
          </p:cNvCxnSpPr>
          <p:nvPr/>
        </p:nvCxnSpPr>
        <p:spPr>
          <a:xfrm>
            <a:off x="207818" y="1348751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EDD1B5A-B0FA-7A8F-BD7E-A39D03665270}"/>
              </a:ext>
            </a:extLst>
          </p:cNvPr>
          <p:cNvCxnSpPr>
            <a:cxnSpLocks/>
          </p:cNvCxnSpPr>
          <p:nvPr/>
        </p:nvCxnSpPr>
        <p:spPr>
          <a:xfrm>
            <a:off x="2378482" y="166578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2D14223-C770-7E9F-8180-628BA05B557D}"/>
              </a:ext>
            </a:extLst>
          </p:cNvPr>
          <p:cNvCxnSpPr>
            <a:cxnSpLocks/>
          </p:cNvCxnSpPr>
          <p:nvPr/>
        </p:nvCxnSpPr>
        <p:spPr>
          <a:xfrm>
            <a:off x="3800863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17CE4C1-8F3B-E139-BBDA-F559D5554A6F}"/>
              </a:ext>
            </a:extLst>
          </p:cNvPr>
          <p:cNvCxnSpPr>
            <a:cxnSpLocks/>
          </p:cNvCxnSpPr>
          <p:nvPr/>
        </p:nvCxnSpPr>
        <p:spPr>
          <a:xfrm flipH="1">
            <a:off x="4569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94A6C9F-F71B-9964-6B44-7DAE6C2B9021}"/>
              </a:ext>
            </a:extLst>
          </p:cNvPr>
          <p:cNvCxnSpPr>
            <a:cxnSpLocks/>
          </p:cNvCxnSpPr>
          <p:nvPr/>
        </p:nvCxnSpPr>
        <p:spPr>
          <a:xfrm>
            <a:off x="5354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DF1517E-2C4E-DE61-B1C4-D112142F0DAA}"/>
              </a:ext>
            </a:extLst>
          </p:cNvPr>
          <p:cNvCxnSpPr>
            <a:cxnSpLocks/>
          </p:cNvCxnSpPr>
          <p:nvPr/>
        </p:nvCxnSpPr>
        <p:spPr>
          <a:xfrm flipH="1">
            <a:off x="6107604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38DA259-20D7-6C64-9749-209C41020E39}"/>
              </a:ext>
            </a:extLst>
          </p:cNvPr>
          <p:cNvCxnSpPr>
            <a:cxnSpLocks/>
          </p:cNvCxnSpPr>
          <p:nvPr/>
        </p:nvCxnSpPr>
        <p:spPr>
          <a:xfrm>
            <a:off x="6888266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7EC50D9-598D-3BC4-E0CB-EC4E06D6EB16}"/>
              </a:ext>
            </a:extLst>
          </p:cNvPr>
          <p:cNvCxnSpPr/>
          <p:nvPr/>
        </p:nvCxnSpPr>
        <p:spPr>
          <a:xfrm>
            <a:off x="7660116" y="16657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3DC55248-0F80-75FE-F12C-022EB4EE1244}"/>
              </a:ext>
            </a:extLst>
          </p:cNvPr>
          <p:cNvCxnSpPr/>
          <p:nvPr/>
        </p:nvCxnSpPr>
        <p:spPr>
          <a:xfrm flipV="1">
            <a:off x="380231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5630379C-B644-DC7E-CA82-4425713769E1}"/>
              </a:ext>
            </a:extLst>
          </p:cNvPr>
          <p:cNvCxnSpPr>
            <a:cxnSpLocks/>
          </p:cNvCxnSpPr>
          <p:nvPr/>
        </p:nvCxnSpPr>
        <p:spPr>
          <a:xfrm flipV="1">
            <a:off x="5350381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1B1F9DF-709F-9EE8-9C92-79455CE441CD}"/>
              </a:ext>
            </a:extLst>
          </p:cNvPr>
          <p:cNvCxnSpPr>
            <a:cxnSpLocks/>
          </p:cNvCxnSpPr>
          <p:nvPr/>
        </p:nvCxnSpPr>
        <p:spPr>
          <a:xfrm flipV="1">
            <a:off x="4575850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7CDDD5F-7C50-933A-4E66-A720C92B25A1}"/>
              </a:ext>
            </a:extLst>
          </p:cNvPr>
          <p:cNvCxnSpPr>
            <a:cxnSpLocks/>
          </p:cNvCxnSpPr>
          <p:nvPr/>
        </p:nvCxnSpPr>
        <p:spPr>
          <a:xfrm flipV="1">
            <a:off x="612176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71641A6-6E96-935E-F4BC-0DB246F6F7D6}"/>
              </a:ext>
            </a:extLst>
          </p:cNvPr>
          <p:cNvCxnSpPr>
            <a:cxnSpLocks/>
          </p:cNvCxnSpPr>
          <p:nvPr/>
        </p:nvCxnSpPr>
        <p:spPr>
          <a:xfrm flipV="1">
            <a:off x="689127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B002A578-FA00-502E-186D-2FAE32C368DB}"/>
              </a:ext>
            </a:extLst>
          </p:cNvPr>
          <p:cNvCxnSpPr>
            <a:cxnSpLocks/>
          </p:cNvCxnSpPr>
          <p:nvPr/>
        </p:nvCxnSpPr>
        <p:spPr>
          <a:xfrm flipV="1">
            <a:off x="766238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684713" y="759846"/>
                <a:ext cx="1655390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LIDAR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20,50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13" y="759846"/>
                <a:ext cx="1655390" cy="257186"/>
              </a:xfrm>
              <a:prstGeom prst="rect">
                <a:avLst/>
              </a:prstGeom>
              <a:blipFill>
                <a:blip r:embed="rId2"/>
                <a:stretch>
                  <a:fillRect l="-1103" b="-26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/>
              <p:nvPr/>
            </p:nvSpPr>
            <p:spPr>
              <a:xfrm>
                <a:off x="839913" y="1055739"/>
                <a:ext cx="1451808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IMU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10,2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913" y="1055739"/>
                <a:ext cx="1451808" cy="257186"/>
              </a:xfrm>
              <a:prstGeom prst="rect">
                <a:avLst/>
              </a:prstGeom>
              <a:blipFill>
                <a:blip r:embed="rId3"/>
                <a:stretch>
                  <a:fillRect l="-1681" b="-28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/>
              <p:nvPr/>
            </p:nvSpPr>
            <p:spPr>
              <a:xfrm>
                <a:off x="3770062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062" y="1434317"/>
                <a:ext cx="343043" cy="307777"/>
              </a:xfrm>
              <a:prstGeom prst="rect">
                <a:avLst/>
              </a:prstGeom>
              <a:blipFill>
                <a:blip r:embed="rId4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/>
              <p:nvPr/>
            </p:nvSpPr>
            <p:spPr>
              <a:xfrm>
                <a:off x="4543982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982" y="1434317"/>
                <a:ext cx="343043" cy="307777"/>
              </a:xfrm>
              <a:prstGeom prst="rect">
                <a:avLst/>
              </a:prstGeom>
              <a:blipFill>
                <a:blip r:embed="rId5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/>
              <p:nvPr/>
            </p:nvSpPr>
            <p:spPr>
              <a:xfrm>
                <a:off x="5305338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338" y="1434317"/>
                <a:ext cx="343043" cy="307777"/>
              </a:xfrm>
              <a:prstGeom prst="rect">
                <a:avLst/>
              </a:prstGeom>
              <a:blipFill>
                <a:blip r:embed="rId6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/>
              <p:nvPr/>
            </p:nvSpPr>
            <p:spPr>
              <a:xfrm>
                <a:off x="6088626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626" y="1434317"/>
                <a:ext cx="343043" cy="307777"/>
              </a:xfrm>
              <a:prstGeom prst="rect">
                <a:avLst/>
              </a:prstGeom>
              <a:blipFill>
                <a:blip r:embed="rId7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/>
              <p:nvPr/>
            </p:nvSpPr>
            <p:spPr>
              <a:xfrm>
                <a:off x="6797441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441" y="1434317"/>
                <a:ext cx="343043" cy="307777"/>
              </a:xfrm>
              <a:prstGeom prst="rect">
                <a:avLst/>
              </a:prstGeom>
              <a:blipFill>
                <a:blip r:embed="rId8"/>
                <a:stretch>
                  <a:fillRect l="-17857" r="-17857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/>
              <p:nvPr/>
            </p:nvSpPr>
            <p:spPr>
              <a:xfrm>
                <a:off x="7624267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267" y="1434317"/>
                <a:ext cx="343043" cy="307777"/>
              </a:xfrm>
              <a:prstGeom prst="rect">
                <a:avLst/>
              </a:prstGeom>
              <a:blipFill>
                <a:blip r:embed="rId9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28F8CA6-75B2-05A0-1EA3-DCCC0632BF41}"/>
              </a:ext>
            </a:extLst>
          </p:cNvPr>
          <p:cNvCxnSpPr>
            <a:cxnSpLocks/>
          </p:cNvCxnSpPr>
          <p:nvPr/>
        </p:nvCxnSpPr>
        <p:spPr>
          <a:xfrm>
            <a:off x="2018290" y="1572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/>
              <p:nvPr/>
            </p:nvSpPr>
            <p:spPr>
              <a:xfrm>
                <a:off x="3007816" y="1434317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816" y="1434317"/>
                <a:ext cx="200376" cy="307777"/>
              </a:xfrm>
              <a:prstGeom prst="rect">
                <a:avLst/>
              </a:prstGeom>
              <a:blipFill>
                <a:blip r:embed="rId10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3019187" y="761807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9D98D8D-4459-5C8C-165F-26A6EC38C04C}"/>
              </a:ext>
            </a:extLst>
          </p:cNvPr>
          <p:cNvGrpSpPr/>
          <p:nvPr/>
        </p:nvGrpSpPr>
        <p:grpSpPr>
          <a:xfrm>
            <a:off x="4540137" y="747527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EB98AC11-5086-3453-1905-07328B0EB77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03E502C-9161-C6F5-F1B7-26FA2B73D9B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D2CDD5C-482F-BEB5-6942-3330D205E685}"/>
              </a:ext>
            </a:extLst>
          </p:cNvPr>
          <p:cNvCxnSpPr>
            <a:cxnSpLocks/>
          </p:cNvCxnSpPr>
          <p:nvPr/>
        </p:nvCxnSpPr>
        <p:spPr>
          <a:xfrm>
            <a:off x="8431968" y="15724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03BACD4-4885-9F91-1EA9-A5D51ED1C18F}"/>
              </a:ext>
            </a:extLst>
          </p:cNvPr>
          <p:cNvCxnSpPr/>
          <p:nvPr/>
        </p:nvCxnSpPr>
        <p:spPr>
          <a:xfrm>
            <a:off x="9203818" y="15724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1995CD84-A00C-C150-993D-48A196CA4D0E}"/>
              </a:ext>
            </a:extLst>
          </p:cNvPr>
          <p:cNvCxnSpPr>
            <a:cxnSpLocks/>
          </p:cNvCxnSpPr>
          <p:nvPr/>
        </p:nvCxnSpPr>
        <p:spPr>
          <a:xfrm flipV="1">
            <a:off x="843484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7A7A1F3-247B-9044-7D71-A59DAFC77948}"/>
              </a:ext>
            </a:extLst>
          </p:cNvPr>
          <p:cNvCxnSpPr>
            <a:cxnSpLocks/>
          </p:cNvCxnSpPr>
          <p:nvPr/>
        </p:nvCxnSpPr>
        <p:spPr>
          <a:xfrm flipV="1">
            <a:off x="920595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/>
              <p:nvPr/>
            </p:nvSpPr>
            <p:spPr>
              <a:xfrm>
                <a:off x="8404863" y="1435663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863" y="1435663"/>
                <a:ext cx="343043" cy="307777"/>
              </a:xfrm>
              <a:prstGeom prst="rect">
                <a:avLst/>
              </a:prstGeom>
              <a:blipFill>
                <a:blip r:embed="rId11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/>
              <p:nvPr/>
            </p:nvSpPr>
            <p:spPr>
              <a:xfrm>
                <a:off x="9167839" y="1435663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839" y="1435663"/>
                <a:ext cx="343043" cy="307777"/>
              </a:xfrm>
              <a:prstGeom prst="rect">
                <a:avLst/>
              </a:prstGeom>
              <a:blipFill>
                <a:blip r:embed="rId12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8FB04C3-EC74-5EA2-C54F-70B063F7BC09}"/>
              </a:ext>
            </a:extLst>
          </p:cNvPr>
          <p:cNvCxnSpPr/>
          <p:nvPr/>
        </p:nvCxnSpPr>
        <p:spPr>
          <a:xfrm>
            <a:off x="9813744" y="166578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C9CA49-8AFA-4F0A-3AE4-F3F6C7A4C6B3}"/>
              </a:ext>
            </a:extLst>
          </p:cNvPr>
          <p:cNvSpPr txBox="1"/>
          <p:nvPr/>
        </p:nvSpPr>
        <p:spPr>
          <a:xfrm>
            <a:off x="2187514" y="314173"/>
            <a:ext cx="1176028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/>
              <a:t>Jobs </a:t>
            </a:r>
            <a:r>
              <a:rPr lang="en-US" sz="1500" b="1" dirty="0"/>
              <a:t>Release</a:t>
            </a:r>
            <a:r>
              <a:rPr lang="en-RU" sz="1500" b="1" dirty="0"/>
              <a:t>    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1D3CBEB-33D7-C0D1-998E-91E411543172}"/>
              </a:ext>
            </a:extLst>
          </p:cNvPr>
          <p:cNvCxnSpPr>
            <a:cxnSpLocks/>
          </p:cNvCxnSpPr>
          <p:nvPr/>
        </p:nvCxnSpPr>
        <p:spPr>
          <a:xfrm>
            <a:off x="9814277" y="14819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99FA927-C547-1E4D-975B-211E9E98AAE7}"/>
              </a:ext>
            </a:extLst>
          </p:cNvPr>
          <p:cNvCxnSpPr/>
          <p:nvPr/>
        </p:nvCxnSpPr>
        <p:spPr>
          <a:xfrm>
            <a:off x="10597279" y="14819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5988CBDD-D489-F03F-9F13-F115EECD08F7}"/>
              </a:ext>
            </a:extLst>
          </p:cNvPr>
          <p:cNvCxnSpPr>
            <a:cxnSpLocks/>
          </p:cNvCxnSpPr>
          <p:nvPr/>
        </p:nvCxnSpPr>
        <p:spPr>
          <a:xfrm>
            <a:off x="11369131" y="13886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/>
              <p:nvPr/>
            </p:nvSpPr>
            <p:spPr>
              <a:xfrm>
                <a:off x="11845466" y="1432157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5466" y="1432157"/>
                <a:ext cx="231602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/>
              <p:nvPr/>
            </p:nvSpPr>
            <p:spPr>
              <a:xfrm>
                <a:off x="9820013" y="143609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013" y="1436095"/>
                <a:ext cx="343043" cy="307777"/>
              </a:xfrm>
              <a:prstGeom prst="rect">
                <a:avLst/>
              </a:prstGeom>
              <a:blipFill>
                <a:blip r:embed="rId14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/>
              <p:nvPr/>
            </p:nvSpPr>
            <p:spPr>
              <a:xfrm>
                <a:off x="10544860" y="1408740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0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4860" y="1408740"/>
                <a:ext cx="485710" cy="307777"/>
              </a:xfrm>
              <a:prstGeom prst="rect">
                <a:avLst/>
              </a:prstGeom>
              <a:blipFill>
                <a:blip r:embed="rId15"/>
                <a:stretch>
                  <a:fillRect l="-12658" r="-1139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3021409" y="1053508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5F4EC246-A81B-802A-40DB-697FDE2FB95F}"/>
              </a:ext>
            </a:extLst>
          </p:cNvPr>
          <p:cNvCxnSpPr>
            <a:cxnSpLocks/>
          </p:cNvCxnSpPr>
          <p:nvPr/>
        </p:nvCxnSpPr>
        <p:spPr>
          <a:xfrm flipH="1" flipV="1">
            <a:off x="6887687" y="753730"/>
            <a:ext cx="1346" cy="281191"/>
          </a:xfrm>
          <a:prstGeom prst="line">
            <a:avLst/>
          </a:prstGeom>
          <a:ln w="38100">
            <a:solidFill>
              <a:schemeClr val="tx1"/>
            </a:solidFill>
            <a:headEnd type="none" w="med" len="sm"/>
            <a:tailEnd type="stealth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18FDBC5A-B7C8-4C99-F596-BCF931B026CB}"/>
              </a:ext>
            </a:extLst>
          </p:cNvPr>
          <p:cNvCxnSpPr>
            <a:cxnSpLocks/>
          </p:cNvCxnSpPr>
          <p:nvPr/>
        </p:nvCxnSpPr>
        <p:spPr>
          <a:xfrm flipH="1" flipV="1">
            <a:off x="4568649" y="1060385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C158414-06F3-5F74-8F8D-32251967E649}"/>
              </a:ext>
            </a:extLst>
          </p:cNvPr>
          <p:cNvCxnSpPr>
            <a:cxnSpLocks/>
          </p:cNvCxnSpPr>
          <p:nvPr/>
        </p:nvCxnSpPr>
        <p:spPr>
          <a:xfrm flipH="1" flipV="1">
            <a:off x="6109271" y="1056280"/>
            <a:ext cx="1346" cy="281191"/>
          </a:xfrm>
          <a:prstGeom prst="line">
            <a:avLst/>
          </a:prstGeom>
          <a:ln w="38100"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0CFD841A-E2FA-203A-5376-091431E1971C}"/>
              </a:ext>
            </a:extLst>
          </p:cNvPr>
          <p:cNvCxnSpPr>
            <a:cxnSpLocks/>
          </p:cNvCxnSpPr>
          <p:nvPr/>
        </p:nvCxnSpPr>
        <p:spPr>
          <a:xfrm flipH="1" flipV="1">
            <a:off x="7653350" y="1068114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08D78A1B-E818-252F-2C77-CF994135FA77}"/>
              </a:ext>
            </a:extLst>
          </p:cNvPr>
          <p:cNvCxnSpPr>
            <a:cxnSpLocks/>
          </p:cNvCxnSpPr>
          <p:nvPr/>
        </p:nvCxnSpPr>
        <p:spPr>
          <a:xfrm flipH="1" flipV="1">
            <a:off x="9205124" y="1064009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Freeform 336">
            <a:extLst>
              <a:ext uri="{FF2B5EF4-FFF2-40B4-BE49-F238E27FC236}">
                <a16:creationId xmlns:a16="http://schemas.microsoft.com/office/drawing/2014/main" id="{569C3B7C-A82E-BFF4-AA48-43E63D97D86F}"/>
              </a:ext>
            </a:extLst>
          </p:cNvPr>
          <p:cNvSpPr/>
          <p:nvPr/>
        </p:nvSpPr>
        <p:spPr>
          <a:xfrm>
            <a:off x="2755988" y="691762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9525">
            <a:solidFill>
              <a:srgbClr val="C0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F9EEC0D3-59B0-89A5-92DF-3DE3163A6154}"/>
              </a:ext>
            </a:extLst>
          </p:cNvPr>
          <p:cNvCxnSpPr>
            <a:cxnSpLocks/>
          </p:cNvCxnSpPr>
          <p:nvPr/>
        </p:nvCxnSpPr>
        <p:spPr>
          <a:xfrm>
            <a:off x="193964" y="3722311"/>
            <a:ext cx="11175167" cy="4551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577">
            <a:extLst>
              <a:ext uri="{FF2B5EF4-FFF2-40B4-BE49-F238E27FC236}">
                <a16:creationId xmlns:a16="http://schemas.microsoft.com/office/drawing/2014/main" id="{EBFB2617-5E02-E270-ED62-E617FDC100B1}"/>
              </a:ext>
            </a:extLst>
          </p:cNvPr>
          <p:cNvCxnSpPr>
            <a:cxnSpLocks/>
            <a:endCxn id="607" idx="2"/>
          </p:cNvCxnSpPr>
          <p:nvPr/>
        </p:nvCxnSpPr>
        <p:spPr>
          <a:xfrm flipH="1">
            <a:off x="3019187" y="2244965"/>
            <a:ext cx="1393" cy="1571411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Connector 579">
            <a:extLst>
              <a:ext uri="{FF2B5EF4-FFF2-40B4-BE49-F238E27FC236}">
                <a16:creationId xmlns:a16="http://schemas.microsoft.com/office/drawing/2014/main" id="{6D2AB69C-C593-ABE3-6B63-4985318AC488}"/>
              </a:ext>
            </a:extLst>
          </p:cNvPr>
          <p:cNvCxnSpPr>
            <a:cxnSpLocks/>
          </p:cNvCxnSpPr>
          <p:nvPr/>
        </p:nvCxnSpPr>
        <p:spPr>
          <a:xfrm>
            <a:off x="2040619" y="25415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B41EF9A9-6CF5-A506-1DFD-3C3C25C1A2C5}"/>
              </a:ext>
            </a:extLst>
          </p:cNvPr>
          <p:cNvCxnSpPr>
            <a:cxnSpLocks/>
          </p:cNvCxnSpPr>
          <p:nvPr/>
        </p:nvCxnSpPr>
        <p:spPr>
          <a:xfrm>
            <a:off x="180109" y="2837041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6E2F6E19-B8C2-C905-B6FC-1A53C581617A}"/>
              </a:ext>
            </a:extLst>
          </p:cNvPr>
          <p:cNvCxnSpPr>
            <a:cxnSpLocks/>
          </p:cNvCxnSpPr>
          <p:nvPr/>
        </p:nvCxnSpPr>
        <p:spPr>
          <a:xfrm>
            <a:off x="166255" y="3130115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5FD68F11-2D83-2828-AF61-EF670331ED2A}"/>
              </a:ext>
            </a:extLst>
          </p:cNvPr>
          <p:cNvCxnSpPr>
            <a:cxnSpLocks/>
          </p:cNvCxnSpPr>
          <p:nvPr/>
        </p:nvCxnSpPr>
        <p:spPr>
          <a:xfrm>
            <a:off x="207818" y="3433239"/>
            <a:ext cx="11225923" cy="6417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7A165026-D3C0-2909-0CA6-28A44F22FB97}"/>
              </a:ext>
            </a:extLst>
          </p:cNvPr>
          <p:cNvCxnSpPr>
            <a:cxnSpLocks/>
          </p:cNvCxnSpPr>
          <p:nvPr/>
        </p:nvCxnSpPr>
        <p:spPr>
          <a:xfrm flipH="1">
            <a:off x="2364751" y="2251066"/>
            <a:ext cx="13731" cy="1516755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88EF67AF-125A-83C3-492F-F699005E4614}"/>
              </a:ext>
            </a:extLst>
          </p:cNvPr>
          <p:cNvCxnSpPr>
            <a:cxnSpLocks/>
          </p:cNvCxnSpPr>
          <p:nvPr/>
        </p:nvCxnSpPr>
        <p:spPr>
          <a:xfrm>
            <a:off x="3800863" y="2251065"/>
            <a:ext cx="0" cy="1471246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42DBEB0D-08B8-01B3-6D9D-CDD2A4DD576E}"/>
              </a:ext>
            </a:extLst>
          </p:cNvPr>
          <p:cNvCxnSpPr>
            <a:cxnSpLocks/>
            <a:endCxn id="296" idx="3"/>
          </p:cNvCxnSpPr>
          <p:nvPr/>
        </p:nvCxnSpPr>
        <p:spPr>
          <a:xfrm flipH="1">
            <a:off x="4563831" y="2251065"/>
            <a:ext cx="6009" cy="102882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2644D783-ED6A-F889-4939-DCCA14BA07F7}"/>
              </a:ext>
            </a:extLst>
          </p:cNvPr>
          <p:cNvCxnSpPr>
            <a:cxnSpLocks/>
          </p:cNvCxnSpPr>
          <p:nvPr/>
        </p:nvCxnSpPr>
        <p:spPr>
          <a:xfrm>
            <a:off x="5354840" y="2251065"/>
            <a:ext cx="0" cy="140653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A0CEA8E7-6C5D-1609-3F97-0F4C9FFFA22F}"/>
              </a:ext>
            </a:extLst>
          </p:cNvPr>
          <p:cNvCxnSpPr>
            <a:cxnSpLocks/>
          </p:cNvCxnSpPr>
          <p:nvPr/>
        </p:nvCxnSpPr>
        <p:spPr>
          <a:xfrm>
            <a:off x="6107604" y="2251065"/>
            <a:ext cx="0" cy="140653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A2D2F7D3-FF0F-00DD-EBAD-A97C1E806E9D}"/>
              </a:ext>
            </a:extLst>
          </p:cNvPr>
          <p:cNvCxnSpPr>
            <a:cxnSpLocks/>
          </p:cNvCxnSpPr>
          <p:nvPr/>
        </p:nvCxnSpPr>
        <p:spPr>
          <a:xfrm>
            <a:off x="6888266" y="2251065"/>
            <a:ext cx="0" cy="1188591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00D75D8F-BBFC-D6D2-F09F-69F2812915C4}"/>
              </a:ext>
            </a:extLst>
          </p:cNvPr>
          <p:cNvCxnSpPr>
            <a:cxnSpLocks/>
          </p:cNvCxnSpPr>
          <p:nvPr/>
        </p:nvCxnSpPr>
        <p:spPr>
          <a:xfrm>
            <a:off x="7660116" y="2251066"/>
            <a:ext cx="0" cy="118859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59C31E1E-41ED-2029-1B7C-61F92EDAA59D}"/>
              </a:ext>
            </a:extLst>
          </p:cNvPr>
          <p:cNvCxnSpPr/>
          <p:nvPr/>
        </p:nvCxnSpPr>
        <p:spPr>
          <a:xfrm flipV="1">
            <a:off x="3802319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CAAB618F-EE4D-E7B6-E380-98CE6E269B2B}"/>
              </a:ext>
            </a:extLst>
          </p:cNvPr>
          <p:cNvCxnSpPr>
            <a:cxnSpLocks/>
          </p:cNvCxnSpPr>
          <p:nvPr/>
        </p:nvCxnSpPr>
        <p:spPr>
          <a:xfrm flipV="1">
            <a:off x="5350381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66D2AC5E-39C4-7D88-3DD1-A4E54DE9E2B3}"/>
              </a:ext>
            </a:extLst>
          </p:cNvPr>
          <p:cNvCxnSpPr>
            <a:cxnSpLocks/>
          </p:cNvCxnSpPr>
          <p:nvPr/>
        </p:nvCxnSpPr>
        <p:spPr>
          <a:xfrm flipV="1">
            <a:off x="4575850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FBACDEB0-9F48-8176-AE77-A96E218C9D98}"/>
              </a:ext>
            </a:extLst>
          </p:cNvPr>
          <p:cNvCxnSpPr>
            <a:cxnSpLocks/>
          </p:cNvCxnSpPr>
          <p:nvPr/>
        </p:nvCxnSpPr>
        <p:spPr>
          <a:xfrm flipV="1">
            <a:off x="6121769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ADA03DE8-7CFB-AA21-4B67-175C588F1B02}"/>
              </a:ext>
            </a:extLst>
          </p:cNvPr>
          <p:cNvCxnSpPr>
            <a:cxnSpLocks/>
          </p:cNvCxnSpPr>
          <p:nvPr/>
        </p:nvCxnSpPr>
        <p:spPr>
          <a:xfrm flipV="1">
            <a:off x="6891276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DE97D22D-9A2F-FE93-F40D-B45A71E2800A}"/>
              </a:ext>
            </a:extLst>
          </p:cNvPr>
          <p:cNvCxnSpPr>
            <a:cxnSpLocks/>
          </p:cNvCxnSpPr>
          <p:nvPr/>
        </p:nvCxnSpPr>
        <p:spPr>
          <a:xfrm flipV="1">
            <a:off x="7662386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/>
              <p:nvPr/>
            </p:nvSpPr>
            <p:spPr>
              <a:xfrm>
                <a:off x="673512" y="2838790"/>
                <a:ext cx="1655390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LIDAR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12" y="2838790"/>
                <a:ext cx="1655390" cy="257186"/>
              </a:xfrm>
              <a:prstGeom prst="rect">
                <a:avLst/>
              </a:prstGeom>
              <a:blipFill>
                <a:blip r:embed="rId17"/>
                <a:stretch>
                  <a:fillRect l="-1103" b="-26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/>
              <p:nvPr/>
            </p:nvSpPr>
            <p:spPr>
              <a:xfrm>
                <a:off x="835713" y="3142224"/>
                <a:ext cx="1451808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IMU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10,2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13" y="3142224"/>
                <a:ext cx="1451808" cy="257186"/>
              </a:xfrm>
              <a:prstGeom prst="rect">
                <a:avLst/>
              </a:prstGeom>
              <a:blipFill>
                <a:blip r:embed="rId18"/>
                <a:stretch>
                  <a:fillRect l="-1261" b="-25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/>
              <p:nvPr/>
            </p:nvSpPr>
            <p:spPr>
              <a:xfrm>
                <a:off x="3681245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245" y="3508599"/>
                <a:ext cx="343043" cy="307777"/>
              </a:xfrm>
              <a:prstGeom prst="rect">
                <a:avLst/>
              </a:prstGeom>
              <a:blipFill>
                <a:blip r:embed="rId19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/>
              <p:nvPr/>
            </p:nvSpPr>
            <p:spPr>
              <a:xfrm>
                <a:off x="4455165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5" y="3508599"/>
                <a:ext cx="343043" cy="307777"/>
              </a:xfrm>
              <a:prstGeom prst="rect">
                <a:avLst/>
              </a:prstGeom>
              <a:blipFill>
                <a:blip r:embed="rId20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/>
              <p:nvPr/>
            </p:nvSpPr>
            <p:spPr>
              <a:xfrm>
                <a:off x="5216521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521" y="3508599"/>
                <a:ext cx="343043" cy="307777"/>
              </a:xfrm>
              <a:prstGeom prst="rect">
                <a:avLst/>
              </a:prstGeom>
              <a:blipFill>
                <a:blip r:embed="rId21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/>
              <p:nvPr/>
            </p:nvSpPr>
            <p:spPr>
              <a:xfrm>
                <a:off x="5999809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809" y="3508599"/>
                <a:ext cx="343043" cy="307777"/>
              </a:xfrm>
              <a:prstGeom prst="rect">
                <a:avLst/>
              </a:prstGeom>
              <a:blipFill>
                <a:blip r:embed="rId22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/>
              <p:nvPr/>
            </p:nvSpPr>
            <p:spPr>
              <a:xfrm>
                <a:off x="6858076" y="349759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76" y="3497595"/>
                <a:ext cx="343043" cy="307777"/>
              </a:xfrm>
              <a:prstGeom prst="rect">
                <a:avLst/>
              </a:prstGeom>
              <a:blipFill>
                <a:blip r:embed="rId23"/>
                <a:stretch>
                  <a:fillRect l="-17857" r="-17857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/>
              <p:nvPr/>
            </p:nvSpPr>
            <p:spPr>
              <a:xfrm>
                <a:off x="7535450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450" y="3508599"/>
                <a:ext cx="343043" cy="307777"/>
              </a:xfrm>
              <a:prstGeom prst="rect">
                <a:avLst/>
              </a:prstGeom>
              <a:blipFill>
                <a:blip r:embed="rId24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FA63E957-FD30-5964-4068-9F468D6C450D}"/>
              </a:ext>
            </a:extLst>
          </p:cNvPr>
          <p:cNvCxnSpPr>
            <a:cxnSpLocks/>
          </p:cNvCxnSpPr>
          <p:nvPr/>
        </p:nvCxnSpPr>
        <p:spPr>
          <a:xfrm>
            <a:off x="2018290" y="2241735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/>
              <p:nvPr/>
            </p:nvSpPr>
            <p:spPr>
              <a:xfrm>
                <a:off x="2918999" y="3508599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999" y="3508599"/>
                <a:ext cx="200376" cy="307777"/>
              </a:xfrm>
              <a:prstGeom prst="rect">
                <a:avLst/>
              </a:prstGeom>
              <a:blipFill>
                <a:blip r:embed="rId25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0" name="Group 609">
            <a:extLst>
              <a:ext uri="{FF2B5EF4-FFF2-40B4-BE49-F238E27FC236}">
                <a16:creationId xmlns:a16="http://schemas.microsoft.com/office/drawing/2014/main" id="{50F3D87A-9E49-4EBE-C3A0-B99369A50C8E}"/>
              </a:ext>
            </a:extLst>
          </p:cNvPr>
          <p:cNvGrpSpPr/>
          <p:nvPr/>
        </p:nvGrpSpPr>
        <p:grpSpPr>
          <a:xfrm>
            <a:off x="4540137" y="2832015"/>
            <a:ext cx="45719" cy="296189"/>
            <a:chOff x="3509152" y="253612"/>
            <a:chExt cx="45719" cy="296189"/>
          </a:xfrm>
        </p:grpSpPr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424EF7F4-FD3C-EE2D-9BF3-4358F2F14471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09B4BC6C-3E2C-7B0E-98D1-696AA3A848E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7C3A79DB-D818-762B-A64E-892F1C294C91}"/>
              </a:ext>
            </a:extLst>
          </p:cNvPr>
          <p:cNvCxnSpPr>
            <a:cxnSpLocks/>
          </p:cNvCxnSpPr>
          <p:nvPr/>
        </p:nvCxnSpPr>
        <p:spPr>
          <a:xfrm>
            <a:off x="8431968" y="2241734"/>
            <a:ext cx="0" cy="118302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56EB2A09-1FB8-545F-8E3E-D6DB77C6AEFF}"/>
              </a:ext>
            </a:extLst>
          </p:cNvPr>
          <p:cNvCxnSpPr>
            <a:cxnSpLocks/>
          </p:cNvCxnSpPr>
          <p:nvPr/>
        </p:nvCxnSpPr>
        <p:spPr>
          <a:xfrm>
            <a:off x="9203818" y="2241735"/>
            <a:ext cx="0" cy="141586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3B835F54-5561-203A-0BE2-FEAE5DB9379E}"/>
              </a:ext>
            </a:extLst>
          </p:cNvPr>
          <p:cNvCxnSpPr>
            <a:cxnSpLocks/>
          </p:cNvCxnSpPr>
          <p:nvPr/>
        </p:nvCxnSpPr>
        <p:spPr>
          <a:xfrm flipV="1">
            <a:off x="8434848" y="37284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8B11326A-A5D6-6AEF-80C0-B29B830C2941}"/>
              </a:ext>
            </a:extLst>
          </p:cNvPr>
          <p:cNvCxnSpPr>
            <a:cxnSpLocks/>
          </p:cNvCxnSpPr>
          <p:nvPr/>
        </p:nvCxnSpPr>
        <p:spPr>
          <a:xfrm flipV="1">
            <a:off x="9205958" y="37284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/>
              <p:nvPr/>
            </p:nvSpPr>
            <p:spPr>
              <a:xfrm>
                <a:off x="8316046" y="350994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046" y="3509945"/>
                <a:ext cx="343043" cy="307777"/>
              </a:xfrm>
              <a:prstGeom prst="rect">
                <a:avLst/>
              </a:prstGeom>
              <a:blipFill>
                <a:blip r:embed="rId26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/>
              <p:nvPr/>
            </p:nvSpPr>
            <p:spPr>
              <a:xfrm>
                <a:off x="9079022" y="350994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022" y="3509945"/>
                <a:ext cx="343043" cy="307777"/>
              </a:xfrm>
              <a:prstGeom prst="rect">
                <a:avLst/>
              </a:prstGeom>
              <a:blipFill>
                <a:blip r:embed="rId27"/>
                <a:stretch>
                  <a:fillRect l="-15789" r="-15789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7" name="Straight Arrow Connector 616">
            <a:extLst>
              <a:ext uri="{FF2B5EF4-FFF2-40B4-BE49-F238E27FC236}">
                <a16:creationId xmlns:a16="http://schemas.microsoft.com/office/drawing/2014/main" id="{C9462C9F-DDE2-C2EB-45BE-98CF04EB9828}"/>
              </a:ext>
            </a:extLst>
          </p:cNvPr>
          <p:cNvCxnSpPr>
            <a:cxnSpLocks/>
          </p:cNvCxnSpPr>
          <p:nvPr/>
        </p:nvCxnSpPr>
        <p:spPr>
          <a:xfrm>
            <a:off x="2982176" y="3436042"/>
            <a:ext cx="8979091" cy="4756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TextBox 618">
            <a:extLst>
              <a:ext uri="{FF2B5EF4-FFF2-40B4-BE49-F238E27FC236}">
                <a16:creationId xmlns:a16="http://schemas.microsoft.com/office/drawing/2014/main" id="{3737D566-4052-769C-D61E-D4C7A0C24DCB}"/>
              </a:ext>
            </a:extLst>
          </p:cNvPr>
          <p:cNvSpPr txBox="1"/>
          <p:nvPr/>
        </p:nvSpPr>
        <p:spPr>
          <a:xfrm>
            <a:off x="2187514" y="2481786"/>
            <a:ext cx="2135585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500" b="1" dirty="0"/>
              <a:t>Release Handling Scenario</a:t>
            </a:r>
            <a:endParaRPr lang="en-RU" sz="1500" b="1" dirty="0"/>
          </a:p>
        </p:txBody>
      </p: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F14D5B1B-B15A-99A3-3B90-5363A6EEF663}"/>
              </a:ext>
            </a:extLst>
          </p:cNvPr>
          <p:cNvCxnSpPr>
            <a:cxnSpLocks/>
          </p:cNvCxnSpPr>
          <p:nvPr/>
        </p:nvCxnSpPr>
        <p:spPr>
          <a:xfrm>
            <a:off x="9814277" y="2232685"/>
            <a:ext cx="0" cy="1192076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3F919D09-1BAC-3C93-03C4-CD47F2358769}"/>
              </a:ext>
            </a:extLst>
          </p:cNvPr>
          <p:cNvCxnSpPr>
            <a:cxnSpLocks/>
            <a:endCxn id="625" idx="1"/>
          </p:cNvCxnSpPr>
          <p:nvPr/>
        </p:nvCxnSpPr>
        <p:spPr>
          <a:xfrm>
            <a:off x="10597279" y="2232686"/>
            <a:ext cx="0" cy="1428618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4D3C4371-D1E7-F652-4EB4-62D016553E25}"/>
              </a:ext>
            </a:extLst>
          </p:cNvPr>
          <p:cNvCxnSpPr>
            <a:cxnSpLocks/>
          </p:cNvCxnSpPr>
          <p:nvPr/>
        </p:nvCxnSpPr>
        <p:spPr>
          <a:xfrm>
            <a:off x="11369131" y="2223354"/>
            <a:ext cx="0" cy="154446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/>
              <p:nvPr/>
            </p:nvSpPr>
            <p:spPr>
              <a:xfrm>
                <a:off x="11766434" y="3552377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6434" y="3552377"/>
                <a:ext cx="231602" cy="43088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/>
              <p:nvPr/>
            </p:nvSpPr>
            <p:spPr>
              <a:xfrm>
                <a:off x="9731196" y="351037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196" y="3510377"/>
                <a:ext cx="343043" cy="307777"/>
              </a:xfrm>
              <a:prstGeom prst="rect">
                <a:avLst/>
              </a:prstGeom>
              <a:blipFill>
                <a:blip r:embed="rId29"/>
                <a:stretch>
                  <a:fillRect l="-15789" r="-15789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/>
              <p:nvPr/>
            </p:nvSpPr>
            <p:spPr>
              <a:xfrm>
                <a:off x="10597279" y="3507415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0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279" y="3507415"/>
                <a:ext cx="485710" cy="307777"/>
              </a:xfrm>
              <a:prstGeom prst="rect">
                <a:avLst/>
              </a:prstGeom>
              <a:blipFill>
                <a:blip r:embed="rId30"/>
                <a:stretch>
                  <a:fillRect l="-11250" r="-1125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1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2755988" y="2776250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9525">
            <a:solidFill>
              <a:srgbClr val="C0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/>
              <p:nvPr/>
            </p:nvSpPr>
            <p:spPr>
              <a:xfrm>
                <a:off x="3044817" y="755072"/>
                <a:ext cx="171457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817" y="755072"/>
                <a:ext cx="171457" cy="155299"/>
              </a:xfrm>
              <a:prstGeom prst="rect">
                <a:avLst/>
              </a:prstGeom>
              <a:blipFill>
                <a:blip r:embed="rId31"/>
                <a:stretch>
                  <a:fillRect l="-17241" t="-4000" r="-344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/>
              <p:nvPr/>
            </p:nvSpPr>
            <p:spPr>
              <a:xfrm>
                <a:off x="3049441" y="1050636"/>
                <a:ext cx="171457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441" y="1050636"/>
                <a:ext cx="171457" cy="155620"/>
              </a:xfrm>
              <a:prstGeom prst="rect">
                <a:avLst/>
              </a:prstGeom>
              <a:blipFill>
                <a:blip r:embed="rId32"/>
                <a:stretch>
                  <a:fillRect l="-17857" r="-714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/>
              <p:nvPr/>
            </p:nvSpPr>
            <p:spPr>
              <a:xfrm>
                <a:off x="4600436" y="1046340"/>
                <a:ext cx="174215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436" y="1046340"/>
                <a:ext cx="174215" cy="155940"/>
              </a:xfrm>
              <a:prstGeom prst="rect">
                <a:avLst/>
              </a:prstGeom>
              <a:blipFill>
                <a:blip r:embed="rId33"/>
                <a:stretch>
                  <a:fillRect l="-21429" t="-4000" r="-714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1" name="TextBox 770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4732176" y="3225228"/>
                <a:ext cx="171457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71" name="TextBox 770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176" y="3225228"/>
                <a:ext cx="171457" cy="155620"/>
              </a:xfrm>
              <a:prstGeom prst="rect">
                <a:avLst/>
              </a:prstGeom>
              <a:blipFill>
                <a:blip r:embed="rId34"/>
                <a:stretch>
                  <a:fillRect l="-17857" t="-3846" r="-714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6938038" y="752232"/>
                <a:ext cx="174214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38" y="752232"/>
                <a:ext cx="174214" cy="155620"/>
              </a:xfrm>
              <a:prstGeom prst="rect">
                <a:avLst/>
              </a:prstGeom>
              <a:blipFill>
                <a:blip r:embed="rId35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6152717" y="1050435"/>
                <a:ext cx="174214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717" y="1050435"/>
                <a:ext cx="174214" cy="156710"/>
              </a:xfrm>
              <a:prstGeom prst="rect">
                <a:avLst/>
              </a:prstGeom>
              <a:blipFill>
                <a:blip r:embed="rId36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7713348" y="1055526"/>
                <a:ext cx="174214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348" y="1055526"/>
                <a:ext cx="174214" cy="155299"/>
              </a:xfrm>
              <a:prstGeom prst="rect">
                <a:avLst/>
              </a:prstGeom>
              <a:blipFill>
                <a:blip r:embed="rId37"/>
                <a:stretch>
                  <a:fillRect l="-17241" t="-3846" r="-3448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9261144" y="1052044"/>
                <a:ext cx="174214" cy="159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144" y="1052044"/>
                <a:ext cx="174214" cy="159083"/>
              </a:xfrm>
              <a:prstGeom prst="rect">
                <a:avLst/>
              </a:prstGeom>
              <a:blipFill>
                <a:blip r:embed="rId38"/>
                <a:stretch>
                  <a:fillRect l="-17241" t="-3846" r="-6897" b="-192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10662488" y="1056656"/>
                <a:ext cx="174214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2488" y="1056656"/>
                <a:ext cx="174214" cy="156902"/>
              </a:xfrm>
              <a:prstGeom prst="rect">
                <a:avLst/>
              </a:prstGeom>
              <a:blipFill>
                <a:blip r:embed="rId39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10641799" y="752342"/>
                <a:ext cx="174214" cy="156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1799" y="752342"/>
                <a:ext cx="174214" cy="156389"/>
              </a:xfrm>
              <a:prstGeom prst="rect">
                <a:avLst/>
              </a:prstGeom>
              <a:blipFill>
                <a:blip r:embed="rId40"/>
                <a:stretch>
                  <a:fillRect l="-21429" r="-714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4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10602074" y="740228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10604296" y="1031929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020657" y="2840701"/>
            <a:ext cx="155973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A0521393-9D79-F813-1B0C-93C7ABD86E9C}"/>
                  </a:ext>
                </a:extLst>
              </p:cNvPr>
              <p:cNvSpPr txBox="1"/>
              <p:nvPr/>
            </p:nvSpPr>
            <p:spPr>
              <a:xfrm>
                <a:off x="3731348" y="2926261"/>
                <a:ext cx="171457" cy="1552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A0521393-9D79-F813-1B0C-93C7ABD86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348" y="2926261"/>
                <a:ext cx="171457" cy="155299"/>
              </a:xfrm>
              <a:prstGeom prst="rect">
                <a:avLst/>
              </a:prstGeom>
              <a:blipFill>
                <a:blip r:embed="rId41"/>
                <a:stretch>
                  <a:fillRect l="-17857" t="-3846" r="-714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616">
            <a:extLst>
              <a:ext uri="{FF2B5EF4-FFF2-40B4-BE49-F238E27FC236}">
                <a16:creationId xmlns:a16="http://schemas.microsoft.com/office/drawing/2014/main" id="{04CFE8CC-9303-7F73-2161-8DC213D53132}"/>
              </a:ext>
            </a:extLst>
          </p:cNvPr>
          <p:cNvCxnSpPr>
            <a:cxnSpLocks/>
          </p:cNvCxnSpPr>
          <p:nvPr/>
        </p:nvCxnSpPr>
        <p:spPr>
          <a:xfrm>
            <a:off x="3019187" y="1348081"/>
            <a:ext cx="8979091" cy="4756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769">
            <a:extLst>
              <a:ext uri="{FF2B5EF4-FFF2-40B4-BE49-F238E27FC236}">
                <a16:creationId xmlns:a16="http://schemas.microsoft.com/office/drawing/2014/main" id="{14F89469-E199-A4C0-9565-24AF9DECE65D}"/>
              </a:ext>
            </a:extLst>
          </p:cNvPr>
          <p:cNvSpPr/>
          <p:nvPr/>
        </p:nvSpPr>
        <p:spPr>
          <a:xfrm flipH="1">
            <a:off x="5353307" y="3147036"/>
            <a:ext cx="45031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47CDD2-6E3E-2DE8-272B-5806E0098160}"/>
                  </a:ext>
                </a:extLst>
              </p:cNvPr>
              <p:cNvSpPr txBox="1"/>
              <p:nvPr/>
            </p:nvSpPr>
            <p:spPr>
              <a:xfrm>
                <a:off x="5517383" y="3225228"/>
                <a:ext cx="174214" cy="1552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47CDD2-6E3E-2DE8-272B-5806E0098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383" y="3225228"/>
                <a:ext cx="174214" cy="155299"/>
              </a:xfrm>
              <a:prstGeom prst="rect">
                <a:avLst/>
              </a:prstGeom>
              <a:blipFill>
                <a:blip r:embed="rId46"/>
                <a:stretch>
                  <a:fillRect l="-17241" t="-3846" r="-344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769">
            <a:extLst>
              <a:ext uri="{FF2B5EF4-FFF2-40B4-BE49-F238E27FC236}">
                <a16:creationId xmlns:a16="http://schemas.microsoft.com/office/drawing/2014/main" id="{028ED6D7-12EC-A8B2-4AFB-5FCD90F1884C}"/>
              </a:ext>
            </a:extLst>
          </p:cNvPr>
          <p:cNvSpPr/>
          <p:nvPr/>
        </p:nvSpPr>
        <p:spPr>
          <a:xfrm flipH="1">
            <a:off x="6088626" y="3143184"/>
            <a:ext cx="45031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0BA50FA-9B5E-3A60-919A-E3933B40955B}"/>
                  </a:ext>
                </a:extLst>
              </p:cNvPr>
              <p:cNvSpPr txBox="1"/>
              <p:nvPr/>
            </p:nvSpPr>
            <p:spPr>
              <a:xfrm>
                <a:off x="6250134" y="3193794"/>
                <a:ext cx="174214" cy="1590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0BA50FA-9B5E-3A60-919A-E3933B409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134" y="3193794"/>
                <a:ext cx="174214" cy="159083"/>
              </a:xfrm>
              <a:prstGeom prst="rect">
                <a:avLst/>
              </a:prstGeom>
              <a:blipFill>
                <a:blip r:embed="rId47"/>
                <a:stretch>
                  <a:fillRect l="-17241" t="-3846" r="-6897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575">
            <a:extLst>
              <a:ext uri="{FF2B5EF4-FFF2-40B4-BE49-F238E27FC236}">
                <a16:creationId xmlns:a16="http://schemas.microsoft.com/office/drawing/2014/main" id="{441C6CA7-7709-DB38-BB54-34093F841868}"/>
              </a:ext>
            </a:extLst>
          </p:cNvPr>
          <p:cNvSpPr/>
          <p:nvPr/>
        </p:nvSpPr>
        <p:spPr>
          <a:xfrm flipH="1">
            <a:off x="6889062" y="2832029"/>
            <a:ext cx="155973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38DE4B-A40F-A4F0-6365-6FAFEAE344A5}"/>
                  </a:ext>
                </a:extLst>
              </p:cNvPr>
              <p:cNvSpPr txBox="1"/>
              <p:nvPr/>
            </p:nvSpPr>
            <p:spPr>
              <a:xfrm>
                <a:off x="7583199" y="2913560"/>
                <a:ext cx="174214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38DE4B-A40F-A4F0-6365-6FAFEAE34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199" y="2913560"/>
                <a:ext cx="174214" cy="155620"/>
              </a:xfrm>
              <a:prstGeom prst="rect">
                <a:avLst/>
              </a:prstGeom>
              <a:blipFill>
                <a:blip r:embed="rId48"/>
                <a:stretch>
                  <a:fillRect l="-20690" t="-4000" r="-344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769">
            <a:extLst>
              <a:ext uri="{FF2B5EF4-FFF2-40B4-BE49-F238E27FC236}">
                <a16:creationId xmlns:a16="http://schemas.microsoft.com/office/drawing/2014/main" id="{B622B58D-25F4-DDEE-3F7C-0E4C280CC88A}"/>
              </a:ext>
            </a:extLst>
          </p:cNvPr>
          <p:cNvSpPr/>
          <p:nvPr/>
        </p:nvSpPr>
        <p:spPr>
          <a:xfrm flipH="1">
            <a:off x="8412880" y="3150721"/>
            <a:ext cx="45031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E063215-78B6-9069-2C25-2E0AC51F9BA6}"/>
                  </a:ext>
                </a:extLst>
              </p:cNvPr>
              <p:cNvSpPr txBox="1"/>
              <p:nvPr/>
            </p:nvSpPr>
            <p:spPr>
              <a:xfrm>
                <a:off x="8562716" y="3205872"/>
                <a:ext cx="174214" cy="15690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E063215-78B6-9069-2C25-2E0AC51F9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2716" y="3205872"/>
                <a:ext cx="174214" cy="156902"/>
              </a:xfrm>
              <a:prstGeom prst="rect">
                <a:avLst/>
              </a:prstGeom>
              <a:blipFill>
                <a:blip r:embed="rId49"/>
                <a:stretch>
                  <a:fillRect l="-21429" t="-3846" r="-714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769">
            <a:extLst>
              <a:ext uri="{FF2B5EF4-FFF2-40B4-BE49-F238E27FC236}">
                <a16:creationId xmlns:a16="http://schemas.microsoft.com/office/drawing/2014/main" id="{393F0CB2-05AB-764D-6AAB-1C3F1C020C7C}"/>
              </a:ext>
            </a:extLst>
          </p:cNvPr>
          <p:cNvSpPr/>
          <p:nvPr/>
        </p:nvSpPr>
        <p:spPr>
          <a:xfrm flipH="1">
            <a:off x="9203818" y="3135230"/>
            <a:ext cx="38860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82D290A-F746-52B5-4C0F-E6A77EC033F5}"/>
                  </a:ext>
                </a:extLst>
              </p:cNvPr>
              <p:cNvSpPr txBox="1"/>
              <p:nvPr/>
            </p:nvSpPr>
            <p:spPr>
              <a:xfrm>
                <a:off x="9340410" y="3224680"/>
                <a:ext cx="171009" cy="15677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82D290A-F746-52B5-4C0F-E6A77EC03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410" y="3224680"/>
                <a:ext cx="171009" cy="156774"/>
              </a:xfrm>
              <a:prstGeom prst="rect">
                <a:avLst/>
              </a:prstGeom>
              <a:blipFill>
                <a:blip r:embed="rId50"/>
                <a:stretch>
                  <a:fillRect l="-17857" t="-3846" r="-3571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769">
            <a:extLst>
              <a:ext uri="{FF2B5EF4-FFF2-40B4-BE49-F238E27FC236}">
                <a16:creationId xmlns:a16="http://schemas.microsoft.com/office/drawing/2014/main" id="{D83D863D-1F20-4F7B-28E4-11BB0C116872}"/>
              </a:ext>
            </a:extLst>
          </p:cNvPr>
          <p:cNvSpPr/>
          <p:nvPr/>
        </p:nvSpPr>
        <p:spPr>
          <a:xfrm flipH="1">
            <a:off x="9813518" y="3140010"/>
            <a:ext cx="42109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E089680-4B4F-62A4-5254-FC7CB6E4F094}"/>
                  </a:ext>
                </a:extLst>
              </p:cNvPr>
              <p:cNvSpPr txBox="1"/>
              <p:nvPr/>
            </p:nvSpPr>
            <p:spPr>
              <a:xfrm>
                <a:off x="9965392" y="3224651"/>
                <a:ext cx="225959" cy="15690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E089680-4B4F-62A4-5254-FC7CB6E4F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392" y="3224651"/>
                <a:ext cx="225959" cy="156902"/>
              </a:xfrm>
              <a:prstGeom prst="rect">
                <a:avLst/>
              </a:prstGeom>
              <a:blipFill>
                <a:blip r:embed="rId51"/>
                <a:stretch>
                  <a:fillRect l="-16216" t="-3846" r="-5405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575">
            <a:extLst>
              <a:ext uri="{FF2B5EF4-FFF2-40B4-BE49-F238E27FC236}">
                <a16:creationId xmlns:a16="http://schemas.microsoft.com/office/drawing/2014/main" id="{EF05F576-2D8E-62BD-EE81-EA32F6A2ACD9}"/>
              </a:ext>
            </a:extLst>
          </p:cNvPr>
          <p:cNvSpPr/>
          <p:nvPr/>
        </p:nvSpPr>
        <p:spPr>
          <a:xfrm flipH="1">
            <a:off x="10597279" y="2836968"/>
            <a:ext cx="155973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DF61AD4-03B3-3493-DB49-4FE18D3905F8}"/>
                  </a:ext>
                </a:extLst>
              </p:cNvPr>
              <p:cNvSpPr txBox="1"/>
              <p:nvPr/>
            </p:nvSpPr>
            <p:spPr>
              <a:xfrm>
                <a:off x="11282024" y="2899133"/>
                <a:ext cx="174214" cy="15638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DF61AD4-03B3-3493-DB49-4FE18D390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2024" y="2899133"/>
                <a:ext cx="174214" cy="156389"/>
              </a:xfrm>
              <a:prstGeom prst="rect">
                <a:avLst/>
              </a:prstGeom>
              <a:blipFill>
                <a:blip r:embed="rId52"/>
                <a:stretch>
                  <a:fillRect l="-21429" t="-4000" r="-714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28">
            <a:extLst>
              <a:ext uri="{FF2B5EF4-FFF2-40B4-BE49-F238E27FC236}">
                <a16:creationId xmlns:a16="http://schemas.microsoft.com/office/drawing/2014/main" id="{C03B923F-65F7-76D9-2EDD-8483F4A7E41A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3287043" y="4257665"/>
            <a:ext cx="1157364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C4551D5-FB39-7618-983D-D6DB9002B2A7}"/>
                  </a:ext>
                </a:extLst>
              </p:cNvPr>
              <p:cNvSpPr txBox="1"/>
              <p:nvPr/>
            </p:nvSpPr>
            <p:spPr>
              <a:xfrm>
                <a:off x="2366057" y="4087291"/>
                <a:ext cx="577530" cy="257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𝐿𝑖𝐷𝐴𝑅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C4551D5-FB39-7618-983D-D6DB9002B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057" y="4087291"/>
                <a:ext cx="577530" cy="257891"/>
              </a:xfrm>
              <a:prstGeom prst="rect">
                <a:avLst/>
              </a:prstGeom>
              <a:blipFill>
                <a:blip r:embed="rId53"/>
                <a:stretch>
                  <a:fillRect l="-6316" r="-1053"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ADD17AD-3054-5BBD-20B8-E0ABEA26968C}"/>
                  </a:ext>
                </a:extLst>
              </p:cNvPr>
              <p:cNvSpPr txBox="1"/>
              <p:nvPr/>
            </p:nvSpPr>
            <p:spPr>
              <a:xfrm>
                <a:off x="2378482" y="4360016"/>
                <a:ext cx="485774" cy="249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𝐼𝑀𝑈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ADD17AD-3054-5BBD-20B8-E0ABEA269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482" y="4360016"/>
                <a:ext cx="485774" cy="249620"/>
              </a:xfrm>
              <a:prstGeom prst="rect">
                <a:avLst/>
              </a:prstGeom>
              <a:blipFill>
                <a:blip r:embed="rId54"/>
                <a:stretch>
                  <a:fillRect l="-7500" r="-1250"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1296CF-B81B-073B-FC7E-FEE4A556E580}"/>
                  </a:ext>
                </a:extLst>
              </p:cNvPr>
              <p:cNvSpPr txBox="1"/>
              <p:nvPr/>
            </p:nvSpPr>
            <p:spPr>
              <a:xfrm>
                <a:off x="2949456" y="3889295"/>
                <a:ext cx="139461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1296CF-B81B-073B-FC7E-FEE4A556E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456" y="3889295"/>
                <a:ext cx="139461" cy="736740"/>
              </a:xfrm>
              <a:prstGeom prst="rect">
                <a:avLst/>
              </a:prstGeom>
              <a:blipFill>
                <a:blip r:embed="rId55"/>
                <a:stretch>
                  <a:fillRect l="-30435" r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F120849-1099-8E5D-C25C-851AD241C82E}"/>
                  </a:ext>
                </a:extLst>
              </p:cNvPr>
              <p:cNvSpPr txBox="1"/>
              <p:nvPr/>
            </p:nvSpPr>
            <p:spPr>
              <a:xfrm>
                <a:off x="4444407" y="3889295"/>
                <a:ext cx="238848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F120849-1099-8E5D-C25C-851AD241C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407" y="3889295"/>
                <a:ext cx="238848" cy="736740"/>
              </a:xfrm>
              <a:prstGeom prst="rect">
                <a:avLst/>
              </a:prstGeom>
              <a:blipFill>
                <a:blip r:embed="rId56"/>
                <a:stretch>
                  <a:fillRect l="-17949" r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2418091" y="3887391"/>
                <a:ext cx="40472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𝑐𝑢𝑟</m:t>
                          </m:r>
                        </m:sup>
                      </m:sSup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091" y="3887391"/>
                <a:ext cx="404726" cy="246221"/>
              </a:xfrm>
              <a:prstGeom prst="rect">
                <a:avLst/>
              </a:prstGeom>
              <a:blipFill>
                <a:blip r:embed="rId57"/>
                <a:stretch>
                  <a:fillRect l="-10606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Connector 28">
            <a:extLst>
              <a:ext uri="{FF2B5EF4-FFF2-40B4-BE49-F238E27FC236}">
                <a16:creationId xmlns:a16="http://schemas.microsoft.com/office/drawing/2014/main" id="{5E949F02-2CCB-9F0E-4769-DF51476B6913}"/>
              </a:ext>
            </a:extLst>
          </p:cNvPr>
          <p:cNvCxnSpPr>
            <a:cxnSpLocks/>
          </p:cNvCxnSpPr>
          <p:nvPr/>
        </p:nvCxnSpPr>
        <p:spPr>
          <a:xfrm>
            <a:off x="4683129" y="4242424"/>
            <a:ext cx="15222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F9A596D-45DE-E8A6-50E8-AA872AFBC123}"/>
                  </a:ext>
                </a:extLst>
              </p:cNvPr>
              <p:cNvSpPr txBox="1"/>
              <p:nvPr/>
            </p:nvSpPr>
            <p:spPr>
              <a:xfrm>
                <a:off x="4851548" y="3889295"/>
                <a:ext cx="238848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F9A596D-45DE-E8A6-50E8-AA872AFBC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548" y="3889295"/>
                <a:ext cx="238848" cy="736740"/>
              </a:xfrm>
              <a:prstGeom prst="rect">
                <a:avLst/>
              </a:prstGeom>
              <a:blipFill>
                <a:blip r:embed="rId58"/>
                <a:stretch>
                  <a:fillRect l="-20513" r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1507FEC-07ED-4565-067B-B38359560EB1}"/>
                  </a:ext>
                </a:extLst>
              </p:cNvPr>
              <p:cNvSpPr txBox="1"/>
              <p:nvPr/>
            </p:nvSpPr>
            <p:spPr>
              <a:xfrm>
                <a:off x="5239254" y="3885319"/>
                <a:ext cx="238848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1507FEC-07ED-4565-067B-B38359560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254" y="3885319"/>
                <a:ext cx="238848" cy="736740"/>
              </a:xfrm>
              <a:prstGeom prst="rect">
                <a:avLst/>
              </a:prstGeom>
              <a:blipFill>
                <a:blip r:embed="rId59"/>
                <a:stretch>
                  <a:fillRect l="-17500"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AEB843E-D690-BB5A-D869-34439C7FBC4A}"/>
                  </a:ext>
                </a:extLst>
              </p:cNvPr>
              <p:cNvSpPr txBox="1"/>
              <p:nvPr/>
            </p:nvSpPr>
            <p:spPr>
              <a:xfrm>
                <a:off x="5620524" y="3889295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35</m:t>
                      </m:r>
                    </m:oMath>
                  </m:oMathPara>
                </a14:m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AEB843E-D690-BB5A-D869-34439C7FB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524" y="3889295"/>
                <a:ext cx="238847" cy="736740"/>
              </a:xfrm>
              <a:prstGeom prst="rect">
                <a:avLst/>
              </a:prstGeom>
              <a:blipFill>
                <a:blip r:embed="rId60"/>
                <a:stretch>
                  <a:fillRect l="-17949" r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FA4F57-9017-1B6D-F285-F67B9D4B1D00}"/>
                  </a:ext>
                </a:extLst>
              </p:cNvPr>
              <p:cNvSpPr txBox="1"/>
              <p:nvPr/>
            </p:nvSpPr>
            <p:spPr>
              <a:xfrm>
                <a:off x="6033842" y="3890949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FA4F57-9017-1B6D-F285-F67B9D4B1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842" y="3890949"/>
                <a:ext cx="238847" cy="736740"/>
              </a:xfrm>
              <a:prstGeom prst="rect">
                <a:avLst/>
              </a:prstGeom>
              <a:blipFill>
                <a:blip r:embed="rId61"/>
                <a:stretch>
                  <a:fillRect l="-20513" r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Straight Connector 28">
            <a:extLst>
              <a:ext uri="{FF2B5EF4-FFF2-40B4-BE49-F238E27FC236}">
                <a16:creationId xmlns:a16="http://schemas.microsoft.com/office/drawing/2014/main" id="{C2E13842-9ACF-C380-644F-E6077B2D6C33}"/>
              </a:ext>
            </a:extLst>
          </p:cNvPr>
          <p:cNvCxnSpPr>
            <a:cxnSpLocks/>
          </p:cNvCxnSpPr>
          <p:nvPr/>
        </p:nvCxnSpPr>
        <p:spPr>
          <a:xfrm>
            <a:off x="5081771" y="4234804"/>
            <a:ext cx="15222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28">
            <a:extLst>
              <a:ext uri="{FF2B5EF4-FFF2-40B4-BE49-F238E27FC236}">
                <a16:creationId xmlns:a16="http://schemas.microsoft.com/office/drawing/2014/main" id="{D87D1B5B-C4C7-6575-C865-1D95C85EF37C}"/>
              </a:ext>
            </a:extLst>
          </p:cNvPr>
          <p:cNvCxnSpPr>
            <a:cxnSpLocks/>
          </p:cNvCxnSpPr>
          <p:nvPr/>
        </p:nvCxnSpPr>
        <p:spPr>
          <a:xfrm>
            <a:off x="5471231" y="4242424"/>
            <a:ext cx="15222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28">
            <a:extLst>
              <a:ext uri="{FF2B5EF4-FFF2-40B4-BE49-F238E27FC236}">
                <a16:creationId xmlns:a16="http://schemas.microsoft.com/office/drawing/2014/main" id="{94B23D14-2C33-2A36-3266-3D6C4E2C62FE}"/>
              </a:ext>
            </a:extLst>
          </p:cNvPr>
          <p:cNvCxnSpPr>
            <a:cxnSpLocks/>
          </p:cNvCxnSpPr>
          <p:nvPr/>
        </p:nvCxnSpPr>
        <p:spPr>
          <a:xfrm>
            <a:off x="5867273" y="4242424"/>
            <a:ext cx="15222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28">
            <a:extLst>
              <a:ext uri="{FF2B5EF4-FFF2-40B4-BE49-F238E27FC236}">
                <a16:creationId xmlns:a16="http://schemas.microsoft.com/office/drawing/2014/main" id="{50827098-9521-FB10-2646-9F14B049438F}"/>
              </a:ext>
            </a:extLst>
          </p:cNvPr>
          <p:cNvCxnSpPr>
            <a:cxnSpLocks/>
          </p:cNvCxnSpPr>
          <p:nvPr/>
        </p:nvCxnSpPr>
        <p:spPr>
          <a:xfrm>
            <a:off x="6279441" y="4239567"/>
            <a:ext cx="15222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BB34064-79F8-0D52-A7C2-B402B8DB9B01}"/>
                  </a:ext>
                </a:extLst>
              </p:cNvPr>
              <p:cNvSpPr txBox="1"/>
              <p:nvPr/>
            </p:nvSpPr>
            <p:spPr>
              <a:xfrm>
                <a:off x="6431669" y="3889295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BB34064-79F8-0D52-A7C2-B402B8DB9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1669" y="3889295"/>
                <a:ext cx="238847" cy="736740"/>
              </a:xfrm>
              <a:prstGeom prst="rect">
                <a:avLst/>
              </a:prstGeom>
              <a:blipFill>
                <a:blip r:embed="rId62"/>
                <a:stretch>
                  <a:fillRect l="-17949" r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Connector 28">
            <a:extLst>
              <a:ext uri="{FF2B5EF4-FFF2-40B4-BE49-F238E27FC236}">
                <a16:creationId xmlns:a16="http://schemas.microsoft.com/office/drawing/2014/main" id="{15C02852-6413-4CAB-5079-E1601C83A9D6}"/>
              </a:ext>
            </a:extLst>
          </p:cNvPr>
          <p:cNvCxnSpPr>
            <a:cxnSpLocks/>
          </p:cNvCxnSpPr>
          <p:nvPr/>
        </p:nvCxnSpPr>
        <p:spPr>
          <a:xfrm>
            <a:off x="6654739" y="4250044"/>
            <a:ext cx="15222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6797441" y="3889295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441" y="3889295"/>
                <a:ext cx="238847" cy="736740"/>
              </a:xfrm>
              <a:prstGeom prst="rect">
                <a:avLst/>
              </a:prstGeom>
              <a:blipFill>
                <a:blip r:embed="rId63"/>
                <a:stretch>
                  <a:fillRect l="-17949" r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E1A504-AACE-A54C-CD80-9BA110EB411A}"/>
                  </a:ext>
                </a:extLst>
              </p:cNvPr>
              <p:cNvSpPr txBox="1"/>
              <p:nvPr/>
            </p:nvSpPr>
            <p:spPr>
              <a:xfrm>
                <a:off x="8317189" y="3889295"/>
                <a:ext cx="338233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ru-RU" sz="1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E1A504-AACE-A54C-CD80-9BA110EB4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189" y="3889295"/>
                <a:ext cx="338233" cy="736740"/>
              </a:xfrm>
              <a:prstGeom prst="rect">
                <a:avLst/>
              </a:prstGeom>
              <a:blipFill>
                <a:blip r:embed="rId64"/>
                <a:stretch>
                  <a:fillRect l="-10714"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4103C1-6A0F-F1B3-8DF3-EF28253FF3DE}"/>
                  </a:ext>
                </a:extLst>
              </p:cNvPr>
              <p:cNvSpPr txBox="1"/>
              <p:nvPr/>
            </p:nvSpPr>
            <p:spPr>
              <a:xfrm>
                <a:off x="8684406" y="3889295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4103C1-6A0F-F1B3-8DF3-EF28253FF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4406" y="3889295"/>
                <a:ext cx="338234" cy="736740"/>
              </a:xfrm>
              <a:prstGeom prst="rect">
                <a:avLst/>
              </a:prstGeom>
              <a:blipFill>
                <a:blip r:embed="rId65"/>
                <a:stretch>
                  <a:fillRect l="-10909" r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538D662-1AB9-1F7B-7101-6BCDD90CE2B7}"/>
                  </a:ext>
                </a:extLst>
              </p:cNvPr>
              <p:cNvSpPr txBox="1"/>
              <p:nvPr/>
            </p:nvSpPr>
            <p:spPr>
              <a:xfrm>
                <a:off x="9065762" y="3883665"/>
                <a:ext cx="338233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538D662-1AB9-1F7B-7101-6BCDD90CE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5762" y="3883665"/>
                <a:ext cx="338233" cy="736740"/>
              </a:xfrm>
              <a:prstGeom prst="rect">
                <a:avLst/>
              </a:prstGeom>
              <a:blipFill>
                <a:blip r:embed="rId66"/>
                <a:stretch>
                  <a:fillRect l="-10714"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C185D3D-9038-578B-F4FA-332054873F5B}"/>
                  </a:ext>
                </a:extLst>
              </p:cNvPr>
              <p:cNvSpPr txBox="1"/>
              <p:nvPr/>
            </p:nvSpPr>
            <p:spPr>
              <a:xfrm>
                <a:off x="9421632" y="3887641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C185D3D-9038-578B-F4FA-332054873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632" y="3887641"/>
                <a:ext cx="338234" cy="736740"/>
              </a:xfrm>
              <a:prstGeom prst="rect">
                <a:avLst/>
              </a:prstGeom>
              <a:blipFill>
                <a:blip r:embed="rId67"/>
                <a:stretch>
                  <a:fillRect l="-10909" r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A4C7C67-2914-BA34-0AAE-6B6110CA0A95}"/>
                  </a:ext>
                </a:extLst>
              </p:cNvPr>
              <p:cNvSpPr txBox="1"/>
              <p:nvPr/>
            </p:nvSpPr>
            <p:spPr>
              <a:xfrm>
                <a:off x="9765100" y="3889295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A4C7C67-2914-BA34-0AAE-6B6110CA0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100" y="3889295"/>
                <a:ext cx="338234" cy="736740"/>
              </a:xfrm>
              <a:prstGeom prst="rect">
                <a:avLst/>
              </a:prstGeom>
              <a:blipFill>
                <a:blip r:embed="rId68"/>
                <a:stretch>
                  <a:fillRect l="-10909" r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ABB9437-FE15-DA9B-4570-0C954027B579}"/>
                  </a:ext>
                </a:extLst>
              </p:cNvPr>
              <p:cNvSpPr txBox="1"/>
              <p:nvPr/>
            </p:nvSpPr>
            <p:spPr>
              <a:xfrm>
                <a:off x="10112127" y="3887641"/>
                <a:ext cx="338233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ru-RU" sz="1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ABB9437-FE15-DA9B-4570-0C954027B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2127" y="3887641"/>
                <a:ext cx="338233" cy="736740"/>
              </a:xfrm>
              <a:prstGeom prst="rect">
                <a:avLst/>
              </a:prstGeom>
              <a:blipFill>
                <a:blip r:embed="rId69"/>
                <a:stretch>
                  <a:fillRect l="-10909" r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DA75B41-EDC5-386F-7A3B-FB9CDBCB38F7}"/>
                  </a:ext>
                </a:extLst>
              </p:cNvPr>
              <p:cNvSpPr txBox="1"/>
              <p:nvPr/>
            </p:nvSpPr>
            <p:spPr>
              <a:xfrm>
                <a:off x="10477899" y="3887641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ru-RU" sz="1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ru-RU" sz="1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ru-RU" sz="1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DA75B41-EDC5-386F-7A3B-FB9CDBCB3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899" y="3887641"/>
                <a:ext cx="338234" cy="736740"/>
              </a:xfrm>
              <a:prstGeom prst="rect">
                <a:avLst/>
              </a:prstGeom>
              <a:blipFill>
                <a:blip r:embed="rId70"/>
                <a:stretch>
                  <a:fillRect l="-10909" r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28">
            <a:extLst>
              <a:ext uri="{FF2B5EF4-FFF2-40B4-BE49-F238E27FC236}">
                <a16:creationId xmlns:a16="http://schemas.microsoft.com/office/drawing/2014/main" id="{77D717D0-FE7D-0ACE-7785-5C24FB3E47A1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7045585" y="4251315"/>
            <a:ext cx="1271604" cy="635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30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6F58-A926-67A9-CA13-0A771CB4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7" name="Прямая со стрелкой 286"/>
          <p:cNvCxnSpPr/>
          <p:nvPr/>
        </p:nvCxnSpPr>
        <p:spPr>
          <a:xfrm flipH="1" flipV="1">
            <a:off x="1225346" y="3968673"/>
            <a:ext cx="6506262" cy="361916"/>
          </a:xfrm>
          <a:prstGeom prst="straightConnector1">
            <a:avLst/>
          </a:prstGeom>
          <a:ln w="95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4563830" y="3135009"/>
            <a:ext cx="787612" cy="289752"/>
          </a:xfrm>
          <a:prstGeom prst="rect">
            <a:avLst/>
          </a:prstGeom>
          <a:pattFill prst="wdUpDiag">
            <a:fgClr>
              <a:srgbClr val="C00000"/>
            </a:fgClr>
            <a:bgClr>
              <a:schemeClr val="bg1"/>
            </a:bgClr>
          </a:patt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12A3ED9D-F66C-A242-CABD-C887D7BB1479}"/>
              </a:ext>
            </a:extLst>
          </p:cNvPr>
          <p:cNvCxnSpPr>
            <a:cxnSpLocks/>
          </p:cNvCxnSpPr>
          <p:nvPr/>
        </p:nvCxnSpPr>
        <p:spPr>
          <a:xfrm>
            <a:off x="193964" y="1637823"/>
            <a:ext cx="11175167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37DC3C49-CE96-4A0E-D539-D1DF535193D1}"/>
              </a:ext>
            </a:extLst>
          </p:cNvPr>
          <p:cNvCxnSpPr>
            <a:cxnSpLocks/>
          </p:cNvCxnSpPr>
          <p:nvPr/>
        </p:nvCxnSpPr>
        <p:spPr>
          <a:xfrm>
            <a:off x="3020580" y="1604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771A61B-F652-721C-FE0A-E35CC4B5A9A5}"/>
              </a:ext>
            </a:extLst>
          </p:cNvPr>
          <p:cNvCxnSpPr>
            <a:cxnSpLocks/>
          </p:cNvCxnSpPr>
          <p:nvPr/>
        </p:nvCxnSpPr>
        <p:spPr>
          <a:xfrm>
            <a:off x="2102035" y="1931804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7D6B795-B4C0-F846-8658-FEAAF9CA8709}"/>
              </a:ext>
            </a:extLst>
          </p:cNvPr>
          <p:cNvCxnSpPr>
            <a:cxnSpLocks/>
          </p:cNvCxnSpPr>
          <p:nvPr/>
        </p:nvCxnSpPr>
        <p:spPr>
          <a:xfrm>
            <a:off x="2040619" y="457059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8E139DE-1BBD-2BD7-D872-663D712616DD}"/>
              </a:ext>
            </a:extLst>
          </p:cNvPr>
          <p:cNvCxnSpPr>
            <a:cxnSpLocks/>
          </p:cNvCxnSpPr>
          <p:nvPr/>
        </p:nvCxnSpPr>
        <p:spPr>
          <a:xfrm>
            <a:off x="205264" y="752232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DF1C3B1-97DD-A364-5709-6743152F854B}"/>
              </a:ext>
            </a:extLst>
          </p:cNvPr>
          <p:cNvCxnSpPr>
            <a:cxnSpLocks/>
          </p:cNvCxnSpPr>
          <p:nvPr/>
        </p:nvCxnSpPr>
        <p:spPr>
          <a:xfrm>
            <a:off x="166255" y="1045627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DF87532-B723-96D8-737A-721820918702}"/>
              </a:ext>
            </a:extLst>
          </p:cNvPr>
          <p:cNvCxnSpPr>
            <a:cxnSpLocks/>
          </p:cNvCxnSpPr>
          <p:nvPr/>
        </p:nvCxnSpPr>
        <p:spPr>
          <a:xfrm>
            <a:off x="207818" y="1348751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EDD1B5A-B0FA-7A8F-BD7E-A39D03665270}"/>
              </a:ext>
            </a:extLst>
          </p:cNvPr>
          <p:cNvCxnSpPr>
            <a:cxnSpLocks/>
          </p:cNvCxnSpPr>
          <p:nvPr/>
        </p:nvCxnSpPr>
        <p:spPr>
          <a:xfrm>
            <a:off x="2378482" y="166578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2D14223-C770-7E9F-8180-628BA05B557D}"/>
              </a:ext>
            </a:extLst>
          </p:cNvPr>
          <p:cNvCxnSpPr>
            <a:cxnSpLocks/>
          </p:cNvCxnSpPr>
          <p:nvPr/>
        </p:nvCxnSpPr>
        <p:spPr>
          <a:xfrm>
            <a:off x="3800863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17CE4C1-8F3B-E139-BBDA-F559D5554A6F}"/>
              </a:ext>
            </a:extLst>
          </p:cNvPr>
          <p:cNvCxnSpPr>
            <a:cxnSpLocks/>
          </p:cNvCxnSpPr>
          <p:nvPr/>
        </p:nvCxnSpPr>
        <p:spPr>
          <a:xfrm flipH="1">
            <a:off x="4569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94A6C9F-F71B-9964-6B44-7DAE6C2B9021}"/>
              </a:ext>
            </a:extLst>
          </p:cNvPr>
          <p:cNvCxnSpPr>
            <a:cxnSpLocks/>
          </p:cNvCxnSpPr>
          <p:nvPr/>
        </p:nvCxnSpPr>
        <p:spPr>
          <a:xfrm>
            <a:off x="5354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DF1517E-2C4E-DE61-B1C4-D112142F0DAA}"/>
              </a:ext>
            </a:extLst>
          </p:cNvPr>
          <p:cNvCxnSpPr>
            <a:cxnSpLocks/>
          </p:cNvCxnSpPr>
          <p:nvPr/>
        </p:nvCxnSpPr>
        <p:spPr>
          <a:xfrm flipH="1">
            <a:off x="6107604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38DA259-20D7-6C64-9749-209C41020E39}"/>
              </a:ext>
            </a:extLst>
          </p:cNvPr>
          <p:cNvCxnSpPr>
            <a:cxnSpLocks/>
          </p:cNvCxnSpPr>
          <p:nvPr/>
        </p:nvCxnSpPr>
        <p:spPr>
          <a:xfrm>
            <a:off x="6888266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7EC50D9-598D-3BC4-E0CB-EC4E06D6EB16}"/>
              </a:ext>
            </a:extLst>
          </p:cNvPr>
          <p:cNvCxnSpPr/>
          <p:nvPr/>
        </p:nvCxnSpPr>
        <p:spPr>
          <a:xfrm>
            <a:off x="7660116" y="16657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3DC55248-0F80-75FE-F12C-022EB4EE1244}"/>
              </a:ext>
            </a:extLst>
          </p:cNvPr>
          <p:cNvCxnSpPr/>
          <p:nvPr/>
        </p:nvCxnSpPr>
        <p:spPr>
          <a:xfrm flipV="1">
            <a:off x="380231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5630379C-B644-DC7E-CA82-4425713769E1}"/>
              </a:ext>
            </a:extLst>
          </p:cNvPr>
          <p:cNvCxnSpPr>
            <a:cxnSpLocks/>
          </p:cNvCxnSpPr>
          <p:nvPr/>
        </p:nvCxnSpPr>
        <p:spPr>
          <a:xfrm flipV="1">
            <a:off x="5350381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1B1F9DF-709F-9EE8-9C92-79455CE441CD}"/>
              </a:ext>
            </a:extLst>
          </p:cNvPr>
          <p:cNvCxnSpPr>
            <a:cxnSpLocks/>
          </p:cNvCxnSpPr>
          <p:nvPr/>
        </p:nvCxnSpPr>
        <p:spPr>
          <a:xfrm flipV="1">
            <a:off x="4575850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7CDDD5F-7C50-933A-4E66-A720C92B25A1}"/>
              </a:ext>
            </a:extLst>
          </p:cNvPr>
          <p:cNvCxnSpPr>
            <a:cxnSpLocks/>
          </p:cNvCxnSpPr>
          <p:nvPr/>
        </p:nvCxnSpPr>
        <p:spPr>
          <a:xfrm flipV="1">
            <a:off x="612176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71641A6-6E96-935E-F4BC-0DB246F6F7D6}"/>
              </a:ext>
            </a:extLst>
          </p:cNvPr>
          <p:cNvCxnSpPr>
            <a:cxnSpLocks/>
          </p:cNvCxnSpPr>
          <p:nvPr/>
        </p:nvCxnSpPr>
        <p:spPr>
          <a:xfrm flipV="1">
            <a:off x="689127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B002A578-FA00-502E-186D-2FAE32C368DB}"/>
              </a:ext>
            </a:extLst>
          </p:cNvPr>
          <p:cNvCxnSpPr>
            <a:cxnSpLocks/>
          </p:cNvCxnSpPr>
          <p:nvPr/>
        </p:nvCxnSpPr>
        <p:spPr>
          <a:xfrm flipV="1">
            <a:off x="766238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1141570" y="759846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20,50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570" y="759846"/>
                <a:ext cx="1198533" cy="257186"/>
              </a:xfrm>
              <a:prstGeom prst="rect">
                <a:avLst/>
              </a:prstGeom>
              <a:blipFill>
                <a:blip r:embed="rId2"/>
                <a:stretch>
                  <a:fillRect l="-1523" b="-26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/>
              <p:nvPr/>
            </p:nvSpPr>
            <p:spPr>
              <a:xfrm>
                <a:off x="1147332" y="1055739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10,2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332" y="1055739"/>
                <a:ext cx="1198533" cy="257186"/>
              </a:xfrm>
              <a:prstGeom prst="rect">
                <a:avLst/>
              </a:prstGeom>
              <a:blipFill>
                <a:blip r:embed="rId3"/>
                <a:stretch>
                  <a:fillRect l="-1523" b="-28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/>
              <p:nvPr/>
            </p:nvSpPr>
            <p:spPr>
              <a:xfrm>
                <a:off x="3770062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062" y="1434317"/>
                <a:ext cx="343043" cy="307777"/>
              </a:xfrm>
              <a:prstGeom prst="rect">
                <a:avLst/>
              </a:prstGeom>
              <a:blipFill>
                <a:blip r:embed="rId4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/>
              <p:nvPr/>
            </p:nvSpPr>
            <p:spPr>
              <a:xfrm>
                <a:off x="4543982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982" y="1434317"/>
                <a:ext cx="343043" cy="307777"/>
              </a:xfrm>
              <a:prstGeom prst="rect">
                <a:avLst/>
              </a:prstGeom>
              <a:blipFill>
                <a:blip r:embed="rId5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/>
              <p:nvPr/>
            </p:nvSpPr>
            <p:spPr>
              <a:xfrm>
                <a:off x="5305338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338" y="1434317"/>
                <a:ext cx="343043" cy="307777"/>
              </a:xfrm>
              <a:prstGeom prst="rect">
                <a:avLst/>
              </a:prstGeom>
              <a:blipFill>
                <a:blip r:embed="rId6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/>
              <p:nvPr/>
            </p:nvSpPr>
            <p:spPr>
              <a:xfrm>
                <a:off x="6088626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626" y="1434317"/>
                <a:ext cx="343043" cy="307777"/>
              </a:xfrm>
              <a:prstGeom prst="rect">
                <a:avLst/>
              </a:prstGeom>
              <a:blipFill>
                <a:blip r:embed="rId7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/>
              <p:nvPr/>
            </p:nvSpPr>
            <p:spPr>
              <a:xfrm>
                <a:off x="6797441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441" y="1434317"/>
                <a:ext cx="343043" cy="307777"/>
              </a:xfrm>
              <a:prstGeom prst="rect">
                <a:avLst/>
              </a:prstGeom>
              <a:blipFill>
                <a:blip r:embed="rId8"/>
                <a:stretch>
                  <a:fillRect l="-17857" r="-17857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/>
              <p:nvPr/>
            </p:nvSpPr>
            <p:spPr>
              <a:xfrm>
                <a:off x="7624267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267" y="1434317"/>
                <a:ext cx="343043" cy="307777"/>
              </a:xfrm>
              <a:prstGeom prst="rect">
                <a:avLst/>
              </a:prstGeom>
              <a:blipFill>
                <a:blip r:embed="rId9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28F8CA6-75B2-05A0-1EA3-DCCC0632BF41}"/>
              </a:ext>
            </a:extLst>
          </p:cNvPr>
          <p:cNvCxnSpPr>
            <a:cxnSpLocks/>
          </p:cNvCxnSpPr>
          <p:nvPr/>
        </p:nvCxnSpPr>
        <p:spPr>
          <a:xfrm>
            <a:off x="2018290" y="1572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/>
              <p:nvPr/>
            </p:nvSpPr>
            <p:spPr>
              <a:xfrm>
                <a:off x="3007816" y="1434317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816" y="1434317"/>
                <a:ext cx="200376" cy="307777"/>
              </a:xfrm>
              <a:prstGeom prst="rect">
                <a:avLst/>
              </a:prstGeom>
              <a:blipFill>
                <a:blip r:embed="rId10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3019187" y="761807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9D98D8D-4459-5C8C-165F-26A6EC38C04C}"/>
              </a:ext>
            </a:extLst>
          </p:cNvPr>
          <p:cNvGrpSpPr/>
          <p:nvPr/>
        </p:nvGrpSpPr>
        <p:grpSpPr>
          <a:xfrm>
            <a:off x="4540137" y="747527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EB98AC11-5086-3453-1905-07328B0EB77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03E502C-9161-C6F5-F1B7-26FA2B73D9B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D2CDD5C-482F-BEB5-6942-3330D205E685}"/>
              </a:ext>
            </a:extLst>
          </p:cNvPr>
          <p:cNvCxnSpPr>
            <a:cxnSpLocks/>
          </p:cNvCxnSpPr>
          <p:nvPr/>
        </p:nvCxnSpPr>
        <p:spPr>
          <a:xfrm>
            <a:off x="8431968" y="15724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03BACD4-4885-9F91-1EA9-A5D51ED1C18F}"/>
              </a:ext>
            </a:extLst>
          </p:cNvPr>
          <p:cNvCxnSpPr/>
          <p:nvPr/>
        </p:nvCxnSpPr>
        <p:spPr>
          <a:xfrm>
            <a:off x="9203818" y="15724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1995CD84-A00C-C150-993D-48A196CA4D0E}"/>
              </a:ext>
            </a:extLst>
          </p:cNvPr>
          <p:cNvCxnSpPr>
            <a:cxnSpLocks/>
          </p:cNvCxnSpPr>
          <p:nvPr/>
        </p:nvCxnSpPr>
        <p:spPr>
          <a:xfrm flipV="1">
            <a:off x="843484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7A7A1F3-247B-9044-7D71-A59DAFC77948}"/>
              </a:ext>
            </a:extLst>
          </p:cNvPr>
          <p:cNvCxnSpPr>
            <a:cxnSpLocks/>
          </p:cNvCxnSpPr>
          <p:nvPr/>
        </p:nvCxnSpPr>
        <p:spPr>
          <a:xfrm flipV="1">
            <a:off x="920595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/>
              <p:nvPr/>
            </p:nvSpPr>
            <p:spPr>
              <a:xfrm>
                <a:off x="8404863" y="1435663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863" y="1435663"/>
                <a:ext cx="343043" cy="307777"/>
              </a:xfrm>
              <a:prstGeom prst="rect">
                <a:avLst/>
              </a:prstGeom>
              <a:blipFill>
                <a:blip r:embed="rId11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/>
              <p:nvPr/>
            </p:nvSpPr>
            <p:spPr>
              <a:xfrm>
                <a:off x="9167839" y="1435663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839" y="1435663"/>
                <a:ext cx="343043" cy="307777"/>
              </a:xfrm>
              <a:prstGeom prst="rect">
                <a:avLst/>
              </a:prstGeom>
              <a:blipFill>
                <a:blip r:embed="rId12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8FB04C3-EC74-5EA2-C54F-70B063F7BC09}"/>
              </a:ext>
            </a:extLst>
          </p:cNvPr>
          <p:cNvCxnSpPr/>
          <p:nvPr/>
        </p:nvCxnSpPr>
        <p:spPr>
          <a:xfrm>
            <a:off x="9922030" y="166578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C9CA49-8AFA-4F0A-3AE4-F3F6C7A4C6B3}"/>
              </a:ext>
            </a:extLst>
          </p:cNvPr>
          <p:cNvSpPr txBox="1"/>
          <p:nvPr/>
        </p:nvSpPr>
        <p:spPr>
          <a:xfrm>
            <a:off x="2187514" y="314173"/>
            <a:ext cx="1176028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 dirty="0"/>
              <a:t>Jobs </a:t>
            </a:r>
            <a:r>
              <a:rPr lang="en-US" sz="1500" b="1" dirty="0"/>
              <a:t>Release</a:t>
            </a:r>
            <a:r>
              <a:rPr lang="en-RU" sz="1500" b="1" dirty="0"/>
              <a:t>    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1D3CBEB-33D7-C0D1-998E-91E411543172}"/>
              </a:ext>
            </a:extLst>
          </p:cNvPr>
          <p:cNvCxnSpPr>
            <a:cxnSpLocks/>
          </p:cNvCxnSpPr>
          <p:nvPr/>
        </p:nvCxnSpPr>
        <p:spPr>
          <a:xfrm>
            <a:off x="9922563" y="14819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99FA927-C547-1E4D-975B-211E9E98AAE7}"/>
              </a:ext>
            </a:extLst>
          </p:cNvPr>
          <p:cNvCxnSpPr/>
          <p:nvPr/>
        </p:nvCxnSpPr>
        <p:spPr>
          <a:xfrm>
            <a:off x="10729630" y="14819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5988CBDD-D489-F03F-9F13-F115EECD08F7}"/>
              </a:ext>
            </a:extLst>
          </p:cNvPr>
          <p:cNvCxnSpPr>
            <a:cxnSpLocks/>
          </p:cNvCxnSpPr>
          <p:nvPr/>
        </p:nvCxnSpPr>
        <p:spPr>
          <a:xfrm>
            <a:off x="11369131" y="13886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/>
              <p:nvPr/>
            </p:nvSpPr>
            <p:spPr>
              <a:xfrm>
                <a:off x="11845466" y="1432157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5466" y="1432157"/>
                <a:ext cx="231602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/>
              <p:nvPr/>
            </p:nvSpPr>
            <p:spPr>
              <a:xfrm>
                <a:off x="9928299" y="143609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299" y="1436095"/>
                <a:ext cx="343043" cy="307777"/>
              </a:xfrm>
              <a:prstGeom prst="rect">
                <a:avLst/>
              </a:prstGeom>
              <a:blipFill>
                <a:blip r:embed="rId14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/>
              <p:nvPr/>
            </p:nvSpPr>
            <p:spPr>
              <a:xfrm>
                <a:off x="10677211" y="1408740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0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211" y="1408740"/>
                <a:ext cx="485710" cy="307777"/>
              </a:xfrm>
              <a:prstGeom prst="rect">
                <a:avLst/>
              </a:prstGeom>
              <a:blipFill>
                <a:blip r:embed="rId15"/>
                <a:stretch>
                  <a:fillRect l="-12658" r="-11392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3021409" y="1053508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5F4EC246-A81B-802A-40DB-697FDE2FB95F}"/>
              </a:ext>
            </a:extLst>
          </p:cNvPr>
          <p:cNvCxnSpPr>
            <a:cxnSpLocks/>
          </p:cNvCxnSpPr>
          <p:nvPr/>
        </p:nvCxnSpPr>
        <p:spPr>
          <a:xfrm flipH="1" flipV="1">
            <a:off x="6887687" y="753730"/>
            <a:ext cx="1346" cy="281191"/>
          </a:xfrm>
          <a:prstGeom prst="line">
            <a:avLst/>
          </a:prstGeom>
          <a:ln w="38100">
            <a:solidFill>
              <a:schemeClr val="tx1"/>
            </a:solidFill>
            <a:headEnd type="none" w="med" len="sm"/>
            <a:tailEnd type="stealth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18FDBC5A-B7C8-4C99-F596-BCF931B026CB}"/>
              </a:ext>
            </a:extLst>
          </p:cNvPr>
          <p:cNvCxnSpPr>
            <a:cxnSpLocks/>
          </p:cNvCxnSpPr>
          <p:nvPr/>
        </p:nvCxnSpPr>
        <p:spPr>
          <a:xfrm flipH="1" flipV="1">
            <a:off x="4568649" y="1060385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C158414-06F3-5F74-8F8D-32251967E649}"/>
              </a:ext>
            </a:extLst>
          </p:cNvPr>
          <p:cNvCxnSpPr>
            <a:cxnSpLocks/>
          </p:cNvCxnSpPr>
          <p:nvPr/>
        </p:nvCxnSpPr>
        <p:spPr>
          <a:xfrm flipH="1" flipV="1">
            <a:off x="6109271" y="1056280"/>
            <a:ext cx="1346" cy="281191"/>
          </a:xfrm>
          <a:prstGeom prst="line">
            <a:avLst/>
          </a:prstGeom>
          <a:ln w="38100"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0CFD841A-E2FA-203A-5376-091431E1971C}"/>
              </a:ext>
            </a:extLst>
          </p:cNvPr>
          <p:cNvCxnSpPr>
            <a:cxnSpLocks/>
          </p:cNvCxnSpPr>
          <p:nvPr/>
        </p:nvCxnSpPr>
        <p:spPr>
          <a:xfrm flipH="1" flipV="1">
            <a:off x="7653350" y="1068114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08D78A1B-E818-252F-2C77-CF994135FA77}"/>
              </a:ext>
            </a:extLst>
          </p:cNvPr>
          <p:cNvCxnSpPr>
            <a:cxnSpLocks/>
          </p:cNvCxnSpPr>
          <p:nvPr/>
        </p:nvCxnSpPr>
        <p:spPr>
          <a:xfrm flipH="1" flipV="1">
            <a:off x="9205124" y="1064009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F9EEC0D3-59B0-89A5-92DF-3DE3163A6154}"/>
              </a:ext>
            </a:extLst>
          </p:cNvPr>
          <p:cNvCxnSpPr>
            <a:cxnSpLocks/>
          </p:cNvCxnSpPr>
          <p:nvPr/>
        </p:nvCxnSpPr>
        <p:spPr>
          <a:xfrm>
            <a:off x="193964" y="3722311"/>
            <a:ext cx="11175167" cy="4551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577">
            <a:extLst>
              <a:ext uri="{FF2B5EF4-FFF2-40B4-BE49-F238E27FC236}">
                <a16:creationId xmlns:a16="http://schemas.microsoft.com/office/drawing/2014/main" id="{EBFB2617-5E02-E270-ED62-E617FDC100B1}"/>
              </a:ext>
            </a:extLst>
          </p:cNvPr>
          <p:cNvCxnSpPr>
            <a:cxnSpLocks/>
            <a:endCxn id="607" idx="2"/>
          </p:cNvCxnSpPr>
          <p:nvPr/>
        </p:nvCxnSpPr>
        <p:spPr>
          <a:xfrm flipH="1">
            <a:off x="3019187" y="2244965"/>
            <a:ext cx="1393" cy="1571411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Connector 579">
            <a:extLst>
              <a:ext uri="{FF2B5EF4-FFF2-40B4-BE49-F238E27FC236}">
                <a16:creationId xmlns:a16="http://schemas.microsoft.com/office/drawing/2014/main" id="{6D2AB69C-C593-ABE3-6B63-4985318AC488}"/>
              </a:ext>
            </a:extLst>
          </p:cNvPr>
          <p:cNvCxnSpPr>
            <a:cxnSpLocks/>
          </p:cNvCxnSpPr>
          <p:nvPr/>
        </p:nvCxnSpPr>
        <p:spPr>
          <a:xfrm>
            <a:off x="2040619" y="25415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B41EF9A9-6CF5-A506-1DFD-3C3C25C1A2C5}"/>
              </a:ext>
            </a:extLst>
          </p:cNvPr>
          <p:cNvCxnSpPr>
            <a:cxnSpLocks/>
          </p:cNvCxnSpPr>
          <p:nvPr/>
        </p:nvCxnSpPr>
        <p:spPr>
          <a:xfrm>
            <a:off x="180109" y="2837041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6E2F6E19-B8C2-C905-B6FC-1A53C581617A}"/>
              </a:ext>
            </a:extLst>
          </p:cNvPr>
          <p:cNvCxnSpPr>
            <a:cxnSpLocks/>
          </p:cNvCxnSpPr>
          <p:nvPr/>
        </p:nvCxnSpPr>
        <p:spPr>
          <a:xfrm>
            <a:off x="166255" y="3130115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5FD68F11-2D83-2828-AF61-EF670331ED2A}"/>
              </a:ext>
            </a:extLst>
          </p:cNvPr>
          <p:cNvCxnSpPr>
            <a:cxnSpLocks/>
          </p:cNvCxnSpPr>
          <p:nvPr/>
        </p:nvCxnSpPr>
        <p:spPr>
          <a:xfrm>
            <a:off x="207818" y="3433239"/>
            <a:ext cx="11225923" cy="6417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7A165026-D3C0-2909-0CA6-28A44F22FB97}"/>
              </a:ext>
            </a:extLst>
          </p:cNvPr>
          <p:cNvCxnSpPr>
            <a:cxnSpLocks/>
          </p:cNvCxnSpPr>
          <p:nvPr/>
        </p:nvCxnSpPr>
        <p:spPr>
          <a:xfrm flipH="1">
            <a:off x="2364751" y="2251066"/>
            <a:ext cx="13731" cy="1516755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88EF67AF-125A-83C3-492F-F699005E4614}"/>
              </a:ext>
            </a:extLst>
          </p:cNvPr>
          <p:cNvCxnSpPr>
            <a:cxnSpLocks/>
          </p:cNvCxnSpPr>
          <p:nvPr/>
        </p:nvCxnSpPr>
        <p:spPr>
          <a:xfrm>
            <a:off x="3800863" y="2251065"/>
            <a:ext cx="0" cy="1471246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42DBEB0D-08B8-01B3-6D9D-CDD2A4DD576E}"/>
              </a:ext>
            </a:extLst>
          </p:cNvPr>
          <p:cNvCxnSpPr>
            <a:cxnSpLocks/>
            <a:endCxn id="296" idx="3"/>
          </p:cNvCxnSpPr>
          <p:nvPr/>
        </p:nvCxnSpPr>
        <p:spPr>
          <a:xfrm flipH="1">
            <a:off x="4563831" y="2251065"/>
            <a:ext cx="6009" cy="102882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2644D783-ED6A-F889-4939-DCCA14BA07F7}"/>
              </a:ext>
            </a:extLst>
          </p:cNvPr>
          <p:cNvCxnSpPr>
            <a:cxnSpLocks/>
          </p:cNvCxnSpPr>
          <p:nvPr/>
        </p:nvCxnSpPr>
        <p:spPr>
          <a:xfrm>
            <a:off x="5354840" y="2251065"/>
            <a:ext cx="0" cy="140653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A0CEA8E7-6C5D-1609-3F97-0F4C9FFFA22F}"/>
              </a:ext>
            </a:extLst>
          </p:cNvPr>
          <p:cNvCxnSpPr>
            <a:cxnSpLocks/>
          </p:cNvCxnSpPr>
          <p:nvPr/>
        </p:nvCxnSpPr>
        <p:spPr>
          <a:xfrm>
            <a:off x="6107604" y="2251065"/>
            <a:ext cx="0" cy="140653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A2D2F7D3-FF0F-00DD-EBAD-A97C1E806E9D}"/>
              </a:ext>
            </a:extLst>
          </p:cNvPr>
          <p:cNvCxnSpPr>
            <a:cxnSpLocks/>
          </p:cNvCxnSpPr>
          <p:nvPr/>
        </p:nvCxnSpPr>
        <p:spPr>
          <a:xfrm>
            <a:off x="6888266" y="2251065"/>
            <a:ext cx="0" cy="1188591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00D75D8F-BBFC-D6D2-F09F-69F2812915C4}"/>
              </a:ext>
            </a:extLst>
          </p:cNvPr>
          <p:cNvCxnSpPr>
            <a:cxnSpLocks/>
          </p:cNvCxnSpPr>
          <p:nvPr/>
        </p:nvCxnSpPr>
        <p:spPr>
          <a:xfrm>
            <a:off x="7660116" y="2251066"/>
            <a:ext cx="0" cy="118859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59C31E1E-41ED-2029-1B7C-61F92EDAA59D}"/>
              </a:ext>
            </a:extLst>
          </p:cNvPr>
          <p:cNvCxnSpPr/>
          <p:nvPr/>
        </p:nvCxnSpPr>
        <p:spPr>
          <a:xfrm flipV="1">
            <a:off x="3802319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CAAB618F-EE4D-E7B6-E380-98CE6E269B2B}"/>
              </a:ext>
            </a:extLst>
          </p:cNvPr>
          <p:cNvCxnSpPr>
            <a:cxnSpLocks/>
          </p:cNvCxnSpPr>
          <p:nvPr/>
        </p:nvCxnSpPr>
        <p:spPr>
          <a:xfrm flipV="1">
            <a:off x="5350381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66D2AC5E-39C4-7D88-3DD1-A4E54DE9E2B3}"/>
              </a:ext>
            </a:extLst>
          </p:cNvPr>
          <p:cNvCxnSpPr>
            <a:cxnSpLocks/>
          </p:cNvCxnSpPr>
          <p:nvPr/>
        </p:nvCxnSpPr>
        <p:spPr>
          <a:xfrm flipV="1">
            <a:off x="4575850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FBACDEB0-9F48-8176-AE77-A96E218C9D98}"/>
              </a:ext>
            </a:extLst>
          </p:cNvPr>
          <p:cNvCxnSpPr>
            <a:cxnSpLocks/>
          </p:cNvCxnSpPr>
          <p:nvPr/>
        </p:nvCxnSpPr>
        <p:spPr>
          <a:xfrm flipV="1">
            <a:off x="6121769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ADA03DE8-7CFB-AA21-4B67-175C588F1B02}"/>
              </a:ext>
            </a:extLst>
          </p:cNvPr>
          <p:cNvCxnSpPr>
            <a:cxnSpLocks/>
          </p:cNvCxnSpPr>
          <p:nvPr/>
        </p:nvCxnSpPr>
        <p:spPr>
          <a:xfrm flipV="1">
            <a:off x="6891276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DE97D22D-9A2F-FE93-F40D-B45A71E2800A}"/>
              </a:ext>
            </a:extLst>
          </p:cNvPr>
          <p:cNvCxnSpPr>
            <a:cxnSpLocks/>
          </p:cNvCxnSpPr>
          <p:nvPr/>
        </p:nvCxnSpPr>
        <p:spPr>
          <a:xfrm flipV="1">
            <a:off x="7662386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/>
              <p:nvPr/>
            </p:nvSpPr>
            <p:spPr>
              <a:xfrm>
                <a:off x="1130369" y="2838790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369" y="2838790"/>
                <a:ext cx="1198533" cy="257186"/>
              </a:xfrm>
              <a:prstGeom prst="rect">
                <a:avLst/>
              </a:prstGeom>
              <a:blipFill>
                <a:blip r:embed="rId16"/>
                <a:stretch>
                  <a:fillRect l="-1523" b="-26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/>
              <p:nvPr/>
            </p:nvSpPr>
            <p:spPr>
              <a:xfrm>
                <a:off x="1137116" y="3142224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10,2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116" y="3142224"/>
                <a:ext cx="1198533" cy="257186"/>
              </a:xfrm>
              <a:prstGeom prst="rect">
                <a:avLst/>
              </a:prstGeom>
              <a:blipFill>
                <a:blip r:embed="rId17"/>
                <a:stretch>
                  <a:fillRect l="-2041" b="-25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/>
              <p:nvPr/>
            </p:nvSpPr>
            <p:spPr>
              <a:xfrm>
                <a:off x="3681245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245" y="3508599"/>
                <a:ext cx="343043" cy="307777"/>
              </a:xfrm>
              <a:prstGeom prst="rect">
                <a:avLst/>
              </a:prstGeom>
              <a:blipFill>
                <a:blip r:embed="rId19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/>
              <p:nvPr/>
            </p:nvSpPr>
            <p:spPr>
              <a:xfrm>
                <a:off x="4455165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5" y="3508599"/>
                <a:ext cx="343043" cy="307777"/>
              </a:xfrm>
              <a:prstGeom prst="rect">
                <a:avLst/>
              </a:prstGeom>
              <a:blipFill>
                <a:blip r:embed="rId20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/>
              <p:nvPr/>
            </p:nvSpPr>
            <p:spPr>
              <a:xfrm>
                <a:off x="5216521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521" y="3508599"/>
                <a:ext cx="343043" cy="307777"/>
              </a:xfrm>
              <a:prstGeom prst="rect">
                <a:avLst/>
              </a:prstGeom>
              <a:blipFill>
                <a:blip r:embed="rId21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/>
              <p:nvPr/>
            </p:nvSpPr>
            <p:spPr>
              <a:xfrm>
                <a:off x="5999809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809" y="3508599"/>
                <a:ext cx="343043" cy="307777"/>
              </a:xfrm>
              <a:prstGeom prst="rect">
                <a:avLst/>
              </a:prstGeom>
              <a:blipFill>
                <a:blip r:embed="rId22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/>
              <p:nvPr/>
            </p:nvSpPr>
            <p:spPr>
              <a:xfrm>
                <a:off x="6858076" y="349759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76" y="3497595"/>
                <a:ext cx="343043" cy="307777"/>
              </a:xfrm>
              <a:prstGeom prst="rect">
                <a:avLst/>
              </a:prstGeom>
              <a:blipFill>
                <a:blip r:embed="rId23"/>
                <a:stretch>
                  <a:fillRect l="-17857" r="-17857" b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/>
              <p:nvPr/>
            </p:nvSpPr>
            <p:spPr>
              <a:xfrm>
                <a:off x="7535450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450" y="3508599"/>
                <a:ext cx="343043" cy="307777"/>
              </a:xfrm>
              <a:prstGeom prst="rect">
                <a:avLst/>
              </a:prstGeom>
              <a:blipFill>
                <a:blip r:embed="rId24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FA63E957-FD30-5964-4068-9F468D6C450D}"/>
              </a:ext>
            </a:extLst>
          </p:cNvPr>
          <p:cNvCxnSpPr>
            <a:cxnSpLocks/>
          </p:cNvCxnSpPr>
          <p:nvPr/>
        </p:nvCxnSpPr>
        <p:spPr>
          <a:xfrm>
            <a:off x="2018290" y="2241735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/>
              <p:nvPr/>
            </p:nvSpPr>
            <p:spPr>
              <a:xfrm>
                <a:off x="2918999" y="3508599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999" y="3508599"/>
                <a:ext cx="200376" cy="307777"/>
              </a:xfrm>
              <a:prstGeom prst="rect">
                <a:avLst/>
              </a:prstGeom>
              <a:blipFill>
                <a:blip r:embed="rId25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0" name="Group 609">
            <a:extLst>
              <a:ext uri="{FF2B5EF4-FFF2-40B4-BE49-F238E27FC236}">
                <a16:creationId xmlns:a16="http://schemas.microsoft.com/office/drawing/2014/main" id="{50F3D87A-9E49-4EBE-C3A0-B99369A50C8E}"/>
              </a:ext>
            </a:extLst>
          </p:cNvPr>
          <p:cNvGrpSpPr/>
          <p:nvPr/>
        </p:nvGrpSpPr>
        <p:grpSpPr>
          <a:xfrm>
            <a:off x="4540137" y="2832015"/>
            <a:ext cx="45719" cy="296189"/>
            <a:chOff x="3509152" y="253612"/>
            <a:chExt cx="45719" cy="296189"/>
          </a:xfrm>
        </p:grpSpPr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424EF7F4-FD3C-EE2D-9BF3-4358F2F14471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09B4BC6C-3E2C-7B0E-98D1-696AA3A848E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7C3A79DB-D818-762B-A64E-892F1C294C91}"/>
              </a:ext>
            </a:extLst>
          </p:cNvPr>
          <p:cNvCxnSpPr>
            <a:cxnSpLocks/>
          </p:cNvCxnSpPr>
          <p:nvPr/>
        </p:nvCxnSpPr>
        <p:spPr>
          <a:xfrm>
            <a:off x="8431968" y="2241734"/>
            <a:ext cx="0" cy="118302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56EB2A09-1FB8-545F-8E3E-D6DB77C6AEFF}"/>
              </a:ext>
            </a:extLst>
          </p:cNvPr>
          <p:cNvCxnSpPr>
            <a:cxnSpLocks/>
          </p:cNvCxnSpPr>
          <p:nvPr/>
        </p:nvCxnSpPr>
        <p:spPr>
          <a:xfrm>
            <a:off x="9203818" y="2241735"/>
            <a:ext cx="0" cy="141586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3B835F54-5561-203A-0BE2-FEAE5DB9379E}"/>
              </a:ext>
            </a:extLst>
          </p:cNvPr>
          <p:cNvCxnSpPr>
            <a:cxnSpLocks/>
          </p:cNvCxnSpPr>
          <p:nvPr/>
        </p:nvCxnSpPr>
        <p:spPr>
          <a:xfrm flipV="1">
            <a:off x="8434848" y="37284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8B11326A-A5D6-6AEF-80C0-B29B830C2941}"/>
              </a:ext>
            </a:extLst>
          </p:cNvPr>
          <p:cNvCxnSpPr>
            <a:cxnSpLocks/>
          </p:cNvCxnSpPr>
          <p:nvPr/>
        </p:nvCxnSpPr>
        <p:spPr>
          <a:xfrm flipV="1">
            <a:off x="9205958" y="37284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/>
              <p:nvPr/>
            </p:nvSpPr>
            <p:spPr>
              <a:xfrm>
                <a:off x="8316046" y="350994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046" y="3509945"/>
                <a:ext cx="343043" cy="307777"/>
              </a:xfrm>
              <a:prstGeom prst="rect">
                <a:avLst/>
              </a:prstGeom>
              <a:blipFill>
                <a:blip r:embed="rId26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/>
              <p:nvPr/>
            </p:nvSpPr>
            <p:spPr>
              <a:xfrm>
                <a:off x="9079022" y="350994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022" y="3509945"/>
                <a:ext cx="343043" cy="307777"/>
              </a:xfrm>
              <a:prstGeom prst="rect">
                <a:avLst/>
              </a:prstGeom>
              <a:blipFill>
                <a:blip r:embed="rId27"/>
                <a:stretch>
                  <a:fillRect l="-15789" r="-15789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7" name="Straight Arrow Connector 616">
            <a:extLst>
              <a:ext uri="{FF2B5EF4-FFF2-40B4-BE49-F238E27FC236}">
                <a16:creationId xmlns:a16="http://schemas.microsoft.com/office/drawing/2014/main" id="{C9462C9F-DDE2-C2EB-45BE-98CF04EB9828}"/>
              </a:ext>
            </a:extLst>
          </p:cNvPr>
          <p:cNvCxnSpPr>
            <a:cxnSpLocks/>
          </p:cNvCxnSpPr>
          <p:nvPr/>
        </p:nvCxnSpPr>
        <p:spPr>
          <a:xfrm>
            <a:off x="2982176" y="3436042"/>
            <a:ext cx="8979091" cy="4756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TextBox 618">
            <a:extLst>
              <a:ext uri="{FF2B5EF4-FFF2-40B4-BE49-F238E27FC236}">
                <a16:creationId xmlns:a16="http://schemas.microsoft.com/office/drawing/2014/main" id="{3737D566-4052-769C-D61E-D4C7A0C24DCB}"/>
              </a:ext>
            </a:extLst>
          </p:cNvPr>
          <p:cNvSpPr txBox="1"/>
          <p:nvPr/>
        </p:nvSpPr>
        <p:spPr>
          <a:xfrm>
            <a:off x="2187514" y="2481786"/>
            <a:ext cx="2135585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500" b="1" dirty="0"/>
              <a:t>Release Handling Scenario</a:t>
            </a:r>
            <a:endParaRPr lang="en-RU" sz="1500" b="1" dirty="0"/>
          </a:p>
        </p:txBody>
      </p: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F14D5B1B-B15A-99A3-3B90-5363A6EEF663}"/>
              </a:ext>
            </a:extLst>
          </p:cNvPr>
          <p:cNvCxnSpPr>
            <a:cxnSpLocks/>
          </p:cNvCxnSpPr>
          <p:nvPr/>
        </p:nvCxnSpPr>
        <p:spPr>
          <a:xfrm>
            <a:off x="9920765" y="2305519"/>
            <a:ext cx="0" cy="1192076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3F919D09-1BAC-3C93-03C4-CD47F2358769}"/>
              </a:ext>
            </a:extLst>
          </p:cNvPr>
          <p:cNvCxnSpPr>
            <a:cxnSpLocks/>
            <a:endCxn id="625" idx="1"/>
          </p:cNvCxnSpPr>
          <p:nvPr/>
        </p:nvCxnSpPr>
        <p:spPr>
          <a:xfrm>
            <a:off x="10729630" y="2232686"/>
            <a:ext cx="0" cy="1428618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4D3C4371-D1E7-F652-4EB4-62D016553E25}"/>
              </a:ext>
            </a:extLst>
          </p:cNvPr>
          <p:cNvCxnSpPr>
            <a:cxnSpLocks/>
          </p:cNvCxnSpPr>
          <p:nvPr/>
        </p:nvCxnSpPr>
        <p:spPr>
          <a:xfrm>
            <a:off x="11369131" y="2223354"/>
            <a:ext cx="0" cy="154446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/>
              <p:nvPr/>
            </p:nvSpPr>
            <p:spPr>
              <a:xfrm>
                <a:off x="11766434" y="3552377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6434" y="3552377"/>
                <a:ext cx="231602" cy="43088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/>
              <p:nvPr/>
            </p:nvSpPr>
            <p:spPr>
              <a:xfrm>
                <a:off x="9917686" y="351037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686" y="3510377"/>
                <a:ext cx="343043" cy="307777"/>
              </a:xfrm>
              <a:prstGeom prst="rect">
                <a:avLst/>
              </a:prstGeom>
              <a:blipFill>
                <a:blip r:embed="rId29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/>
              <p:nvPr/>
            </p:nvSpPr>
            <p:spPr>
              <a:xfrm>
                <a:off x="10729630" y="3507415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0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9630" y="3507415"/>
                <a:ext cx="485710" cy="307777"/>
              </a:xfrm>
              <a:prstGeom prst="rect">
                <a:avLst/>
              </a:prstGeom>
              <a:blipFill>
                <a:blip r:embed="rId30"/>
                <a:stretch>
                  <a:fillRect l="-11250" r="-11250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/>
              <p:nvPr/>
            </p:nvSpPr>
            <p:spPr>
              <a:xfrm>
                <a:off x="3044817" y="755072"/>
                <a:ext cx="171457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817" y="755072"/>
                <a:ext cx="171457" cy="155299"/>
              </a:xfrm>
              <a:prstGeom prst="rect">
                <a:avLst/>
              </a:prstGeom>
              <a:blipFill>
                <a:blip r:embed="rId31"/>
                <a:stretch>
                  <a:fillRect l="-17241" t="-4000" r="-3448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/>
              <p:nvPr/>
            </p:nvSpPr>
            <p:spPr>
              <a:xfrm>
                <a:off x="3049441" y="1050636"/>
                <a:ext cx="171457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441" y="1050636"/>
                <a:ext cx="171457" cy="155620"/>
              </a:xfrm>
              <a:prstGeom prst="rect">
                <a:avLst/>
              </a:prstGeom>
              <a:blipFill>
                <a:blip r:embed="rId32"/>
                <a:stretch>
                  <a:fillRect l="-17857" r="-7143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/>
              <p:nvPr/>
            </p:nvSpPr>
            <p:spPr>
              <a:xfrm>
                <a:off x="4600436" y="1046340"/>
                <a:ext cx="174215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436" y="1046340"/>
                <a:ext cx="174215" cy="155940"/>
              </a:xfrm>
              <a:prstGeom prst="rect">
                <a:avLst/>
              </a:prstGeom>
              <a:blipFill>
                <a:blip r:embed="rId33"/>
                <a:stretch>
                  <a:fillRect l="-21429" t="-4000" r="-7143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1" name="TextBox 770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4871809" y="3220822"/>
                <a:ext cx="138115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71" name="TextBox 770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09" y="3220822"/>
                <a:ext cx="138115" cy="155620"/>
              </a:xfrm>
              <a:prstGeom prst="rect">
                <a:avLst/>
              </a:prstGeom>
              <a:blipFill>
                <a:blip r:embed="rId34"/>
                <a:stretch>
                  <a:fillRect l="-30435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6938038" y="752232"/>
                <a:ext cx="174214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38" y="752232"/>
                <a:ext cx="174214" cy="155620"/>
              </a:xfrm>
              <a:prstGeom prst="rect">
                <a:avLst/>
              </a:prstGeom>
              <a:blipFill>
                <a:blip r:embed="rId35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6152717" y="1050435"/>
                <a:ext cx="174214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717" y="1050435"/>
                <a:ext cx="174214" cy="156710"/>
              </a:xfrm>
              <a:prstGeom prst="rect">
                <a:avLst/>
              </a:prstGeom>
              <a:blipFill>
                <a:blip r:embed="rId36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7713348" y="1055526"/>
                <a:ext cx="174214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348" y="1055526"/>
                <a:ext cx="174214" cy="155299"/>
              </a:xfrm>
              <a:prstGeom prst="rect">
                <a:avLst/>
              </a:prstGeom>
              <a:blipFill>
                <a:blip r:embed="rId37"/>
                <a:stretch>
                  <a:fillRect l="-17241" t="-3846" r="-3448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9261144" y="1052044"/>
                <a:ext cx="174214" cy="159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144" y="1052044"/>
                <a:ext cx="174214" cy="159083"/>
              </a:xfrm>
              <a:prstGeom prst="rect">
                <a:avLst/>
              </a:prstGeom>
              <a:blipFill>
                <a:blip r:embed="rId38"/>
                <a:stretch>
                  <a:fillRect l="-17241" t="-3846" r="-6897" b="-192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10794839" y="1056656"/>
                <a:ext cx="174214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839" y="1056656"/>
                <a:ext cx="174214" cy="156902"/>
              </a:xfrm>
              <a:prstGeom prst="rect">
                <a:avLst/>
              </a:prstGeom>
              <a:blipFill>
                <a:blip r:embed="rId39"/>
                <a:stretch>
                  <a:fillRect l="-21429" r="-7143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10774150" y="752342"/>
                <a:ext cx="174214" cy="156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4150" y="752342"/>
                <a:ext cx="174214" cy="156389"/>
              </a:xfrm>
              <a:prstGeom prst="rect">
                <a:avLst/>
              </a:prstGeom>
              <a:blipFill>
                <a:blip r:embed="rId40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4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10734425" y="740228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10736647" y="1031929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020657" y="2840701"/>
            <a:ext cx="155973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A0521393-9D79-F813-1B0C-93C7ABD86E9C}"/>
                  </a:ext>
                </a:extLst>
              </p:cNvPr>
              <p:cNvSpPr txBox="1"/>
              <p:nvPr/>
            </p:nvSpPr>
            <p:spPr>
              <a:xfrm>
                <a:off x="3731348" y="2926261"/>
                <a:ext cx="138115" cy="1552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A0521393-9D79-F813-1B0C-93C7ABD86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348" y="2926261"/>
                <a:ext cx="138115" cy="155299"/>
              </a:xfrm>
              <a:prstGeom prst="rect">
                <a:avLst/>
              </a:prstGeom>
              <a:blipFill>
                <a:blip r:embed="rId41"/>
                <a:stretch>
                  <a:fillRect l="-30435" t="-3846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616">
            <a:extLst>
              <a:ext uri="{FF2B5EF4-FFF2-40B4-BE49-F238E27FC236}">
                <a16:creationId xmlns:a16="http://schemas.microsoft.com/office/drawing/2014/main" id="{04CFE8CC-9303-7F73-2161-8DC213D53132}"/>
              </a:ext>
            </a:extLst>
          </p:cNvPr>
          <p:cNvCxnSpPr>
            <a:cxnSpLocks/>
          </p:cNvCxnSpPr>
          <p:nvPr/>
        </p:nvCxnSpPr>
        <p:spPr>
          <a:xfrm>
            <a:off x="3019187" y="1348081"/>
            <a:ext cx="8979091" cy="4756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575">
            <a:extLst>
              <a:ext uri="{FF2B5EF4-FFF2-40B4-BE49-F238E27FC236}">
                <a16:creationId xmlns:a16="http://schemas.microsoft.com/office/drawing/2014/main" id="{441C6CA7-7709-DB38-BB54-34093F841868}"/>
              </a:ext>
            </a:extLst>
          </p:cNvPr>
          <p:cNvSpPr/>
          <p:nvPr/>
        </p:nvSpPr>
        <p:spPr>
          <a:xfrm flipH="1">
            <a:off x="6889062" y="2832029"/>
            <a:ext cx="155973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38DE4B-A40F-A4F0-6365-6FAFEAE344A5}"/>
                  </a:ext>
                </a:extLst>
              </p:cNvPr>
              <p:cNvSpPr txBox="1"/>
              <p:nvPr/>
            </p:nvSpPr>
            <p:spPr>
              <a:xfrm>
                <a:off x="7583199" y="2913560"/>
                <a:ext cx="140871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38DE4B-A40F-A4F0-6365-6FAFEAE34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199" y="2913560"/>
                <a:ext cx="140871" cy="155620"/>
              </a:xfrm>
              <a:prstGeom prst="rect">
                <a:avLst/>
              </a:prstGeom>
              <a:blipFill>
                <a:blip r:embed="rId42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575">
            <a:extLst>
              <a:ext uri="{FF2B5EF4-FFF2-40B4-BE49-F238E27FC236}">
                <a16:creationId xmlns:a16="http://schemas.microsoft.com/office/drawing/2014/main" id="{EF05F576-2D8E-62BD-EE81-EA32F6A2ACD9}"/>
              </a:ext>
            </a:extLst>
          </p:cNvPr>
          <p:cNvSpPr/>
          <p:nvPr/>
        </p:nvSpPr>
        <p:spPr>
          <a:xfrm flipH="1">
            <a:off x="10735779" y="2836968"/>
            <a:ext cx="142123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DF61AD4-03B3-3493-DB49-4FE18D3905F8}"/>
                  </a:ext>
                </a:extLst>
              </p:cNvPr>
              <p:cNvSpPr txBox="1"/>
              <p:nvPr/>
            </p:nvSpPr>
            <p:spPr>
              <a:xfrm>
                <a:off x="11282024" y="2899133"/>
                <a:ext cx="140871" cy="15638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DF61AD4-03B3-3493-DB49-4FE18D390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2024" y="2899133"/>
                <a:ext cx="140871" cy="156389"/>
              </a:xfrm>
              <a:prstGeom prst="rect">
                <a:avLst/>
              </a:prstGeom>
              <a:blipFill>
                <a:blip r:embed="rId43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C4551D5-FB39-7618-983D-D6DB9002B2A7}"/>
                  </a:ext>
                </a:extLst>
              </p:cNvPr>
              <p:cNvSpPr txBox="1"/>
              <p:nvPr/>
            </p:nvSpPr>
            <p:spPr>
              <a:xfrm>
                <a:off x="2354025" y="4551545"/>
                <a:ext cx="485774" cy="2473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C4551D5-FB39-7618-983D-D6DB9002B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025" y="4551545"/>
                <a:ext cx="485774" cy="247375"/>
              </a:xfrm>
              <a:prstGeom prst="rect">
                <a:avLst/>
              </a:prstGeom>
              <a:blipFill>
                <a:blip r:embed="rId44"/>
                <a:stretch>
                  <a:fillRect l="-7500" r="-1250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ADD17AD-3054-5BBD-20B8-E0ABEA26968C}"/>
                  </a:ext>
                </a:extLst>
              </p:cNvPr>
              <p:cNvSpPr txBox="1"/>
              <p:nvPr/>
            </p:nvSpPr>
            <p:spPr>
              <a:xfrm>
                <a:off x="2366450" y="4824270"/>
                <a:ext cx="485774" cy="249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ADD17AD-3054-5BBD-20B8-E0ABEA269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450" y="4824270"/>
                <a:ext cx="485774" cy="249620"/>
              </a:xfrm>
              <a:prstGeom prst="rect">
                <a:avLst/>
              </a:prstGeom>
              <a:blipFill>
                <a:blip r:embed="rId45"/>
                <a:stretch>
                  <a:fillRect l="-7500" r="-1250" b="-170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1296CF-B81B-073B-FC7E-FEE4A556E580}"/>
                  </a:ext>
                </a:extLst>
              </p:cNvPr>
              <p:cNvSpPr txBox="1"/>
              <p:nvPr/>
            </p:nvSpPr>
            <p:spPr>
              <a:xfrm>
                <a:off x="2937424" y="4341517"/>
                <a:ext cx="144364" cy="7367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1296CF-B81B-073B-FC7E-FEE4A556E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424" y="4341517"/>
                <a:ext cx="144364" cy="736740"/>
              </a:xfrm>
              <a:prstGeom prst="rect">
                <a:avLst/>
              </a:prstGeom>
              <a:blipFill>
                <a:blip r:embed="rId46"/>
                <a:stretch>
                  <a:fillRect l="-25000" r="-2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F120849-1099-8E5D-C25C-851AD241C82E}"/>
                  </a:ext>
                </a:extLst>
              </p:cNvPr>
              <p:cNvSpPr txBox="1"/>
              <p:nvPr/>
            </p:nvSpPr>
            <p:spPr>
              <a:xfrm>
                <a:off x="4432378" y="4341517"/>
                <a:ext cx="238848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F120849-1099-8E5D-C25C-851AD241C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378" y="4341517"/>
                <a:ext cx="238848" cy="736740"/>
              </a:xfrm>
              <a:prstGeom prst="rect">
                <a:avLst/>
              </a:prstGeom>
              <a:blipFill>
                <a:blip r:embed="rId47"/>
                <a:stretch>
                  <a:fillRect l="-17949" r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2406059" y="4309533"/>
                <a:ext cx="40472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𝑐𝑢𝑟</m:t>
                          </m:r>
                        </m:sup>
                      </m:sSup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059" y="4309533"/>
                <a:ext cx="404726" cy="246221"/>
              </a:xfrm>
              <a:prstGeom prst="rect">
                <a:avLst/>
              </a:prstGeom>
              <a:blipFill>
                <a:blip r:embed="rId48"/>
                <a:stretch>
                  <a:fillRect l="-10606" b="-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1507FEC-07ED-4565-067B-B38359560EB1}"/>
                  </a:ext>
                </a:extLst>
              </p:cNvPr>
              <p:cNvSpPr txBox="1"/>
              <p:nvPr/>
            </p:nvSpPr>
            <p:spPr>
              <a:xfrm>
                <a:off x="5227222" y="4331525"/>
                <a:ext cx="238848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1507FEC-07ED-4565-067B-B38359560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222" y="4331525"/>
                <a:ext cx="238848" cy="736740"/>
              </a:xfrm>
              <a:prstGeom prst="rect">
                <a:avLst/>
              </a:prstGeom>
              <a:blipFill>
                <a:blip r:embed="rId49"/>
                <a:stretch>
                  <a:fillRect l="-17500" r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FA4F57-9017-1B6D-F285-F67B9D4B1D00}"/>
                  </a:ext>
                </a:extLst>
              </p:cNvPr>
              <p:cNvSpPr txBox="1"/>
              <p:nvPr/>
            </p:nvSpPr>
            <p:spPr>
              <a:xfrm>
                <a:off x="6021810" y="4343171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FA4F57-9017-1B6D-F285-F67B9D4B1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810" y="4343171"/>
                <a:ext cx="238847" cy="736740"/>
              </a:xfrm>
              <a:prstGeom prst="rect">
                <a:avLst/>
              </a:prstGeom>
              <a:blipFill>
                <a:blip r:embed="rId50"/>
                <a:stretch>
                  <a:fillRect l="-20513" r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6767356" y="4347533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356" y="4347533"/>
                <a:ext cx="238847" cy="736740"/>
              </a:xfrm>
              <a:prstGeom prst="rect">
                <a:avLst/>
              </a:prstGeom>
              <a:blipFill>
                <a:blip r:embed="rId51"/>
                <a:stretch>
                  <a:fillRect l="-17949" r="-179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5193830" y="273270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2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2869110" y="273980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Правая фигурная скобка 10"/>
          <p:cNvSpPr/>
          <p:nvPr/>
        </p:nvSpPr>
        <p:spPr>
          <a:xfrm rot="16200000">
            <a:off x="5656471" y="2409962"/>
            <a:ext cx="142240" cy="760031"/>
          </a:xfrm>
          <a:prstGeom prst="rightBrace">
            <a:avLst>
              <a:gd name="adj1" fmla="val 8333"/>
              <a:gd name="adj2" fmla="val 47880"/>
            </a:avLst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9CA1E38-1D8D-68C9-B44B-88E517A4BBF3}"/>
              </a:ext>
            </a:extLst>
          </p:cNvPr>
          <p:cNvSpPr txBox="1"/>
          <p:nvPr/>
        </p:nvSpPr>
        <p:spPr>
          <a:xfrm>
            <a:off x="5280618" y="2423811"/>
            <a:ext cx="944985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 smtClean="0"/>
              <a:t>Busy polling</a:t>
            </a:r>
            <a:endParaRPr lang="en-RU" sz="1400" dirty="0"/>
          </a:p>
        </p:txBody>
      </p:sp>
      <p:sp>
        <p:nvSpPr>
          <p:cNvPr id="179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6094466" y="3142900"/>
            <a:ext cx="78761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6412444" y="3209966"/>
                <a:ext cx="140871" cy="1567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444" y="3209966"/>
                <a:ext cx="140871" cy="156710"/>
              </a:xfrm>
              <a:prstGeom prst="rect">
                <a:avLst/>
              </a:prstGeom>
              <a:blipFill>
                <a:blip r:embed="rId61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6730956" y="273980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8320316" y="4343937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0316" y="4343937"/>
                <a:ext cx="338234" cy="736740"/>
              </a:xfrm>
              <a:prstGeom prst="rect">
                <a:avLst/>
              </a:prstGeom>
              <a:blipFill>
                <a:blip r:embed="rId62"/>
                <a:stretch>
                  <a:fillRect l="-10909" r="-127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7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8430431" y="3125941"/>
            <a:ext cx="759738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8757240" y="3217842"/>
                <a:ext cx="140871" cy="1552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240" y="3217842"/>
                <a:ext cx="140871" cy="155299"/>
              </a:xfrm>
              <a:prstGeom prst="rect">
                <a:avLst/>
              </a:prstGeom>
              <a:blipFill>
                <a:blip r:embed="rId63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9090727" y="4352503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727" y="4352503"/>
                <a:ext cx="338234" cy="736740"/>
              </a:xfrm>
              <a:prstGeom prst="rect">
                <a:avLst/>
              </a:prstGeom>
              <a:blipFill>
                <a:blip r:embed="rId64"/>
                <a:stretch>
                  <a:fillRect l="-10714" r="-10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Правая фигурная скобка 211"/>
          <p:cNvSpPr/>
          <p:nvPr/>
        </p:nvSpPr>
        <p:spPr>
          <a:xfrm rot="16200000">
            <a:off x="10247120" y="2393481"/>
            <a:ext cx="133099" cy="766411"/>
          </a:xfrm>
          <a:prstGeom prst="rightBrace">
            <a:avLst>
              <a:gd name="adj1" fmla="val 8333"/>
              <a:gd name="adj2" fmla="val 47880"/>
            </a:avLst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29CA1E38-1D8D-68C9-B44B-88E517A4BBF3}"/>
              </a:ext>
            </a:extLst>
          </p:cNvPr>
          <p:cNvSpPr txBox="1"/>
          <p:nvPr/>
        </p:nvSpPr>
        <p:spPr>
          <a:xfrm>
            <a:off x="9790795" y="2451083"/>
            <a:ext cx="944985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 smtClean="0"/>
              <a:t>Busy polling</a:t>
            </a:r>
            <a:endParaRPr lang="en-RU" sz="1400" dirty="0"/>
          </a:p>
        </p:txBody>
      </p:sp>
      <p:sp>
        <p:nvSpPr>
          <p:cNvPr id="216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10575943" y="2686832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0" name="Правая фигурная скобка 39"/>
          <p:cNvSpPr/>
          <p:nvPr/>
        </p:nvSpPr>
        <p:spPr>
          <a:xfrm rot="5400000">
            <a:off x="4082027" y="2744174"/>
            <a:ext cx="170800" cy="2374823"/>
          </a:xfrm>
          <a:prstGeom prst="rightBrace">
            <a:avLst>
              <a:gd name="adj1" fmla="val 101754"/>
              <a:gd name="adj2" fmla="val 58359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537541" y="4030292"/>
                <a:ext cx="908775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𝑖𝑡𝑒𝑟𝑎𝑡𝑖𝑜𝑛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541" y="4030292"/>
                <a:ext cx="908775" cy="215444"/>
              </a:xfrm>
              <a:prstGeom prst="rect">
                <a:avLst/>
              </a:prstGeom>
              <a:blipFill>
                <a:blip r:embed="rId65"/>
                <a:stretch>
                  <a:fillRect l="-4027" r="-4027" b="-8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1370953" y="5487786"/>
                <a:ext cx="1366977" cy="1935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𝑠𝑘𝑖𝑝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?→ </m:t>
                    </m:r>
                    <m:sSup>
                      <m:s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𝑐𝑢𝑟</m:t>
                        </m:r>
                      </m:sup>
                    </m:sSup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 smtClean="0"/>
                  <a:t>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𝑛𝑒𝑥𝑡</m:t>
                        </m:r>
                      </m:sup>
                    </m:sSubSup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953" y="5487786"/>
                <a:ext cx="1366977" cy="193515"/>
              </a:xfrm>
              <a:prstGeom prst="rect">
                <a:avLst/>
              </a:prstGeom>
              <a:blipFill>
                <a:blip r:embed="rId66"/>
                <a:stretch>
                  <a:fillRect l="-5357" t="-18750" b="-5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5148725" y="5435962"/>
                <a:ext cx="459998" cy="1637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05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1050" dirty="0" smtClean="0">
                    <a:solidFill>
                      <a:srgbClr val="FF0000"/>
                    </a:solidFill>
                  </a:rPr>
                  <a:t> 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050" dirty="0" smtClean="0">
                    <a:solidFill>
                      <a:schemeClr val="tx1"/>
                    </a:solidFill>
                  </a:rPr>
                  <a:t> </a:t>
                </a:r>
                <a:endParaRPr lang="en-RU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725" y="5435962"/>
                <a:ext cx="459998" cy="163763"/>
              </a:xfrm>
              <a:prstGeom prst="rect">
                <a:avLst/>
              </a:prstGeom>
              <a:blipFill>
                <a:blip r:embed="rId67"/>
                <a:stretch>
                  <a:fillRect l="-10667" t="-22222" b="-481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9085055" y="5520436"/>
                <a:ext cx="461601" cy="1670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</m:oMath>
                </a14:m>
                <a:r>
                  <a:rPr lang="en-US" sz="1050" dirty="0" smtClean="0">
                    <a:solidFill>
                      <a:schemeClr val="tx1"/>
                    </a:solidFill>
                  </a:rPr>
                  <a:t> </a:t>
                </a:r>
                <a:endParaRPr lang="en-RU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055" y="5520436"/>
                <a:ext cx="461601" cy="167097"/>
              </a:xfrm>
              <a:prstGeom prst="rect">
                <a:avLst/>
              </a:prstGeom>
              <a:blipFill>
                <a:blip r:embed="rId68"/>
                <a:stretch>
                  <a:fillRect l="-10526" t="-18519" b="-5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4342991" y="5521023"/>
                <a:ext cx="459998" cy="1635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050" dirty="0" smtClean="0">
                    <a:solidFill>
                      <a:schemeClr val="tx1"/>
                    </a:solidFill>
                  </a:rPr>
                  <a:t> </a:t>
                </a:r>
                <a:endParaRPr lang="en-RU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991" y="5521023"/>
                <a:ext cx="459998" cy="163506"/>
              </a:xfrm>
              <a:prstGeom prst="rect">
                <a:avLst/>
              </a:prstGeom>
              <a:blipFill>
                <a:blip r:embed="rId69"/>
                <a:stretch>
                  <a:fillRect l="-10526" t="-22222" b="-481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6639048" y="5522384"/>
                <a:ext cx="459998" cy="1631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ru-RU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lang="en-US" sz="1050" dirty="0" smtClean="0">
                    <a:solidFill>
                      <a:schemeClr val="tx1"/>
                    </a:solidFill>
                  </a:rPr>
                  <a:t> </a:t>
                </a:r>
                <a:endParaRPr lang="en-RU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048" y="5522384"/>
                <a:ext cx="459998" cy="163122"/>
              </a:xfrm>
              <a:prstGeom prst="rect">
                <a:avLst/>
              </a:prstGeom>
              <a:blipFill>
                <a:blip r:embed="rId70"/>
                <a:stretch>
                  <a:fillRect l="-10526" t="-22222" b="-481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5152734" y="5614777"/>
                <a:ext cx="476862" cy="172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05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𝟑𝟎</m:t>
                    </m:r>
                  </m:oMath>
                </a14:m>
                <a:r>
                  <a:rPr lang="en-US" sz="1050" b="1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105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105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bSup>
                  </m:oMath>
                </a14:m>
                <a:r>
                  <a:rPr lang="en-US" sz="1050" dirty="0" smtClean="0">
                    <a:solidFill>
                      <a:schemeClr val="tx1"/>
                    </a:solidFill>
                  </a:rPr>
                  <a:t> </a:t>
                </a:r>
                <a:endParaRPr lang="en-RU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734" y="5614777"/>
                <a:ext cx="476862" cy="172868"/>
              </a:xfrm>
              <a:prstGeom prst="rect">
                <a:avLst/>
              </a:prstGeom>
              <a:blipFill>
                <a:blip r:embed="rId71"/>
                <a:stretch>
                  <a:fillRect l="-10256" t="-17857" b="-5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8276080" y="5516129"/>
                <a:ext cx="459998" cy="1642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ru-RU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US" sz="1050" dirty="0" smtClean="0">
                    <a:solidFill>
                      <a:schemeClr val="tx1"/>
                    </a:solidFill>
                  </a:rPr>
                  <a:t> </a:t>
                </a:r>
                <a:endParaRPr lang="en-RU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080" y="5516129"/>
                <a:ext cx="459998" cy="164276"/>
              </a:xfrm>
              <a:prstGeom prst="rect">
                <a:avLst/>
              </a:prstGeom>
              <a:blipFill>
                <a:blip r:embed="rId72"/>
                <a:stretch>
                  <a:fillRect l="-10667" t="-22222" b="-481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3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9190169" y="3134972"/>
            <a:ext cx="722366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9362273" y="3231148"/>
                <a:ext cx="140871" cy="1590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73" y="3231148"/>
                <a:ext cx="140871" cy="159083"/>
              </a:xfrm>
              <a:prstGeom prst="rect">
                <a:avLst/>
              </a:prstGeom>
              <a:blipFill>
                <a:blip r:embed="rId73"/>
                <a:stretch>
                  <a:fillRect l="-34783" t="-3846" r="-4348" b="-346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9045891" y="271798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68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9769534" y="2712618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1293675" y="5133384"/>
                <a:ext cx="1520160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𝑚𝑖𝑠𝑠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?→ </m:t>
                    </m:r>
                    <m:sSup>
                      <m:s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𝑐𝑢𝑟</m:t>
                        </m:r>
                      </m:sup>
                    </m:sSup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/>
                  <a:t>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12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675" y="5133384"/>
                <a:ext cx="1520160" cy="199542"/>
              </a:xfrm>
              <a:prstGeom prst="rect">
                <a:avLst/>
              </a:prstGeom>
              <a:blipFill>
                <a:blip r:embed="rId74"/>
                <a:stretch>
                  <a:fillRect l="-3200" t="-15152" r="-1200" b="-484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4143188" y="5169909"/>
                <a:ext cx="708784" cy="163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05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+50</m:t>
                    </m:r>
                  </m:oMath>
                </a14:m>
                <a:r>
                  <a:rPr lang="en-US" sz="1050" dirty="0" smtClean="0">
                    <a:solidFill>
                      <a:schemeClr val="tx1"/>
                    </a:solidFill>
                  </a:rPr>
                  <a:t> </a:t>
                </a:r>
                <a:endParaRPr lang="en-RU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188" y="5169909"/>
                <a:ext cx="708784" cy="163186"/>
              </a:xfrm>
              <a:prstGeom prst="rect">
                <a:avLst/>
              </a:prstGeom>
              <a:blipFill>
                <a:blip r:embed="rId75"/>
                <a:stretch>
                  <a:fillRect l="-6897" t="-22222" r="-1724" b="-5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5032405" y="5176068"/>
                <a:ext cx="708784" cy="163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1050" dirty="0" smtClean="0">
                    <a:solidFill>
                      <a:srgbClr val="FF0000"/>
                    </a:solidFill>
                  </a:rPr>
                  <a:t> 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05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+20</m:t>
                    </m:r>
                  </m:oMath>
                </a14:m>
                <a:r>
                  <a:rPr lang="en-US" sz="1050" dirty="0" smtClean="0">
                    <a:solidFill>
                      <a:srgbClr val="FF0000"/>
                    </a:solidFill>
                  </a:rPr>
                  <a:t> </a:t>
                </a:r>
                <a:endParaRPr lang="en-RU" sz="105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405" y="5176068"/>
                <a:ext cx="708784" cy="163443"/>
              </a:xfrm>
              <a:prstGeom prst="rect">
                <a:avLst/>
              </a:prstGeom>
              <a:blipFill>
                <a:blip r:embed="rId76"/>
                <a:stretch>
                  <a:fillRect l="-6897" t="-22222" r="-1724" b="-5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6560635" y="5186782"/>
                <a:ext cx="711670" cy="1645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sz="105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+20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RU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635" y="5186782"/>
                <a:ext cx="711670" cy="164597"/>
              </a:xfrm>
              <a:prstGeom prst="rect">
                <a:avLst/>
              </a:prstGeom>
              <a:blipFill>
                <a:blip r:embed="rId77"/>
                <a:stretch>
                  <a:fillRect l="-6838" t="-22222" r="-855" b="-481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8157939" y="5186506"/>
                <a:ext cx="711670" cy="1635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05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+50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RU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939" y="5186506"/>
                <a:ext cx="711670" cy="163506"/>
              </a:xfrm>
              <a:prstGeom prst="rect">
                <a:avLst/>
              </a:prstGeom>
              <a:blipFill>
                <a:blip r:embed="rId78"/>
                <a:stretch>
                  <a:fillRect l="-6838" t="-22222" r="-1709" b="-481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9827183" y="4351966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i="1" dirty="0" smtClean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7183" y="4351966"/>
                <a:ext cx="338234" cy="736740"/>
              </a:xfrm>
              <a:prstGeom prst="rect">
                <a:avLst/>
              </a:prstGeom>
              <a:blipFill>
                <a:blip r:embed="rId79"/>
                <a:stretch>
                  <a:fillRect l="-10714" r="-10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8983525" y="5189915"/>
                <a:ext cx="711670" cy="1631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en-US" sz="105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+20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RU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3525" y="5189915"/>
                <a:ext cx="711670" cy="163122"/>
              </a:xfrm>
              <a:prstGeom prst="rect">
                <a:avLst/>
              </a:prstGeom>
              <a:blipFill>
                <a:blip r:embed="rId80"/>
                <a:stretch>
                  <a:fillRect l="-6897" t="-22222" r="-1724" b="-5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5946507" y="271798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673512" y="6607443"/>
                <a:ext cx="171540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𝑟𝑒𝑎𝑑𝑖𝑛𝑒𝑠𝑠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𝑐h𝑒𝑐𝑘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𝑖𝑛𝑠𝑡𝑎𝑛𝑡</m:t>
                      </m:r>
                    </m:oMath>
                  </m:oMathPara>
                </a14:m>
                <a:endParaRPr lang="en-US" sz="1200" b="0" i="1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12" y="6607443"/>
                <a:ext cx="1715406" cy="184666"/>
              </a:xfrm>
              <a:prstGeom prst="rect">
                <a:avLst/>
              </a:prstGeom>
              <a:blipFill>
                <a:blip r:embed="rId81"/>
                <a:stretch>
                  <a:fillRect l="-1773" r="-1418"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" name="Правая фигурная скобка 182"/>
          <p:cNvSpPr/>
          <p:nvPr/>
        </p:nvSpPr>
        <p:spPr>
          <a:xfrm rot="5400000">
            <a:off x="7972468" y="2751917"/>
            <a:ext cx="134601" cy="2328098"/>
          </a:xfrm>
          <a:prstGeom prst="rightBrace">
            <a:avLst>
              <a:gd name="adj1" fmla="val 101754"/>
              <a:gd name="adj2" fmla="val 58359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396204" y="4016985"/>
                <a:ext cx="9087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𝑖𝑡𝑒𝑟𝑎𝑡𝑖𝑜𝑛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204" y="4016985"/>
                <a:ext cx="908775" cy="215444"/>
              </a:xfrm>
              <a:prstGeom prst="rect">
                <a:avLst/>
              </a:prstGeom>
              <a:blipFill>
                <a:blip r:embed="rId82"/>
                <a:stretch>
                  <a:fillRect l="-4027" r="-4027" b="-5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713595" y="6078736"/>
            <a:ext cx="561752" cy="289752"/>
          </a:xfrm>
          <a:prstGeom prst="rect">
            <a:avLst/>
          </a:prstGeom>
          <a:pattFill prst="wdUpDiag">
            <a:fgClr>
              <a:srgbClr val="C00000"/>
            </a:fgClr>
            <a:bgClr>
              <a:schemeClr val="bg1"/>
            </a:bgClr>
          </a:patt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1332064" y="6123841"/>
                <a:ext cx="550087" cy="1906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RU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𝑚𝑖𝑠𝑠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064" y="6123841"/>
                <a:ext cx="550087" cy="190693"/>
              </a:xfrm>
              <a:prstGeom prst="rect">
                <a:avLst/>
              </a:prstGeom>
              <a:blipFill>
                <a:blip r:embed="rId83"/>
                <a:stretch>
                  <a:fillRect l="-6667" t="-3226" r="-5556" b="-96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9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4964527" y="5960808"/>
            <a:ext cx="114717" cy="592205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5243030" y="5939174"/>
                <a:ext cx="177555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smtClean="0">
                          <a:latin typeface="Cambria Math" panose="02040503050406030204" pitchFamily="18" charset="0"/>
                        </a:rPr>
                        <m:t>One</m:t>
                      </m:r>
                      <m:r>
                        <a:rPr lang="en-US" sz="12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smtClean="0">
                          <a:latin typeface="Cambria Math" panose="02040503050406030204" pitchFamily="18" charset="0"/>
                        </a:rPr>
                        <m:t>while</m:t>
                      </m:r>
                      <m:r>
                        <a:rPr lang="en-US" sz="120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200" smtClean="0">
                          <a:latin typeface="Cambria Math" panose="02040503050406030204" pitchFamily="18" charset="0"/>
                        </a:rPr>
                        <m:t>loop</m:t>
                      </m:r>
                      <m:r>
                        <a:rPr lang="en-US" sz="12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smtClean="0">
                          <a:latin typeface="Cambria Math" panose="02040503050406030204" pitchFamily="18" charset="0"/>
                        </a:rPr>
                        <m:t>iteration</m:t>
                      </m:r>
                    </m:oMath>
                  </m:oMathPara>
                </a14:m>
                <a:endParaRPr lang="ru-RU" sz="120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Check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task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set</m:t>
                      </m:r>
                    </m:oMath>
                  </m:oMathPara>
                </a14:m>
                <a:endParaRPr lang="en-US" sz="120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ready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launch</m:t>
                      </m:r>
                    </m:oMath>
                  </m:oMathPara>
                </a14:m>
                <a:endParaRPr lang="en-US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030" y="5939174"/>
                <a:ext cx="1775551" cy="553998"/>
              </a:xfrm>
              <a:prstGeom prst="rect">
                <a:avLst/>
              </a:prstGeom>
              <a:blipFill>
                <a:blip r:embed="rId84"/>
                <a:stretch>
                  <a:fillRect l="-2749" r="-344" b="-109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2070697" y="6088623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2177673" y="6129857"/>
                <a:ext cx="80829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𝐽𝑜𝑏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𝑟𝑒𝑙𝑒𝑎𝑠𝑒</m:t>
                      </m:r>
                    </m:oMath>
                  </m:oMathPara>
                </a14:m>
                <a:endParaRPr lang="en-RU" sz="1200" i="1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673" y="6129857"/>
                <a:ext cx="808298" cy="184666"/>
              </a:xfrm>
              <a:prstGeom prst="rect">
                <a:avLst/>
              </a:prstGeom>
              <a:blipFill>
                <a:blip r:embed="rId85"/>
                <a:stretch>
                  <a:fillRect l="-6015" t="-3333" r="-3759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0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3170679" y="6112035"/>
            <a:ext cx="62984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907066" y="6132708"/>
                <a:ext cx="8579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𝑜𝑏</m:t>
                    </m:r>
                  </m:oMath>
                </a14:m>
                <a:r>
                  <a:rPr lang="en-US" sz="1200" dirty="0" smtClean="0"/>
                  <a:t> </a:t>
                </a:r>
                <a:r>
                  <a:rPr lang="en-US" sz="1200" i="1" dirty="0" smtClean="0"/>
                  <a:t>execution</a:t>
                </a:r>
                <a:endParaRPr lang="en-RU" sz="1200" i="1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066" y="6132708"/>
                <a:ext cx="857927" cy="184666"/>
              </a:xfrm>
              <a:prstGeom prst="rect">
                <a:avLst/>
              </a:prstGeom>
              <a:blipFill>
                <a:blip r:embed="rId86"/>
                <a:stretch>
                  <a:fillRect l="-7801" t="-26667" r="-9220" b="-5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авая фигурная скобка 7"/>
          <p:cNvSpPr/>
          <p:nvPr/>
        </p:nvSpPr>
        <p:spPr>
          <a:xfrm>
            <a:off x="7307498" y="5902754"/>
            <a:ext cx="164223" cy="662577"/>
          </a:xfrm>
          <a:prstGeom prst="rightBrace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35507" y="6049376"/>
                <a:ext cx="19011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200" i="1"/>
                        <m:t>Busy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polling</m:t>
                      </m:r>
                      <m:r>
                        <m:rPr>
                          <m:nor/>
                        </m:rPr>
                        <a:rPr lang="en-US" sz="1200" i="1"/>
                        <m:t>: </m:t>
                      </m:r>
                    </m:oMath>
                  </m:oMathPara>
                </a14:m>
                <a:endParaRPr lang="en-US" sz="1200" i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200" i="1"/>
                        <m:t>repeated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b="0" i="1" smtClean="0"/>
                        <m:t>while</m:t>
                      </m:r>
                      <m:r>
                        <m:rPr>
                          <m:nor/>
                        </m:rPr>
                        <a:rPr lang="en-US" sz="1200" b="0" i="1" smtClean="0"/>
                        <m:t> </m:t>
                      </m:r>
                      <m:r>
                        <m:rPr>
                          <m:nor/>
                        </m:rPr>
                        <a:rPr lang="en-US" sz="1200" b="0" i="1" smtClean="0"/>
                        <m:t>loop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iterations</m:t>
                      </m:r>
                    </m:oMath>
                  </m:oMathPara>
                </a14:m>
                <a:endParaRPr lang="en-RU" sz="12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507" y="6049376"/>
                <a:ext cx="1901161" cy="369332"/>
              </a:xfrm>
              <a:prstGeom prst="rect">
                <a:avLst/>
              </a:prstGeom>
              <a:blipFill>
                <a:blip r:embed="rId87"/>
                <a:stretch>
                  <a:fillRect l="-2251" r="-1929" b="-11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Правая фигурная скобка 220"/>
          <p:cNvSpPr/>
          <p:nvPr/>
        </p:nvSpPr>
        <p:spPr>
          <a:xfrm>
            <a:off x="9849578" y="5878869"/>
            <a:ext cx="224661" cy="662577"/>
          </a:xfrm>
          <a:prstGeom prst="rightBrace">
            <a:avLst>
              <a:gd name="adj1" fmla="val 101754"/>
              <a:gd name="adj2" fmla="val 53819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10074239" y="6050978"/>
                <a:ext cx="18605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𝑖𝑡𝑒𝑟𝑎𝑡𝑖𝑜𝑛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</m:oMath>
                  </m:oMathPara>
                </a14:m>
                <a:endParaRPr lang="en-US" sz="1200" b="0" i="1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𝑂𝑛𝑒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𝑤h𝑖𝑙𝑒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𝑙𝑜𝑜𝑝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𝑖𝑡𝑒𝑟𝑎𝑡𝑖𝑜𝑛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4239" y="6050978"/>
                <a:ext cx="1860574" cy="369332"/>
              </a:xfrm>
              <a:prstGeom prst="rect">
                <a:avLst/>
              </a:prstGeom>
              <a:blipFill>
                <a:blip r:embed="rId88"/>
                <a:stretch>
                  <a:fillRect l="-1639" r="-1311" b="-1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292827" y="261164"/>
                <a:ext cx="1634871" cy="277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U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RU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RU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27" y="261164"/>
                <a:ext cx="1634871" cy="277961"/>
              </a:xfrm>
              <a:prstGeom prst="rect">
                <a:avLst/>
              </a:prstGeom>
              <a:blipFill>
                <a:blip r:embed="rId89"/>
                <a:stretch>
                  <a:fillRect b="-2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7806928" y="195751"/>
                <a:ext cx="2797368" cy="2571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i="1"/>
                        <m:t>Superloop</m:t>
                      </m:r>
                      <m:r>
                        <m:rPr>
                          <m:nor/>
                        </m:rPr>
                        <a:rPr lang="en-US" sz="1600" i="1"/>
                        <m:t> </m:t>
                      </m:r>
                      <m:r>
                        <m:rPr>
                          <m:nor/>
                        </m:rPr>
                        <a:rPr lang="en-US" sz="1600" i="1"/>
                        <m:t>polling</m:t>
                      </m:r>
                      <m:r>
                        <m:rPr>
                          <m:nor/>
                        </m:rPr>
                        <a:rPr lang="en-US" sz="1600" i="1"/>
                        <m:t> </m:t>
                      </m:r>
                      <m:r>
                        <m:rPr>
                          <m:nor/>
                        </m:rPr>
                        <a:rPr lang="en-US" sz="1600" i="1"/>
                        <m:t>order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928" y="195751"/>
                <a:ext cx="2797368" cy="257186"/>
              </a:xfrm>
              <a:prstGeom prst="rect">
                <a:avLst/>
              </a:prstGeom>
              <a:blipFill>
                <a:blip r:embed="rId90"/>
                <a:stretch>
                  <a:fillRect l="-1961" r="-654" b="-28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Прямая соединительная линия 15"/>
          <p:cNvCxnSpPr/>
          <p:nvPr/>
        </p:nvCxnSpPr>
        <p:spPr>
          <a:xfrm>
            <a:off x="1141570" y="4560376"/>
            <a:ext cx="10376148" cy="196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9" name="Прямая соединительная линия 218"/>
          <p:cNvCxnSpPr/>
          <p:nvPr/>
        </p:nvCxnSpPr>
        <p:spPr>
          <a:xfrm>
            <a:off x="1154778" y="4815929"/>
            <a:ext cx="10376148" cy="196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4" name="Прямая соединительная линия 223"/>
          <p:cNvCxnSpPr/>
          <p:nvPr/>
        </p:nvCxnSpPr>
        <p:spPr>
          <a:xfrm>
            <a:off x="1141570" y="5100618"/>
            <a:ext cx="10376148" cy="196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Прямая соединительная линия 224"/>
          <p:cNvCxnSpPr/>
          <p:nvPr/>
        </p:nvCxnSpPr>
        <p:spPr>
          <a:xfrm>
            <a:off x="1157167" y="5385726"/>
            <a:ext cx="10376148" cy="196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Прямая соединительная линия 225"/>
          <p:cNvCxnSpPr/>
          <p:nvPr/>
        </p:nvCxnSpPr>
        <p:spPr>
          <a:xfrm>
            <a:off x="1154778" y="5816039"/>
            <a:ext cx="10376148" cy="196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Прямая соединительная линия 234"/>
          <p:cNvCxnSpPr/>
          <p:nvPr/>
        </p:nvCxnSpPr>
        <p:spPr>
          <a:xfrm flipV="1">
            <a:off x="2852224" y="4274606"/>
            <a:ext cx="0" cy="15405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Прямая соединительная линия 235"/>
          <p:cNvCxnSpPr/>
          <p:nvPr/>
        </p:nvCxnSpPr>
        <p:spPr>
          <a:xfrm flipV="1">
            <a:off x="3170679" y="4274606"/>
            <a:ext cx="0" cy="15405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Прямая соединительная линия 236"/>
          <p:cNvCxnSpPr/>
          <p:nvPr/>
        </p:nvCxnSpPr>
        <p:spPr>
          <a:xfrm flipV="1">
            <a:off x="4940866" y="4274606"/>
            <a:ext cx="0" cy="15610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Прямая соединительная линия 237"/>
          <p:cNvCxnSpPr/>
          <p:nvPr/>
        </p:nvCxnSpPr>
        <p:spPr>
          <a:xfrm flipV="1">
            <a:off x="5848750" y="4274606"/>
            <a:ext cx="0" cy="15610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Прямая соединительная линия 238"/>
          <p:cNvCxnSpPr/>
          <p:nvPr/>
        </p:nvCxnSpPr>
        <p:spPr>
          <a:xfrm flipV="1">
            <a:off x="6482879" y="4268962"/>
            <a:ext cx="0" cy="15610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0" name="Прямая соединительная линия 239"/>
          <p:cNvCxnSpPr/>
          <p:nvPr/>
        </p:nvCxnSpPr>
        <p:spPr>
          <a:xfrm flipH="1" flipV="1">
            <a:off x="8037095" y="4282866"/>
            <a:ext cx="2673" cy="155953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1" name="Прямая соединительная линия 240"/>
          <p:cNvCxnSpPr/>
          <p:nvPr/>
        </p:nvCxnSpPr>
        <p:spPr>
          <a:xfrm flipV="1">
            <a:off x="8920837" y="4341098"/>
            <a:ext cx="0" cy="149042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Прямая соединительная линия 241"/>
          <p:cNvCxnSpPr/>
          <p:nvPr/>
        </p:nvCxnSpPr>
        <p:spPr>
          <a:xfrm flipH="1" flipV="1">
            <a:off x="9695195" y="4282866"/>
            <a:ext cx="19474" cy="156276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9774512" y="5179882"/>
                <a:ext cx="711670" cy="1670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  <m:r>
                      <a:rPr lang="en-US" sz="105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+20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RU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4512" y="5179882"/>
                <a:ext cx="711670" cy="167097"/>
              </a:xfrm>
              <a:prstGeom prst="rect">
                <a:avLst/>
              </a:prstGeom>
              <a:blipFill>
                <a:blip r:embed="rId91"/>
                <a:stretch>
                  <a:fillRect l="-6838" t="-18519" r="-855" b="-5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9827183" y="5503318"/>
                <a:ext cx="461601" cy="164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&lt;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</m:oMath>
                </a14:m>
                <a:r>
                  <a:rPr lang="en-US" sz="1050" dirty="0" smtClean="0">
                    <a:solidFill>
                      <a:schemeClr val="tx1"/>
                    </a:solidFill>
                  </a:rPr>
                  <a:t> </a:t>
                </a:r>
                <a:endParaRPr lang="en-RU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7183" y="5503318"/>
                <a:ext cx="461601" cy="164789"/>
              </a:xfrm>
              <a:prstGeom prst="rect">
                <a:avLst/>
              </a:prstGeom>
              <a:blipFill>
                <a:blip r:embed="rId92"/>
                <a:stretch>
                  <a:fillRect l="-10526" t="-22222" b="-481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7" name="Прямая соединительная линия 246"/>
          <p:cNvCxnSpPr/>
          <p:nvPr/>
        </p:nvCxnSpPr>
        <p:spPr>
          <a:xfrm>
            <a:off x="1154778" y="4266647"/>
            <a:ext cx="10376148" cy="196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Прямая соединительная линия 247"/>
          <p:cNvCxnSpPr/>
          <p:nvPr/>
        </p:nvCxnSpPr>
        <p:spPr>
          <a:xfrm flipV="1">
            <a:off x="4088633" y="4276606"/>
            <a:ext cx="0" cy="15610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495427" y="5166376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427" y="5166376"/>
                <a:ext cx="150682" cy="184666"/>
              </a:xfrm>
              <a:prstGeom prst="rect">
                <a:avLst/>
              </a:prstGeom>
              <a:blipFill>
                <a:blip r:embed="rId93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497428" y="5523315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428" y="5523315"/>
                <a:ext cx="150682" cy="184666"/>
              </a:xfrm>
              <a:prstGeom prst="rect">
                <a:avLst/>
              </a:prstGeom>
              <a:blipFill>
                <a:blip r:embed="rId94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491303" y="4609049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303" y="4609049"/>
                <a:ext cx="150682" cy="184666"/>
              </a:xfrm>
              <a:prstGeom prst="rect">
                <a:avLst/>
              </a:prstGeom>
              <a:blipFill>
                <a:blip r:embed="rId94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499317" y="4887780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317" y="4887780"/>
                <a:ext cx="150682" cy="184666"/>
              </a:xfrm>
              <a:prstGeom prst="rect">
                <a:avLst/>
              </a:prstGeom>
              <a:blipFill>
                <a:blip r:embed="rId93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499320" y="4334326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320" y="4334326"/>
                <a:ext cx="150682" cy="184666"/>
              </a:xfrm>
              <a:prstGeom prst="rect">
                <a:avLst/>
              </a:prstGeom>
              <a:blipFill>
                <a:blip r:embed="rId93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2" name="Прямая соединительная линия 261"/>
          <p:cNvCxnSpPr/>
          <p:nvPr/>
        </p:nvCxnSpPr>
        <p:spPr>
          <a:xfrm flipH="1" flipV="1">
            <a:off x="7389389" y="4278851"/>
            <a:ext cx="2673" cy="155953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30476" y="5174439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476" y="5174439"/>
                <a:ext cx="150682" cy="184666"/>
              </a:xfrm>
              <a:prstGeom prst="rect">
                <a:avLst/>
              </a:prstGeom>
              <a:blipFill>
                <a:blip r:embed="rId94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32477" y="5531378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477" y="5531378"/>
                <a:ext cx="150682" cy="184666"/>
              </a:xfrm>
              <a:prstGeom prst="rect">
                <a:avLst/>
              </a:prstGeom>
              <a:blipFill>
                <a:blip r:embed="rId95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26352" y="4617112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352" y="4617112"/>
                <a:ext cx="150682" cy="184666"/>
              </a:xfrm>
              <a:prstGeom prst="rect">
                <a:avLst/>
              </a:prstGeom>
              <a:blipFill>
                <a:blip r:embed="rId95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34366" y="4895843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4366" y="4895843"/>
                <a:ext cx="150682" cy="184666"/>
              </a:xfrm>
              <a:prstGeom prst="rect">
                <a:avLst/>
              </a:prstGeom>
              <a:blipFill>
                <a:blip r:embed="rId93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34369" y="4342389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4369" y="4342389"/>
                <a:ext cx="150682" cy="184666"/>
              </a:xfrm>
              <a:prstGeom prst="rect">
                <a:avLst/>
              </a:prstGeom>
              <a:blipFill>
                <a:blip r:embed="rId95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Овал 35"/>
          <p:cNvSpPr/>
          <p:nvPr/>
        </p:nvSpPr>
        <p:spPr>
          <a:xfrm>
            <a:off x="3197467" y="4310674"/>
            <a:ext cx="754147" cy="1488938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6" name="Овал 285"/>
          <p:cNvSpPr/>
          <p:nvPr/>
        </p:nvSpPr>
        <p:spPr>
          <a:xfrm>
            <a:off x="7337653" y="4330152"/>
            <a:ext cx="754147" cy="1488938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 стрелкой 37"/>
          <p:cNvCxnSpPr>
            <a:stCxn id="36" idx="0"/>
          </p:cNvCxnSpPr>
          <p:nvPr/>
        </p:nvCxnSpPr>
        <p:spPr>
          <a:xfrm flipH="1" flipV="1">
            <a:off x="1189580" y="3955740"/>
            <a:ext cx="2384961" cy="354934"/>
          </a:xfrm>
          <a:prstGeom prst="straightConnector1">
            <a:avLst/>
          </a:prstGeom>
          <a:ln w="95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TextBox 287">
            <a:extLst>
              <a:ext uri="{FF2B5EF4-FFF2-40B4-BE49-F238E27FC236}">
                <a16:creationId xmlns:a16="http://schemas.microsoft.com/office/drawing/2014/main" id="{E64389DC-3A52-4AE3-A346-09A38E928D3C}"/>
              </a:ext>
            </a:extLst>
          </p:cNvPr>
          <p:cNvSpPr txBox="1"/>
          <p:nvPr/>
        </p:nvSpPr>
        <p:spPr>
          <a:xfrm>
            <a:off x="96947" y="3827433"/>
            <a:ext cx="1140589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i="1" u="sng" dirty="0"/>
              <a:t>No readiness </a:t>
            </a:r>
            <a:r>
              <a:rPr lang="en-US" sz="1100" i="1" u="sng" dirty="0" smtClean="0"/>
              <a:t>check </a:t>
            </a:r>
            <a:r>
              <a:rPr lang="en-US" sz="1100" i="1" u="sng" dirty="0"/>
              <a:t>task executing</a:t>
            </a:r>
            <a:endParaRPr lang="en-RU" sz="1100" i="1" u="sng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163469" y="6576622"/>
                <a:ext cx="2984791" cy="2072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panose="02040503050406030204" pitchFamily="18" charset="0"/>
                        </a:rPr>
                        <m:t>(−)</m:t>
                      </m:r>
                      <m:r>
                        <m:rPr>
                          <m:nor/>
                        </m:rPr>
                        <a:rPr lang="ru-RU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No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scheduler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check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while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a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job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is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executing</m:t>
                      </m:r>
                    </m:oMath>
                  </m:oMathPara>
                </a14:m>
                <a:endParaRPr lang="en-RU" sz="1200" i="1" dirty="0"/>
              </a:p>
            </p:txBody>
          </p:sp>
        </mc:Choice>
        <mc:Fallback xmlns="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469" y="6576622"/>
                <a:ext cx="2984791" cy="207236"/>
              </a:xfrm>
              <a:prstGeom prst="rect">
                <a:avLst/>
              </a:prstGeom>
              <a:blipFill>
                <a:blip r:embed="rId96"/>
                <a:stretch>
                  <a:fillRect l="-1633" r="-1224" b="-323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8820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6F58-A926-67A9-CA13-0A771CB4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4551798" y="3135009"/>
            <a:ext cx="787612" cy="289752"/>
          </a:xfrm>
          <a:prstGeom prst="rect">
            <a:avLst/>
          </a:prstGeom>
          <a:pattFill prst="wdUpDiag">
            <a:fgClr>
              <a:srgbClr val="C00000"/>
            </a:fgClr>
            <a:bgClr>
              <a:schemeClr val="bg1"/>
            </a:bgClr>
          </a:patt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12A3ED9D-F66C-A242-CABD-C887D7BB1479}"/>
              </a:ext>
            </a:extLst>
          </p:cNvPr>
          <p:cNvCxnSpPr>
            <a:cxnSpLocks/>
          </p:cNvCxnSpPr>
          <p:nvPr/>
        </p:nvCxnSpPr>
        <p:spPr>
          <a:xfrm>
            <a:off x="193964" y="1637823"/>
            <a:ext cx="11175167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37DC3C49-CE96-4A0E-D539-D1DF535193D1}"/>
              </a:ext>
            </a:extLst>
          </p:cNvPr>
          <p:cNvCxnSpPr>
            <a:cxnSpLocks/>
          </p:cNvCxnSpPr>
          <p:nvPr/>
        </p:nvCxnSpPr>
        <p:spPr>
          <a:xfrm>
            <a:off x="3020580" y="1604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771A61B-F652-721C-FE0A-E35CC4B5A9A5}"/>
              </a:ext>
            </a:extLst>
          </p:cNvPr>
          <p:cNvCxnSpPr>
            <a:cxnSpLocks/>
          </p:cNvCxnSpPr>
          <p:nvPr/>
        </p:nvCxnSpPr>
        <p:spPr>
          <a:xfrm>
            <a:off x="2102035" y="1931804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7D6B795-B4C0-F846-8658-FEAAF9CA8709}"/>
              </a:ext>
            </a:extLst>
          </p:cNvPr>
          <p:cNvCxnSpPr>
            <a:cxnSpLocks/>
          </p:cNvCxnSpPr>
          <p:nvPr/>
        </p:nvCxnSpPr>
        <p:spPr>
          <a:xfrm>
            <a:off x="2040619" y="457059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8E139DE-1BBD-2BD7-D872-663D712616DD}"/>
              </a:ext>
            </a:extLst>
          </p:cNvPr>
          <p:cNvCxnSpPr>
            <a:cxnSpLocks/>
          </p:cNvCxnSpPr>
          <p:nvPr/>
        </p:nvCxnSpPr>
        <p:spPr>
          <a:xfrm>
            <a:off x="205264" y="752232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DF1C3B1-97DD-A364-5709-6743152F854B}"/>
              </a:ext>
            </a:extLst>
          </p:cNvPr>
          <p:cNvCxnSpPr>
            <a:cxnSpLocks/>
          </p:cNvCxnSpPr>
          <p:nvPr/>
        </p:nvCxnSpPr>
        <p:spPr>
          <a:xfrm>
            <a:off x="166255" y="1045627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DF87532-B723-96D8-737A-721820918702}"/>
              </a:ext>
            </a:extLst>
          </p:cNvPr>
          <p:cNvCxnSpPr>
            <a:cxnSpLocks/>
          </p:cNvCxnSpPr>
          <p:nvPr/>
        </p:nvCxnSpPr>
        <p:spPr>
          <a:xfrm>
            <a:off x="207818" y="1348751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EDD1B5A-B0FA-7A8F-BD7E-A39D03665270}"/>
              </a:ext>
            </a:extLst>
          </p:cNvPr>
          <p:cNvCxnSpPr>
            <a:cxnSpLocks/>
          </p:cNvCxnSpPr>
          <p:nvPr/>
        </p:nvCxnSpPr>
        <p:spPr>
          <a:xfrm>
            <a:off x="2378482" y="166578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2D14223-C770-7E9F-8180-628BA05B557D}"/>
              </a:ext>
            </a:extLst>
          </p:cNvPr>
          <p:cNvCxnSpPr>
            <a:cxnSpLocks/>
          </p:cNvCxnSpPr>
          <p:nvPr/>
        </p:nvCxnSpPr>
        <p:spPr>
          <a:xfrm>
            <a:off x="3800863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17CE4C1-8F3B-E139-BBDA-F559D5554A6F}"/>
              </a:ext>
            </a:extLst>
          </p:cNvPr>
          <p:cNvCxnSpPr>
            <a:cxnSpLocks/>
          </p:cNvCxnSpPr>
          <p:nvPr/>
        </p:nvCxnSpPr>
        <p:spPr>
          <a:xfrm flipH="1">
            <a:off x="4569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94A6C9F-F71B-9964-6B44-7DAE6C2B9021}"/>
              </a:ext>
            </a:extLst>
          </p:cNvPr>
          <p:cNvCxnSpPr>
            <a:cxnSpLocks/>
          </p:cNvCxnSpPr>
          <p:nvPr/>
        </p:nvCxnSpPr>
        <p:spPr>
          <a:xfrm>
            <a:off x="5354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DF1517E-2C4E-DE61-B1C4-D112142F0DAA}"/>
              </a:ext>
            </a:extLst>
          </p:cNvPr>
          <p:cNvCxnSpPr>
            <a:cxnSpLocks/>
          </p:cNvCxnSpPr>
          <p:nvPr/>
        </p:nvCxnSpPr>
        <p:spPr>
          <a:xfrm flipH="1">
            <a:off x="6107604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38DA259-20D7-6C64-9749-209C41020E39}"/>
              </a:ext>
            </a:extLst>
          </p:cNvPr>
          <p:cNvCxnSpPr>
            <a:cxnSpLocks/>
          </p:cNvCxnSpPr>
          <p:nvPr/>
        </p:nvCxnSpPr>
        <p:spPr>
          <a:xfrm>
            <a:off x="6888266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7EC50D9-598D-3BC4-E0CB-EC4E06D6EB16}"/>
              </a:ext>
            </a:extLst>
          </p:cNvPr>
          <p:cNvCxnSpPr/>
          <p:nvPr/>
        </p:nvCxnSpPr>
        <p:spPr>
          <a:xfrm>
            <a:off x="7660116" y="16657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3DC55248-0F80-75FE-F12C-022EB4EE1244}"/>
              </a:ext>
            </a:extLst>
          </p:cNvPr>
          <p:cNvCxnSpPr/>
          <p:nvPr/>
        </p:nvCxnSpPr>
        <p:spPr>
          <a:xfrm flipV="1">
            <a:off x="380231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5630379C-B644-DC7E-CA82-4425713769E1}"/>
              </a:ext>
            </a:extLst>
          </p:cNvPr>
          <p:cNvCxnSpPr>
            <a:cxnSpLocks/>
          </p:cNvCxnSpPr>
          <p:nvPr/>
        </p:nvCxnSpPr>
        <p:spPr>
          <a:xfrm flipV="1">
            <a:off x="5350381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1B1F9DF-709F-9EE8-9C92-79455CE441CD}"/>
              </a:ext>
            </a:extLst>
          </p:cNvPr>
          <p:cNvCxnSpPr>
            <a:cxnSpLocks/>
          </p:cNvCxnSpPr>
          <p:nvPr/>
        </p:nvCxnSpPr>
        <p:spPr>
          <a:xfrm flipV="1">
            <a:off x="4575850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7CDDD5F-7C50-933A-4E66-A720C92B25A1}"/>
              </a:ext>
            </a:extLst>
          </p:cNvPr>
          <p:cNvCxnSpPr>
            <a:cxnSpLocks/>
          </p:cNvCxnSpPr>
          <p:nvPr/>
        </p:nvCxnSpPr>
        <p:spPr>
          <a:xfrm flipV="1">
            <a:off x="612176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71641A6-6E96-935E-F4BC-0DB246F6F7D6}"/>
              </a:ext>
            </a:extLst>
          </p:cNvPr>
          <p:cNvCxnSpPr>
            <a:cxnSpLocks/>
          </p:cNvCxnSpPr>
          <p:nvPr/>
        </p:nvCxnSpPr>
        <p:spPr>
          <a:xfrm flipV="1">
            <a:off x="689127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B002A578-FA00-502E-186D-2FAE32C368DB}"/>
              </a:ext>
            </a:extLst>
          </p:cNvPr>
          <p:cNvCxnSpPr>
            <a:cxnSpLocks/>
          </p:cNvCxnSpPr>
          <p:nvPr/>
        </p:nvCxnSpPr>
        <p:spPr>
          <a:xfrm flipV="1">
            <a:off x="766238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1141570" y="759846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20,50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570" y="759846"/>
                <a:ext cx="1198533" cy="257186"/>
              </a:xfrm>
              <a:prstGeom prst="rect">
                <a:avLst/>
              </a:prstGeom>
              <a:blipFill>
                <a:blip r:embed="rId2"/>
                <a:stretch>
                  <a:fillRect l="-1523" b="-26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/>
              <p:nvPr/>
            </p:nvSpPr>
            <p:spPr>
              <a:xfrm>
                <a:off x="1147332" y="1055739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10,2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332" y="1055739"/>
                <a:ext cx="1198533" cy="257186"/>
              </a:xfrm>
              <a:prstGeom prst="rect">
                <a:avLst/>
              </a:prstGeom>
              <a:blipFill>
                <a:blip r:embed="rId3"/>
                <a:stretch>
                  <a:fillRect l="-1523" b="-28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/>
              <p:nvPr/>
            </p:nvSpPr>
            <p:spPr>
              <a:xfrm>
                <a:off x="3770062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062" y="1434317"/>
                <a:ext cx="343043" cy="307777"/>
              </a:xfrm>
              <a:prstGeom prst="rect">
                <a:avLst/>
              </a:prstGeom>
              <a:blipFill>
                <a:blip r:embed="rId4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/>
              <p:nvPr/>
            </p:nvSpPr>
            <p:spPr>
              <a:xfrm>
                <a:off x="4543982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982" y="1434317"/>
                <a:ext cx="343043" cy="307777"/>
              </a:xfrm>
              <a:prstGeom prst="rect">
                <a:avLst/>
              </a:prstGeom>
              <a:blipFill>
                <a:blip r:embed="rId5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/>
              <p:nvPr/>
            </p:nvSpPr>
            <p:spPr>
              <a:xfrm>
                <a:off x="5305338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338" y="1434317"/>
                <a:ext cx="343043" cy="307777"/>
              </a:xfrm>
              <a:prstGeom prst="rect">
                <a:avLst/>
              </a:prstGeom>
              <a:blipFill>
                <a:blip r:embed="rId6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/>
              <p:nvPr/>
            </p:nvSpPr>
            <p:spPr>
              <a:xfrm>
                <a:off x="6088626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626" y="1434317"/>
                <a:ext cx="343043" cy="307777"/>
              </a:xfrm>
              <a:prstGeom prst="rect">
                <a:avLst/>
              </a:prstGeom>
              <a:blipFill>
                <a:blip r:embed="rId7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/>
              <p:nvPr/>
            </p:nvSpPr>
            <p:spPr>
              <a:xfrm>
                <a:off x="6797441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441" y="1434317"/>
                <a:ext cx="343043" cy="307777"/>
              </a:xfrm>
              <a:prstGeom prst="rect">
                <a:avLst/>
              </a:prstGeom>
              <a:blipFill>
                <a:blip r:embed="rId8"/>
                <a:stretch>
                  <a:fillRect l="-17857" r="-17857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/>
              <p:nvPr/>
            </p:nvSpPr>
            <p:spPr>
              <a:xfrm>
                <a:off x="7624267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267" y="1434317"/>
                <a:ext cx="343043" cy="307777"/>
              </a:xfrm>
              <a:prstGeom prst="rect">
                <a:avLst/>
              </a:prstGeom>
              <a:blipFill>
                <a:blip r:embed="rId9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28F8CA6-75B2-05A0-1EA3-DCCC0632BF41}"/>
              </a:ext>
            </a:extLst>
          </p:cNvPr>
          <p:cNvCxnSpPr>
            <a:cxnSpLocks/>
          </p:cNvCxnSpPr>
          <p:nvPr/>
        </p:nvCxnSpPr>
        <p:spPr>
          <a:xfrm>
            <a:off x="2018290" y="1572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/>
              <p:nvPr/>
            </p:nvSpPr>
            <p:spPr>
              <a:xfrm>
                <a:off x="3007816" y="1434317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816" y="1434317"/>
                <a:ext cx="200376" cy="307777"/>
              </a:xfrm>
              <a:prstGeom prst="rect">
                <a:avLst/>
              </a:prstGeom>
              <a:blipFill>
                <a:blip r:embed="rId10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3019187" y="761807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9D98D8D-4459-5C8C-165F-26A6EC38C04C}"/>
              </a:ext>
            </a:extLst>
          </p:cNvPr>
          <p:cNvGrpSpPr/>
          <p:nvPr/>
        </p:nvGrpSpPr>
        <p:grpSpPr>
          <a:xfrm>
            <a:off x="4540137" y="747527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EB98AC11-5086-3453-1905-07328B0EB77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03E502C-9161-C6F5-F1B7-26FA2B73D9B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D2CDD5C-482F-BEB5-6942-3330D205E685}"/>
              </a:ext>
            </a:extLst>
          </p:cNvPr>
          <p:cNvCxnSpPr>
            <a:cxnSpLocks/>
          </p:cNvCxnSpPr>
          <p:nvPr/>
        </p:nvCxnSpPr>
        <p:spPr>
          <a:xfrm>
            <a:off x="8431968" y="15724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03BACD4-4885-9F91-1EA9-A5D51ED1C18F}"/>
              </a:ext>
            </a:extLst>
          </p:cNvPr>
          <p:cNvCxnSpPr/>
          <p:nvPr/>
        </p:nvCxnSpPr>
        <p:spPr>
          <a:xfrm>
            <a:off x="9203818" y="15724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1995CD84-A00C-C150-993D-48A196CA4D0E}"/>
              </a:ext>
            </a:extLst>
          </p:cNvPr>
          <p:cNvCxnSpPr>
            <a:cxnSpLocks/>
          </p:cNvCxnSpPr>
          <p:nvPr/>
        </p:nvCxnSpPr>
        <p:spPr>
          <a:xfrm flipV="1">
            <a:off x="843484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7A7A1F3-247B-9044-7D71-A59DAFC77948}"/>
              </a:ext>
            </a:extLst>
          </p:cNvPr>
          <p:cNvCxnSpPr>
            <a:cxnSpLocks/>
          </p:cNvCxnSpPr>
          <p:nvPr/>
        </p:nvCxnSpPr>
        <p:spPr>
          <a:xfrm flipV="1">
            <a:off x="920595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/>
              <p:nvPr/>
            </p:nvSpPr>
            <p:spPr>
              <a:xfrm>
                <a:off x="8404863" y="1435663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863" y="1435663"/>
                <a:ext cx="343043" cy="307777"/>
              </a:xfrm>
              <a:prstGeom prst="rect">
                <a:avLst/>
              </a:prstGeom>
              <a:blipFill>
                <a:blip r:embed="rId11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/>
              <p:nvPr/>
            </p:nvSpPr>
            <p:spPr>
              <a:xfrm>
                <a:off x="9167839" y="1435663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839" y="1435663"/>
                <a:ext cx="343043" cy="307777"/>
              </a:xfrm>
              <a:prstGeom prst="rect">
                <a:avLst/>
              </a:prstGeom>
              <a:blipFill>
                <a:blip r:embed="rId12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8FB04C3-EC74-5EA2-C54F-70B063F7BC09}"/>
              </a:ext>
            </a:extLst>
          </p:cNvPr>
          <p:cNvCxnSpPr/>
          <p:nvPr/>
        </p:nvCxnSpPr>
        <p:spPr>
          <a:xfrm>
            <a:off x="9922030" y="166578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C9CA49-8AFA-4F0A-3AE4-F3F6C7A4C6B3}"/>
              </a:ext>
            </a:extLst>
          </p:cNvPr>
          <p:cNvSpPr txBox="1"/>
          <p:nvPr/>
        </p:nvSpPr>
        <p:spPr>
          <a:xfrm>
            <a:off x="2187514" y="314173"/>
            <a:ext cx="1176028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 dirty="0"/>
              <a:t>Jobs </a:t>
            </a:r>
            <a:r>
              <a:rPr lang="en-US" sz="1500" b="1" dirty="0"/>
              <a:t>Release</a:t>
            </a:r>
            <a:r>
              <a:rPr lang="en-RU" sz="1500" b="1" dirty="0"/>
              <a:t>    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1D3CBEB-33D7-C0D1-998E-91E411543172}"/>
              </a:ext>
            </a:extLst>
          </p:cNvPr>
          <p:cNvCxnSpPr>
            <a:cxnSpLocks/>
          </p:cNvCxnSpPr>
          <p:nvPr/>
        </p:nvCxnSpPr>
        <p:spPr>
          <a:xfrm>
            <a:off x="9922563" y="14819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99FA927-C547-1E4D-975B-211E9E98AAE7}"/>
              </a:ext>
            </a:extLst>
          </p:cNvPr>
          <p:cNvCxnSpPr/>
          <p:nvPr/>
        </p:nvCxnSpPr>
        <p:spPr>
          <a:xfrm>
            <a:off x="10729630" y="14819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5988CBDD-D489-F03F-9F13-F115EECD08F7}"/>
              </a:ext>
            </a:extLst>
          </p:cNvPr>
          <p:cNvCxnSpPr>
            <a:cxnSpLocks/>
          </p:cNvCxnSpPr>
          <p:nvPr/>
        </p:nvCxnSpPr>
        <p:spPr>
          <a:xfrm>
            <a:off x="11369131" y="13886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/>
              <p:nvPr/>
            </p:nvSpPr>
            <p:spPr>
              <a:xfrm>
                <a:off x="11845466" y="1432157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5466" y="1432157"/>
                <a:ext cx="231602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/>
              <p:nvPr/>
            </p:nvSpPr>
            <p:spPr>
              <a:xfrm>
                <a:off x="9928299" y="143609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299" y="1436095"/>
                <a:ext cx="343043" cy="307777"/>
              </a:xfrm>
              <a:prstGeom prst="rect">
                <a:avLst/>
              </a:prstGeom>
              <a:blipFill>
                <a:blip r:embed="rId14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/>
              <p:nvPr/>
            </p:nvSpPr>
            <p:spPr>
              <a:xfrm>
                <a:off x="10677211" y="1408740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0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211" y="1408740"/>
                <a:ext cx="485710" cy="307777"/>
              </a:xfrm>
              <a:prstGeom prst="rect">
                <a:avLst/>
              </a:prstGeom>
              <a:blipFill>
                <a:blip r:embed="rId15"/>
                <a:stretch>
                  <a:fillRect l="-12658" r="-11392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3021409" y="1053508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5F4EC246-A81B-802A-40DB-697FDE2FB95F}"/>
              </a:ext>
            </a:extLst>
          </p:cNvPr>
          <p:cNvCxnSpPr>
            <a:cxnSpLocks/>
          </p:cNvCxnSpPr>
          <p:nvPr/>
        </p:nvCxnSpPr>
        <p:spPr>
          <a:xfrm flipH="1" flipV="1">
            <a:off x="6887687" y="753730"/>
            <a:ext cx="1346" cy="281191"/>
          </a:xfrm>
          <a:prstGeom prst="line">
            <a:avLst/>
          </a:prstGeom>
          <a:ln w="38100">
            <a:solidFill>
              <a:schemeClr val="tx1"/>
            </a:solidFill>
            <a:headEnd type="none" w="med" len="sm"/>
            <a:tailEnd type="stealth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18FDBC5A-B7C8-4C99-F596-BCF931B026CB}"/>
              </a:ext>
            </a:extLst>
          </p:cNvPr>
          <p:cNvCxnSpPr>
            <a:cxnSpLocks/>
          </p:cNvCxnSpPr>
          <p:nvPr/>
        </p:nvCxnSpPr>
        <p:spPr>
          <a:xfrm flipH="1" flipV="1">
            <a:off x="4568649" y="1060385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C158414-06F3-5F74-8F8D-32251967E649}"/>
              </a:ext>
            </a:extLst>
          </p:cNvPr>
          <p:cNvCxnSpPr>
            <a:cxnSpLocks/>
          </p:cNvCxnSpPr>
          <p:nvPr/>
        </p:nvCxnSpPr>
        <p:spPr>
          <a:xfrm flipH="1" flipV="1">
            <a:off x="6109271" y="1056280"/>
            <a:ext cx="1346" cy="281191"/>
          </a:xfrm>
          <a:prstGeom prst="line">
            <a:avLst/>
          </a:prstGeom>
          <a:ln w="38100"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0CFD841A-E2FA-203A-5376-091431E1971C}"/>
              </a:ext>
            </a:extLst>
          </p:cNvPr>
          <p:cNvCxnSpPr>
            <a:cxnSpLocks/>
          </p:cNvCxnSpPr>
          <p:nvPr/>
        </p:nvCxnSpPr>
        <p:spPr>
          <a:xfrm flipH="1" flipV="1">
            <a:off x="7653350" y="1068114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08D78A1B-E818-252F-2C77-CF994135FA77}"/>
              </a:ext>
            </a:extLst>
          </p:cNvPr>
          <p:cNvCxnSpPr>
            <a:cxnSpLocks/>
          </p:cNvCxnSpPr>
          <p:nvPr/>
        </p:nvCxnSpPr>
        <p:spPr>
          <a:xfrm flipH="1" flipV="1">
            <a:off x="9205124" y="1064009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F9EEC0D3-59B0-89A5-92DF-3DE3163A6154}"/>
              </a:ext>
            </a:extLst>
          </p:cNvPr>
          <p:cNvCxnSpPr>
            <a:cxnSpLocks/>
          </p:cNvCxnSpPr>
          <p:nvPr/>
        </p:nvCxnSpPr>
        <p:spPr>
          <a:xfrm>
            <a:off x="193964" y="3722311"/>
            <a:ext cx="11175167" cy="4551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577">
            <a:extLst>
              <a:ext uri="{FF2B5EF4-FFF2-40B4-BE49-F238E27FC236}">
                <a16:creationId xmlns:a16="http://schemas.microsoft.com/office/drawing/2014/main" id="{EBFB2617-5E02-E270-ED62-E617FDC100B1}"/>
              </a:ext>
            </a:extLst>
          </p:cNvPr>
          <p:cNvCxnSpPr>
            <a:cxnSpLocks/>
            <a:endCxn id="607" idx="2"/>
          </p:cNvCxnSpPr>
          <p:nvPr/>
        </p:nvCxnSpPr>
        <p:spPr>
          <a:xfrm flipH="1">
            <a:off x="3019187" y="2244965"/>
            <a:ext cx="1393" cy="1571411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Connector 579">
            <a:extLst>
              <a:ext uri="{FF2B5EF4-FFF2-40B4-BE49-F238E27FC236}">
                <a16:creationId xmlns:a16="http://schemas.microsoft.com/office/drawing/2014/main" id="{6D2AB69C-C593-ABE3-6B63-4985318AC488}"/>
              </a:ext>
            </a:extLst>
          </p:cNvPr>
          <p:cNvCxnSpPr>
            <a:cxnSpLocks/>
          </p:cNvCxnSpPr>
          <p:nvPr/>
        </p:nvCxnSpPr>
        <p:spPr>
          <a:xfrm>
            <a:off x="2040619" y="25415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B41EF9A9-6CF5-A506-1DFD-3C3C25C1A2C5}"/>
              </a:ext>
            </a:extLst>
          </p:cNvPr>
          <p:cNvCxnSpPr>
            <a:cxnSpLocks/>
          </p:cNvCxnSpPr>
          <p:nvPr/>
        </p:nvCxnSpPr>
        <p:spPr>
          <a:xfrm>
            <a:off x="180109" y="2837041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6E2F6E19-B8C2-C905-B6FC-1A53C581617A}"/>
              </a:ext>
            </a:extLst>
          </p:cNvPr>
          <p:cNvCxnSpPr>
            <a:cxnSpLocks/>
          </p:cNvCxnSpPr>
          <p:nvPr/>
        </p:nvCxnSpPr>
        <p:spPr>
          <a:xfrm>
            <a:off x="166255" y="3130115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5FD68F11-2D83-2828-AF61-EF670331ED2A}"/>
              </a:ext>
            </a:extLst>
          </p:cNvPr>
          <p:cNvCxnSpPr>
            <a:cxnSpLocks/>
          </p:cNvCxnSpPr>
          <p:nvPr/>
        </p:nvCxnSpPr>
        <p:spPr>
          <a:xfrm>
            <a:off x="207818" y="3433239"/>
            <a:ext cx="11225923" cy="6417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7A165026-D3C0-2909-0CA6-28A44F22FB97}"/>
              </a:ext>
            </a:extLst>
          </p:cNvPr>
          <p:cNvCxnSpPr>
            <a:cxnSpLocks/>
          </p:cNvCxnSpPr>
          <p:nvPr/>
        </p:nvCxnSpPr>
        <p:spPr>
          <a:xfrm flipH="1">
            <a:off x="2364751" y="2251066"/>
            <a:ext cx="13731" cy="1516755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88EF67AF-125A-83C3-492F-F699005E4614}"/>
              </a:ext>
            </a:extLst>
          </p:cNvPr>
          <p:cNvCxnSpPr>
            <a:cxnSpLocks/>
          </p:cNvCxnSpPr>
          <p:nvPr/>
        </p:nvCxnSpPr>
        <p:spPr>
          <a:xfrm>
            <a:off x="3800863" y="2251065"/>
            <a:ext cx="0" cy="1471246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42DBEB0D-08B8-01B3-6D9D-CDD2A4DD576E}"/>
              </a:ext>
            </a:extLst>
          </p:cNvPr>
          <p:cNvCxnSpPr>
            <a:cxnSpLocks/>
            <a:endCxn id="296" idx="3"/>
          </p:cNvCxnSpPr>
          <p:nvPr/>
        </p:nvCxnSpPr>
        <p:spPr>
          <a:xfrm flipH="1">
            <a:off x="4551799" y="2251065"/>
            <a:ext cx="6009" cy="102882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2644D783-ED6A-F889-4939-DCCA14BA07F7}"/>
              </a:ext>
            </a:extLst>
          </p:cNvPr>
          <p:cNvCxnSpPr>
            <a:cxnSpLocks/>
          </p:cNvCxnSpPr>
          <p:nvPr/>
        </p:nvCxnSpPr>
        <p:spPr>
          <a:xfrm>
            <a:off x="5354840" y="2251065"/>
            <a:ext cx="0" cy="140653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A0CEA8E7-6C5D-1609-3F97-0F4C9FFFA22F}"/>
              </a:ext>
            </a:extLst>
          </p:cNvPr>
          <p:cNvCxnSpPr>
            <a:cxnSpLocks/>
          </p:cNvCxnSpPr>
          <p:nvPr/>
        </p:nvCxnSpPr>
        <p:spPr>
          <a:xfrm>
            <a:off x="6107604" y="2251065"/>
            <a:ext cx="0" cy="140653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A2D2F7D3-FF0F-00DD-EBAD-A97C1E806E9D}"/>
              </a:ext>
            </a:extLst>
          </p:cNvPr>
          <p:cNvCxnSpPr>
            <a:cxnSpLocks/>
          </p:cNvCxnSpPr>
          <p:nvPr/>
        </p:nvCxnSpPr>
        <p:spPr>
          <a:xfrm>
            <a:off x="6888266" y="2251065"/>
            <a:ext cx="0" cy="1188591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00D75D8F-BBFC-D6D2-F09F-69F2812915C4}"/>
              </a:ext>
            </a:extLst>
          </p:cNvPr>
          <p:cNvCxnSpPr>
            <a:cxnSpLocks/>
          </p:cNvCxnSpPr>
          <p:nvPr/>
        </p:nvCxnSpPr>
        <p:spPr>
          <a:xfrm>
            <a:off x="7660116" y="2251066"/>
            <a:ext cx="0" cy="118859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59C31E1E-41ED-2029-1B7C-61F92EDAA59D}"/>
              </a:ext>
            </a:extLst>
          </p:cNvPr>
          <p:cNvCxnSpPr/>
          <p:nvPr/>
        </p:nvCxnSpPr>
        <p:spPr>
          <a:xfrm flipV="1">
            <a:off x="3802319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CAAB618F-EE4D-E7B6-E380-98CE6E269B2B}"/>
              </a:ext>
            </a:extLst>
          </p:cNvPr>
          <p:cNvCxnSpPr>
            <a:cxnSpLocks/>
          </p:cNvCxnSpPr>
          <p:nvPr/>
        </p:nvCxnSpPr>
        <p:spPr>
          <a:xfrm flipV="1">
            <a:off x="5350381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66D2AC5E-39C4-7D88-3DD1-A4E54DE9E2B3}"/>
              </a:ext>
            </a:extLst>
          </p:cNvPr>
          <p:cNvCxnSpPr>
            <a:cxnSpLocks/>
          </p:cNvCxnSpPr>
          <p:nvPr/>
        </p:nvCxnSpPr>
        <p:spPr>
          <a:xfrm flipV="1">
            <a:off x="4575850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FBACDEB0-9F48-8176-AE77-A96E218C9D98}"/>
              </a:ext>
            </a:extLst>
          </p:cNvPr>
          <p:cNvCxnSpPr>
            <a:cxnSpLocks/>
          </p:cNvCxnSpPr>
          <p:nvPr/>
        </p:nvCxnSpPr>
        <p:spPr>
          <a:xfrm flipV="1">
            <a:off x="6121769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ADA03DE8-7CFB-AA21-4B67-175C588F1B02}"/>
              </a:ext>
            </a:extLst>
          </p:cNvPr>
          <p:cNvCxnSpPr>
            <a:cxnSpLocks/>
          </p:cNvCxnSpPr>
          <p:nvPr/>
        </p:nvCxnSpPr>
        <p:spPr>
          <a:xfrm flipV="1">
            <a:off x="6891276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DE97D22D-9A2F-FE93-F40D-B45A71E2800A}"/>
              </a:ext>
            </a:extLst>
          </p:cNvPr>
          <p:cNvCxnSpPr>
            <a:cxnSpLocks/>
          </p:cNvCxnSpPr>
          <p:nvPr/>
        </p:nvCxnSpPr>
        <p:spPr>
          <a:xfrm flipV="1">
            <a:off x="7662386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/>
              <p:nvPr/>
            </p:nvSpPr>
            <p:spPr>
              <a:xfrm>
                <a:off x="1130369" y="2838790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369" y="2838790"/>
                <a:ext cx="1198533" cy="257186"/>
              </a:xfrm>
              <a:prstGeom prst="rect">
                <a:avLst/>
              </a:prstGeom>
              <a:blipFill>
                <a:blip r:embed="rId16"/>
                <a:stretch>
                  <a:fillRect l="-1523" b="-26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/>
              <p:nvPr/>
            </p:nvSpPr>
            <p:spPr>
              <a:xfrm>
                <a:off x="1137116" y="3142224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10,2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116" y="3142224"/>
                <a:ext cx="1198533" cy="257186"/>
              </a:xfrm>
              <a:prstGeom prst="rect">
                <a:avLst/>
              </a:prstGeom>
              <a:blipFill>
                <a:blip r:embed="rId17"/>
                <a:stretch>
                  <a:fillRect l="-2041" b="-25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/>
              <p:nvPr/>
            </p:nvSpPr>
            <p:spPr>
              <a:xfrm>
                <a:off x="3681245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245" y="3508599"/>
                <a:ext cx="343043" cy="307777"/>
              </a:xfrm>
              <a:prstGeom prst="rect">
                <a:avLst/>
              </a:prstGeom>
              <a:blipFill>
                <a:blip r:embed="rId18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/>
              <p:nvPr/>
            </p:nvSpPr>
            <p:spPr>
              <a:xfrm>
                <a:off x="4455165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5" y="3508599"/>
                <a:ext cx="343043" cy="307777"/>
              </a:xfrm>
              <a:prstGeom prst="rect">
                <a:avLst/>
              </a:prstGeom>
              <a:blipFill>
                <a:blip r:embed="rId19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/>
              <p:nvPr/>
            </p:nvSpPr>
            <p:spPr>
              <a:xfrm>
                <a:off x="5216521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521" y="3508599"/>
                <a:ext cx="343043" cy="307777"/>
              </a:xfrm>
              <a:prstGeom prst="rect">
                <a:avLst/>
              </a:prstGeom>
              <a:blipFill>
                <a:blip r:embed="rId20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/>
              <p:nvPr/>
            </p:nvSpPr>
            <p:spPr>
              <a:xfrm>
                <a:off x="5999809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809" y="3508599"/>
                <a:ext cx="343043" cy="307777"/>
              </a:xfrm>
              <a:prstGeom prst="rect">
                <a:avLst/>
              </a:prstGeom>
              <a:blipFill>
                <a:blip r:embed="rId21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/>
              <p:nvPr/>
            </p:nvSpPr>
            <p:spPr>
              <a:xfrm>
                <a:off x="6858076" y="349759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76" y="3497595"/>
                <a:ext cx="343043" cy="307777"/>
              </a:xfrm>
              <a:prstGeom prst="rect">
                <a:avLst/>
              </a:prstGeom>
              <a:blipFill>
                <a:blip r:embed="rId22"/>
                <a:stretch>
                  <a:fillRect l="-17857" r="-17857" b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/>
              <p:nvPr/>
            </p:nvSpPr>
            <p:spPr>
              <a:xfrm>
                <a:off x="7535450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450" y="3508599"/>
                <a:ext cx="343043" cy="307777"/>
              </a:xfrm>
              <a:prstGeom prst="rect">
                <a:avLst/>
              </a:prstGeom>
              <a:blipFill>
                <a:blip r:embed="rId23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FA63E957-FD30-5964-4068-9F468D6C450D}"/>
              </a:ext>
            </a:extLst>
          </p:cNvPr>
          <p:cNvCxnSpPr>
            <a:cxnSpLocks/>
          </p:cNvCxnSpPr>
          <p:nvPr/>
        </p:nvCxnSpPr>
        <p:spPr>
          <a:xfrm>
            <a:off x="2018290" y="2241735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/>
              <p:nvPr/>
            </p:nvSpPr>
            <p:spPr>
              <a:xfrm>
                <a:off x="2918999" y="3508599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999" y="3508599"/>
                <a:ext cx="200376" cy="307777"/>
              </a:xfrm>
              <a:prstGeom prst="rect">
                <a:avLst/>
              </a:prstGeom>
              <a:blipFill>
                <a:blip r:embed="rId24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0" name="Group 609">
            <a:extLst>
              <a:ext uri="{FF2B5EF4-FFF2-40B4-BE49-F238E27FC236}">
                <a16:creationId xmlns:a16="http://schemas.microsoft.com/office/drawing/2014/main" id="{50F3D87A-9E49-4EBE-C3A0-B99369A50C8E}"/>
              </a:ext>
            </a:extLst>
          </p:cNvPr>
          <p:cNvGrpSpPr/>
          <p:nvPr/>
        </p:nvGrpSpPr>
        <p:grpSpPr>
          <a:xfrm>
            <a:off x="4540137" y="2832015"/>
            <a:ext cx="45719" cy="296189"/>
            <a:chOff x="3509152" y="253612"/>
            <a:chExt cx="45719" cy="296189"/>
          </a:xfrm>
        </p:grpSpPr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424EF7F4-FD3C-EE2D-9BF3-4358F2F14471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09B4BC6C-3E2C-7B0E-98D1-696AA3A848E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7C3A79DB-D818-762B-A64E-892F1C294C91}"/>
              </a:ext>
            </a:extLst>
          </p:cNvPr>
          <p:cNvCxnSpPr>
            <a:cxnSpLocks/>
          </p:cNvCxnSpPr>
          <p:nvPr/>
        </p:nvCxnSpPr>
        <p:spPr>
          <a:xfrm>
            <a:off x="8431968" y="2241734"/>
            <a:ext cx="0" cy="118302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56EB2A09-1FB8-545F-8E3E-D6DB77C6AEFF}"/>
              </a:ext>
            </a:extLst>
          </p:cNvPr>
          <p:cNvCxnSpPr>
            <a:cxnSpLocks/>
          </p:cNvCxnSpPr>
          <p:nvPr/>
        </p:nvCxnSpPr>
        <p:spPr>
          <a:xfrm>
            <a:off x="9203818" y="2241735"/>
            <a:ext cx="0" cy="141586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3B835F54-5561-203A-0BE2-FEAE5DB9379E}"/>
              </a:ext>
            </a:extLst>
          </p:cNvPr>
          <p:cNvCxnSpPr>
            <a:cxnSpLocks/>
          </p:cNvCxnSpPr>
          <p:nvPr/>
        </p:nvCxnSpPr>
        <p:spPr>
          <a:xfrm flipV="1">
            <a:off x="8434848" y="37284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8B11326A-A5D6-6AEF-80C0-B29B830C2941}"/>
              </a:ext>
            </a:extLst>
          </p:cNvPr>
          <p:cNvCxnSpPr>
            <a:cxnSpLocks/>
          </p:cNvCxnSpPr>
          <p:nvPr/>
        </p:nvCxnSpPr>
        <p:spPr>
          <a:xfrm flipV="1">
            <a:off x="9205958" y="37284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/>
              <p:nvPr/>
            </p:nvSpPr>
            <p:spPr>
              <a:xfrm>
                <a:off x="8316046" y="350994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046" y="3509945"/>
                <a:ext cx="343043" cy="307777"/>
              </a:xfrm>
              <a:prstGeom prst="rect">
                <a:avLst/>
              </a:prstGeom>
              <a:blipFill>
                <a:blip r:embed="rId25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/>
              <p:nvPr/>
            </p:nvSpPr>
            <p:spPr>
              <a:xfrm>
                <a:off x="9079022" y="350994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022" y="3509945"/>
                <a:ext cx="343043" cy="307777"/>
              </a:xfrm>
              <a:prstGeom prst="rect">
                <a:avLst/>
              </a:prstGeom>
              <a:blipFill>
                <a:blip r:embed="rId26"/>
                <a:stretch>
                  <a:fillRect l="-15789" r="-15789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7" name="Straight Arrow Connector 616">
            <a:extLst>
              <a:ext uri="{FF2B5EF4-FFF2-40B4-BE49-F238E27FC236}">
                <a16:creationId xmlns:a16="http://schemas.microsoft.com/office/drawing/2014/main" id="{C9462C9F-DDE2-C2EB-45BE-98CF04EB9828}"/>
              </a:ext>
            </a:extLst>
          </p:cNvPr>
          <p:cNvCxnSpPr>
            <a:cxnSpLocks/>
          </p:cNvCxnSpPr>
          <p:nvPr/>
        </p:nvCxnSpPr>
        <p:spPr>
          <a:xfrm>
            <a:off x="2982176" y="3436042"/>
            <a:ext cx="8979091" cy="4756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TextBox 618">
            <a:extLst>
              <a:ext uri="{FF2B5EF4-FFF2-40B4-BE49-F238E27FC236}">
                <a16:creationId xmlns:a16="http://schemas.microsoft.com/office/drawing/2014/main" id="{3737D566-4052-769C-D61E-D4C7A0C24DCB}"/>
              </a:ext>
            </a:extLst>
          </p:cNvPr>
          <p:cNvSpPr txBox="1"/>
          <p:nvPr/>
        </p:nvSpPr>
        <p:spPr>
          <a:xfrm>
            <a:off x="2187514" y="2481786"/>
            <a:ext cx="2135585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500" b="1" dirty="0"/>
              <a:t>Release Handling Scenario</a:t>
            </a:r>
            <a:endParaRPr lang="en-RU" sz="1500" b="1" dirty="0"/>
          </a:p>
        </p:txBody>
      </p: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F14D5B1B-B15A-99A3-3B90-5363A6EEF663}"/>
              </a:ext>
            </a:extLst>
          </p:cNvPr>
          <p:cNvCxnSpPr>
            <a:cxnSpLocks/>
          </p:cNvCxnSpPr>
          <p:nvPr/>
        </p:nvCxnSpPr>
        <p:spPr>
          <a:xfrm>
            <a:off x="9920765" y="2305519"/>
            <a:ext cx="0" cy="1192076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3F919D09-1BAC-3C93-03C4-CD47F2358769}"/>
              </a:ext>
            </a:extLst>
          </p:cNvPr>
          <p:cNvCxnSpPr>
            <a:cxnSpLocks/>
            <a:endCxn id="625" idx="1"/>
          </p:cNvCxnSpPr>
          <p:nvPr/>
        </p:nvCxnSpPr>
        <p:spPr>
          <a:xfrm>
            <a:off x="10729630" y="2232686"/>
            <a:ext cx="0" cy="1428618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4D3C4371-D1E7-F652-4EB4-62D016553E25}"/>
              </a:ext>
            </a:extLst>
          </p:cNvPr>
          <p:cNvCxnSpPr>
            <a:cxnSpLocks/>
          </p:cNvCxnSpPr>
          <p:nvPr/>
        </p:nvCxnSpPr>
        <p:spPr>
          <a:xfrm>
            <a:off x="11369131" y="2223354"/>
            <a:ext cx="0" cy="154446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/>
              <p:nvPr/>
            </p:nvSpPr>
            <p:spPr>
              <a:xfrm>
                <a:off x="11766434" y="3552377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6434" y="3552377"/>
                <a:ext cx="231602" cy="43088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/>
              <p:nvPr/>
            </p:nvSpPr>
            <p:spPr>
              <a:xfrm>
                <a:off x="9917686" y="351037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686" y="3510377"/>
                <a:ext cx="343043" cy="307777"/>
              </a:xfrm>
              <a:prstGeom prst="rect">
                <a:avLst/>
              </a:prstGeom>
              <a:blipFill>
                <a:blip r:embed="rId28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/>
              <p:nvPr/>
            </p:nvSpPr>
            <p:spPr>
              <a:xfrm>
                <a:off x="10729630" y="3507415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0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9630" y="3507415"/>
                <a:ext cx="485710" cy="307777"/>
              </a:xfrm>
              <a:prstGeom prst="rect">
                <a:avLst/>
              </a:prstGeom>
              <a:blipFill>
                <a:blip r:embed="rId29"/>
                <a:stretch>
                  <a:fillRect l="-11250" r="-11250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/>
              <p:nvPr/>
            </p:nvSpPr>
            <p:spPr>
              <a:xfrm>
                <a:off x="3044817" y="755072"/>
                <a:ext cx="171457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817" y="755072"/>
                <a:ext cx="171457" cy="155299"/>
              </a:xfrm>
              <a:prstGeom prst="rect">
                <a:avLst/>
              </a:prstGeom>
              <a:blipFill>
                <a:blip r:embed="rId30"/>
                <a:stretch>
                  <a:fillRect l="-17241" t="-4000" r="-3448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/>
              <p:nvPr/>
            </p:nvSpPr>
            <p:spPr>
              <a:xfrm>
                <a:off x="3049441" y="1050636"/>
                <a:ext cx="171457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441" y="1050636"/>
                <a:ext cx="171457" cy="155620"/>
              </a:xfrm>
              <a:prstGeom prst="rect">
                <a:avLst/>
              </a:prstGeom>
              <a:blipFill>
                <a:blip r:embed="rId31"/>
                <a:stretch>
                  <a:fillRect l="-17857" r="-7143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/>
              <p:nvPr/>
            </p:nvSpPr>
            <p:spPr>
              <a:xfrm>
                <a:off x="4600436" y="1046340"/>
                <a:ext cx="174215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436" y="1046340"/>
                <a:ext cx="174215" cy="155940"/>
              </a:xfrm>
              <a:prstGeom prst="rect">
                <a:avLst/>
              </a:prstGeom>
              <a:blipFill>
                <a:blip r:embed="rId32"/>
                <a:stretch>
                  <a:fillRect l="-21429" t="-4000" r="-7143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1" name="TextBox 770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4871809" y="3220822"/>
                <a:ext cx="138115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771" name="TextBox 770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09" y="3220822"/>
                <a:ext cx="138115" cy="155620"/>
              </a:xfrm>
              <a:prstGeom prst="rect">
                <a:avLst/>
              </a:prstGeom>
              <a:blipFill>
                <a:blip r:embed="rId33"/>
                <a:stretch>
                  <a:fillRect l="-30435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6938038" y="752232"/>
                <a:ext cx="174214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38" y="752232"/>
                <a:ext cx="174214" cy="155620"/>
              </a:xfrm>
              <a:prstGeom prst="rect">
                <a:avLst/>
              </a:prstGeom>
              <a:blipFill>
                <a:blip r:embed="rId34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6152717" y="1050435"/>
                <a:ext cx="174214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717" y="1050435"/>
                <a:ext cx="174214" cy="156710"/>
              </a:xfrm>
              <a:prstGeom prst="rect">
                <a:avLst/>
              </a:prstGeom>
              <a:blipFill>
                <a:blip r:embed="rId35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7713348" y="1055526"/>
                <a:ext cx="174214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348" y="1055526"/>
                <a:ext cx="174214" cy="155299"/>
              </a:xfrm>
              <a:prstGeom prst="rect">
                <a:avLst/>
              </a:prstGeom>
              <a:blipFill>
                <a:blip r:embed="rId36"/>
                <a:stretch>
                  <a:fillRect l="-17241" t="-3846" r="-3448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9261144" y="1052044"/>
                <a:ext cx="174214" cy="159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144" y="1052044"/>
                <a:ext cx="174214" cy="159083"/>
              </a:xfrm>
              <a:prstGeom prst="rect">
                <a:avLst/>
              </a:prstGeom>
              <a:blipFill>
                <a:blip r:embed="rId37"/>
                <a:stretch>
                  <a:fillRect l="-17241" t="-3846" r="-6897" b="-192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10794839" y="1056656"/>
                <a:ext cx="174214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839" y="1056656"/>
                <a:ext cx="174214" cy="156902"/>
              </a:xfrm>
              <a:prstGeom prst="rect">
                <a:avLst/>
              </a:prstGeom>
              <a:blipFill>
                <a:blip r:embed="rId38"/>
                <a:stretch>
                  <a:fillRect l="-21429" r="-7143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10774150" y="752342"/>
                <a:ext cx="174214" cy="156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4150" y="752342"/>
                <a:ext cx="174214" cy="156389"/>
              </a:xfrm>
              <a:prstGeom prst="rect">
                <a:avLst/>
              </a:prstGeom>
              <a:blipFill>
                <a:blip r:embed="rId39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4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10734425" y="740228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10736647" y="1031929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020657" y="2840701"/>
            <a:ext cx="155973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A0521393-9D79-F813-1B0C-93C7ABD86E9C}"/>
                  </a:ext>
                </a:extLst>
              </p:cNvPr>
              <p:cNvSpPr txBox="1"/>
              <p:nvPr/>
            </p:nvSpPr>
            <p:spPr>
              <a:xfrm>
                <a:off x="3731348" y="2926261"/>
                <a:ext cx="138115" cy="1552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A0521393-9D79-F813-1B0C-93C7ABD86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348" y="2926261"/>
                <a:ext cx="138115" cy="155299"/>
              </a:xfrm>
              <a:prstGeom prst="rect">
                <a:avLst/>
              </a:prstGeom>
              <a:blipFill>
                <a:blip r:embed="rId40"/>
                <a:stretch>
                  <a:fillRect l="-30435" t="-3846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616">
            <a:extLst>
              <a:ext uri="{FF2B5EF4-FFF2-40B4-BE49-F238E27FC236}">
                <a16:creationId xmlns:a16="http://schemas.microsoft.com/office/drawing/2014/main" id="{04CFE8CC-9303-7F73-2161-8DC213D53132}"/>
              </a:ext>
            </a:extLst>
          </p:cNvPr>
          <p:cNvCxnSpPr>
            <a:cxnSpLocks/>
          </p:cNvCxnSpPr>
          <p:nvPr/>
        </p:nvCxnSpPr>
        <p:spPr>
          <a:xfrm>
            <a:off x="3019187" y="1348081"/>
            <a:ext cx="8979091" cy="4756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575">
            <a:extLst>
              <a:ext uri="{FF2B5EF4-FFF2-40B4-BE49-F238E27FC236}">
                <a16:creationId xmlns:a16="http://schemas.microsoft.com/office/drawing/2014/main" id="{441C6CA7-7709-DB38-BB54-34093F841868}"/>
              </a:ext>
            </a:extLst>
          </p:cNvPr>
          <p:cNvSpPr/>
          <p:nvPr/>
        </p:nvSpPr>
        <p:spPr>
          <a:xfrm flipH="1">
            <a:off x="6889062" y="2832029"/>
            <a:ext cx="155973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38DE4B-A40F-A4F0-6365-6FAFEAE344A5}"/>
                  </a:ext>
                </a:extLst>
              </p:cNvPr>
              <p:cNvSpPr txBox="1"/>
              <p:nvPr/>
            </p:nvSpPr>
            <p:spPr>
              <a:xfrm>
                <a:off x="7583199" y="2913560"/>
                <a:ext cx="140871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38DE4B-A40F-A4F0-6365-6FAFEAE34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199" y="2913560"/>
                <a:ext cx="140871" cy="155620"/>
              </a:xfrm>
              <a:prstGeom prst="rect">
                <a:avLst/>
              </a:prstGeom>
              <a:blipFill>
                <a:blip r:embed="rId41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575">
            <a:extLst>
              <a:ext uri="{FF2B5EF4-FFF2-40B4-BE49-F238E27FC236}">
                <a16:creationId xmlns:a16="http://schemas.microsoft.com/office/drawing/2014/main" id="{EF05F576-2D8E-62BD-EE81-EA32F6A2ACD9}"/>
              </a:ext>
            </a:extLst>
          </p:cNvPr>
          <p:cNvSpPr/>
          <p:nvPr/>
        </p:nvSpPr>
        <p:spPr>
          <a:xfrm flipH="1">
            <a:off x="10735779" y="2836968"/>
            <a:ext cx="142123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DF61AD4-03B3-3493-DB49-4FE18D3905F8}"/>
                  </a:ext>
                </a:extLst>
              </p:cNvPr>
              <p:cNvSpPr txBox="1"/>
              <p:nvPr/>
            </p:nvSpPr>
            <p:spPr>
              <a:xfrm>
                <a:off x="11282024" y="2899133"/>
                <a:ext cx="140871" cy="15638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DF61AD4-03B3-3493-DB49-4FE18D390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2024" y="2899133"/>
                <a:ext cx="140871" cy="156389"/>
              </a:xfrm>
              <a:prstGeom prst="rect">
                <a:avLst/>
              </a:prstGeom>
              <a:blipFill>
                <a:blip r:embed="rId42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5193830" y="273270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2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2869110" y="273980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Правая фигурная скобка 10"/>
          <p:cNvSpPr/>
          <p:nvPr/>
        </p:nvSpPr>
        <p:spPr>
          <a:xfrm rot="16200000">
            <a:off x="5656471" y="2409962"/>
            <a:ext cx="142240" cy="760031"/>
          </a:xfrm>
          <a:prstGeom prst="rightBrace">
            <a:avLst>
              <a:gd name="adj1" fmla="val 8333"/>
              <a:gd name="adj2" fmla="val 47880"/>
            </a:avLst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9CA1E38-1D8D-68C9-B44B-88E517A4BBF3}"/>
              </a:ext>
            </a:extLst>
          </p:cNvPr>
          <p:cNvSpPr txBox="1"/>
          <p:nvPr/>
        </p:nvSpPr>
        <p:spPr>
          <a:xfrm>
            <a:off x="5280618" y="2423811"/>
            <a:ext cx="944985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 smtClean="0"/>
              <a:t>Busy polling</a:t>
            </a:r>
            <a:endParaRPr lang="en-RU" sz="1400" dirty="0"/>
          </a:p>
        </p:txBody>
      </p:sp>
      <p:sp>
        <p:nvSpPr>
          <p:cNvPr id="179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6094466" y="3142900"/>
            <a:ext cx="78761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6412444" y="3209966"/>
                <a:ext cx="140871" cy="1567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444" y="3209966"/>
                <a:ext cx="140871" cy="156710"/>
              </a:xfrm>
              <a:prstGeom prst="rect">
                <a:avLst/>
              </a:prstGeom>
              <a:blipFill>
                <a:blip r:embed="rId43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6730956" y="273980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7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8430431" y="3125941"/>
            <a:ext cx="759738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8757240" y="3217842"/>
                <a:ext cx="140871" cy="1552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240" y="3217842"/>
                <a:ext cx="140871" cy="155299"/>
              </a:xfrm>
              <a:prstGeom prst="rect">
                <a:avLst/>
              </a:prstGeom>
              <a:blipFill>
                <a:blip r:embed="rId44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Правая фигурная скобка 211"/>
          <p:cNvSpPr/>
          <p:nvPr/>
        </p:nvSpPr>
        <p:spPr>
          <a:xfrm rot="16200000">
            <a:off x="10247120" y="2393481"/>
            <a:ext cx="133099" cy="766411"/>
          </a:xfrm>
          <a:prstGeom prst="rightBrace">
            <a:avLst>
              <a:gd name="adj1" fmla="val 8333"/>
              <a:gd name="adj2" fmla="val 47880"/>
            </a:avLst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29CA1E38-1D8D-68C9-B44B-88E517A4BBF3}"/>
              </a:ext>
            </a:extLst>
          </p:cNvPr>
          <p:cNvSpPr txBox="1"/>
          <p:nvPr/>
        </p:nvSpPr>
        <p:spPr>
          <a:xfrm>
            <a:off x="9790795" y="2451083"/>
            <a:ext cx="944985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 smtClean="0"/>
              <a:t>Busy polling</a:t>
            </a:r>
            <a:endParaRPr lang="en-RU" sz="1400" dirty="0"/>
          </a:p>
        </p:txBody>
      </p:sp>
      <p:sp>
        <p:nvSpPr>
          <p:cNvPr id="216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10575943" y="2686832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0" name="Правая фигурная скобка 39"/>
          <p:cNvSpPr/>
          <p:nvPr/>
        </p:nvSpPr>
        <p:spPr>
          <a:xfrm rot="5400000">
            <a:off x="4082027" y="2744174"/>
            <a:ext cx="170800" cy="2374823"/>
          </a:xfrm>
          <a:prstGeom prst="rightBrace">
            <a:avLst>
              <a:gd name="adj1" fmla="val 101754"/>
              <a:gd name="adj2" fmla="val 58359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537541" y="4030292"/>
                <a:ext cx="908775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𝑖𝑡𝑒𝑟𝑎𝑡𝑖𝑜𝑛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541" y="4030292"/>
                <a:ext cx="908775" cy="215444"/>
              </a:xfrm>
              <a:prstGeom prst="rect">
                <a:avLst/>
              </a:prstGeom>
              <a:blipFill>
                <a:blip r:embed="rId45"/>
                <a:stretch>
                  <a:fillRect l="-4027" r="-4027" b="-8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3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9190169" y="3134972"/>
            <a:ext cx="722366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9362273" y="3231148"/>
                <a:ext cx="140871" cy="1590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73" y="3231148"/>
                <a:ext cx="140871" cy="159083"/>
              </a:xfrm>
              <a:prstGeom prst="rect">
                <a:avLst/>
              </a:prstGeom>
              <a:blipFill>
                <a:blip r:embed="rId46"/>
                <a:stretch>
                  <a:fillRect l="-34783" t="-3846" r="-4348" b="-346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9045891" y="271798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68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9769534" y="2712618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7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5946507" y="271798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83" name="Правая фигурная скобка 182"/>
          <p:cNvSpPr/>
          <p:nvPr/>
        </p:nvSpPr>
        <p:spPr>
          <a:xfrm rot="5400000">
            <a:off x="7972468" y="2751917"/>
            <a:ext cx="134601" cy="2328098"/>
          </a:xfrm>
          <a:prstGeom prst="rightBrace">
            <a:avLst>
              <a:gd name="adj1" fmla="val 101754"/>
              <a:gd name="adj2" fmla="val 58359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396204" y="4016985"/>
                <a:ext cx="9087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𝑖𝑡𝑒𝑟𝑎𝑡𝑖𝑜𝑛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204" y="4016985"/>
                <a:ext cx="908775" cy="215444"/>
              </a:xfrm>
              <a:prstGeom prst="rect">
                <a:avLst/>
              </a:prstGeom>
              <a:blipFill>
                <a:blip r:embed="rId47"/>
                <a:stretch>
                  <a:fillRect l="-4027" r="-4027" b="-5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7806928" y="195751"/>
                <a:ext cx="2797368" cy="2571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i="1"/>
                        <m:t>Superloop</m:t>
                      </m:r>
                      <m:r>
                        <m:rPr>
                          <m:nor/>
                        </m:rPr>
                        <a:rPr lang="en-US" sz="1600" i="1"/>
                        <m:t> </m:t>
                      </m:r>
                      <m:r>
                        <m:rPr>
                          <m:nor/>
                        </m:rPr>
                        <a:rPr lang="en-US" sz="1600" i="1"/>
                        <m:t>polling</m:t>
                      </m:r>
                      <m:r>
                        <m:rPr>
                          <m:nor/>
                        </m:rPr>
                        <a:rPr lang="en-US" sz="1600" i="1"/>
                        <m:t> </m:t>
                      </m:r>
                      <m:r>
                        <m:rPr>
                          <m:nor/>
                        </m:rPr>
                        <a:rPr lang="en-US" sz="1600" i="1"/>
                        <m:t>order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928" y="195751"/>
                <a:ext cx="2797368" cy="257186"/>
              </a:xfrm>
              <a:prstGeom prst="rect">
                <a:avLst/>
              </a:prstGeom>
              <a:blipFill>
                <a:blip r:embed="rId48"/>
                <a:stretch>
                  <a:fillRect l="-1961" r="-654" b="-28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C4551D5-FB39-7618-983D-D6DB9002B2A7}"/>
                  </a:ext>
                </a:extLst>
              </p:cNvPr>
              <p:cNvSpPr txBox="1"/>
              <p:nvPr/>
            </p:nvSpPr>
            <p:spPr>
              <a:xfrm>
                <a:off x="2399366" y="4894918"/>
                <a:ext cx="485774" cy="2473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C4551D5-FB39-7618-983D-D6DB9002B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366" y="4894918"/>
                <a:ext cx="485774" cy="247375"/>
              </a:xfrm>
              <a:prstGeom prst="rect">
                <a:avLst/>
              </a:prstGeom>
              <a:blipFill>
                <a:blip r:embed="rId49"/>
                <a:stretch>
                  <a:fillRect l="-8861" r="-2532" b="-170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ADD17AD-3054-5BBD-20B8-E0ABEA26968C}"/>
                  </a:ext>
                </a:extLst>
              </p:cNvPr>
              <p:cNvSpPr txBox="1"/>
              <p:nvPr/>
            </p:nvSpPr>
            <p:spPr>
              <a:xfrm>
                <a:off x="2411791" y="5167643"/>
                <a:ext cx="485774" cy="249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m:oMathPara>
                </a14:m>
                <a:endParaRPr lang="en-RU" sz="16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ADD17AD-3054-5BBD-20B8-E0ABEA269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91" y="5167643"/>
                <a:ext cx="485774" cy="249620"/>
              </a:xfrm>
              <a:prstGeom prst="rect">
                <a:avLst/>
              </a:prstGeom>
              <a:blipFill>
                <a:blip r:embed="rId50"/>
                <a:stretch>
                  <a:fillRect l="-8861" r="-2532" b="-170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1296CF-B81B-073B-FC7E-FEE4A556E580}"/>
                  </a:ext>
                </a:extLst>
              </p:cNvPr>
              <p:cNvSpPr txBox="1"/>
              <p:nvPr/>
            </p:nvSpPr>
            <p:spPr>
              <a:xfrm>
                <a:off x="2982765" y="4684890"/>
                <a:ext cx="144364" cy="7367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1296CF-B81B-073B-FC7E-FEE4A556E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765" y="4684890"/>
                <a:ext cx="144364" cy="736740"/>
              </a:xfrm>
              <a:prstGeom prst="rect">
                <a:avLst/>
              </a:prstGeom>
              <a:blipFill>
                <a:blip r:embed="rId51"/>
                <a:stretch>
                  <a:fillRect l="-25000" r="-2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F120849-1099-8E5D-C25C-851AD241C82E}"/>
                  </a:ext>
                </a:extLst>
              </p:cNvPr>
              <p:cNvSpPr txBox="1"/>
              <p:nvPr/>
            </p:nvSpPr>
            <p:spPr>
              <a:xfrm>
                <a:off x="4477719" y="4684890"/>
                <a:ext cx="238848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F120849-1099-8E5D-C25C-851AD241C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719" y="4684890"/>
                <a:ext cx="238848" cy="736740"/>
              </a:xfrm>
              <a:prstGeom prst="rect">
                <a:avLst/>
              </a:prstGeom>
              <a:blipFill>
                <a:blip r:embed="rId52"/>
                <a:stretch>
                  <a:fillRect l="-20513" r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2451400" y="4652906"/>
                <a:ext cx="40472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𝑐𝑢𝑟</m:t>
                          </m:r>
                        </m:sup>
                      </m:sSup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400" y="4652906"/>
                <a:ext cx="404726" cy="246221"/>
              </a:xfrm>
              <a:prstGeom prst="rect">
                <a:avLst/>
              </a:prstGeom>
              <a:blipFill>
                <a:blip r:embed="rId53"/>
                <a:stretch>
                  <a:fillRect l="-8955" b="-24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1507FEC-07ED-4565-067B-B38359560EB1}"/>
                  </a:ext>
                </a:extLst>
              </p:cNvPr>
              <p:cNvSpPr txBox="1"/>
              <p:nvPr/>
            </p:nvSpPr>
            <p:spPr>
              <a:xfrm>
                <a:off x="5272563" y="4674898"/>
                <a:ext cx="238848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1507FEC-07ED-4565-067B-B38359560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563" y="4674898"/>
                <a:ext cx="238848" cy="736740"/>
              </a:xfrm>
              <a:prstGeom prst="rect">
                <a:avLst/>
              </a:prstGeom>
              <a:blipFill>
                <a:blip r:embed="rId54"/>
                <a:stretch>
                  <a:fillRect l="-20513" r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FA4F57-9017-1B6D-F285-F67B9D4B1D00}"/>
                  </a:ext>
                </a:extLst>
              </p:cNvPr>
              <p:cNvSpPr txBox="1"/>
              <p:nvPr/>
            </p:nvSpPr>
            <p:spPr>
              <a:xfrm>
                <a:off x="6067151" y="4686544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FA4F57-9017-1B6D-F285-F67B9D4B1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151" y="4686544"/>
                <a:ext cx="238847" cy="736740"/>
              </a:xfrm>
              <a:prstGeom prst="rect">
                <a:avLst/>
              </a:prstGeom>
              <a:blipFill>
                <a:blip r:embed="rId55"/>
                <a:stretch>
                  <a:fillRect l="-17949" r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6812697" y="4690906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697" y="4690906"/>
                <a:ext cx="238847" cy="736740"/>
              </a:xfrm>
              <a:prstGeom prst="rect">
                <a:avLst/>
              </a:prstGeom>
              <a:blipFill>
                <a:blip r:embed="rId56"/>
                <a:stretch>
                  <a:fillRect l="-20513" r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8365657" y="4687310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5657" y="4687310"/>
                <a:ext cx="338234" cy="736740"/>
              </a:xfrm>
              <a:prstGeom prst="rect">
                <a:avLst/>
              </a:prstGeom>
              <a:blipFill>
                <a:blip r:embed="rId57"/>
                <a:stretch>
                  <a:fillRect l="-10714" r="-10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9136068" y="4695876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068" y="4695876"/>
                <a:ext cx="338234" cy="736740"/>
              </a:xfrm>
              <a:prstGeom prst="rect">
                <a:avLst/>
              </a:prstGeom>
              <a:blipFill>
                <a:blip r:embed="rId58"/>
                <a:stretch>
                  <a:fillRect l="-10909" r="-127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1416294" y="5831159"/>
                <a:ext cx="1366977" cy="1935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𝑠𝑘𝑖𝑝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?→ </m:t>
                    </m:r>
                    <m:sSup>
                      <m:s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𝑐𝑢𝑟</m:t>
                        </m:r>
                      </m:sup>
                    </m:sSup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 smtClean="0"/>
                  <a:t>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𝑛𝑒𝑥𝑡</m:t>
                        </m:r>
                      </m:sup>
                    </m:sSubSup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294" y="5831159"/>
                <a:ext cx="1366977" cy="193515"/>
              </a:xfrm>
              <a:prstGeom prst="rect">
                <a:avLst/>
              </a:prstGeom>
              <a:blipFill>
                <a:blip r:embed="rId59"/>
                <a:stretch>
                  <a:fillRect l="-5333" t="-19355" b="-516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5194066" y="5779335"/>
                <a:ext cx="459998" cy="1637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05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1050" dirty="0" smtClean="0">
                    <a:solidFill>
                      <a:srgbClr val="FF0000"/>
                    </a:solidFill>
                  </a:rPr>
                  <a:t> 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050" dirty="0" smtClean="0">
                    <a:solidFill>
                      <a:schemeClr val="tx1"/>
                    </a:solidFill>
                  </a:rPr>
                  <a:t> </a:t>
                </a:r>
                <a:endParaRPr lang="en-RU" sz="105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066" y="5779335"/>
                <a:ext cx="459998" cy="163763"/>
              </a:xfrm>
              <a:prstGeom prst="rect">
                <a:avLst/>
              </a:prstGeom>
              <a:blipFill>
                <a:blip r:embed="rId60"/>
                <a:stretch>
                  <a:fillRect l="-10526" t="-22222" b="-5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9130396" y="5863809"/>
                <a:ext cx="461601" cy="1670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</m:oMath>
                </a14:m>
                <a:r>
                  <a:rPr lang="en-US" sz="1050" dirty="0" smtClean="0">
                    <a:solidFill>
                      <a:schemeClr val="tx1"/>
                    </a:solidFill>
                  </a:rPr>
                  <a:t> </a:t>
                </a:r>
                <a:endParaRPr lang="en-RU" sz="105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396" y="5863809"/>
                <a:ext cx="461601" cy="167097"/>
              </a:xfrm>
              <a:prstGeom prst="rect">
                <a:avLst/>
              </a:prstGeom>
              <a:blipFill>
                <a:blip r:embed="rId61"/>
                <a:stretch>
                  <a:fillRect l="-10667" t="-18519" b="-5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4388332" y="5864396"/>
                <a:ext cx="459998" cy="1635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050" dirty="0" smtClean="0">
                    <a:solidFill>
                      <a:schemeClr val="tx1"/>
                    </a:solidFill>
                  </a:rPr>
                  <a:t> </a:t>
                </a:r>
                <a:endParaRPr lang="en-RU" sz="105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332" y="5864396"/>
                <a:ext cx="459998" cy="163506"/>
              </a:xfrm>
              <a:prstGeom prst="rect">
                <a:avLst/>
              </a:prstGeom>
              <a:blipFill>
                <a:blip r:embed="rId62"/>
                <a:stretch>
                  <a:fillRect l="-10667" t="-22222" b="-5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6684389" y="5865757"/>
                <a:ext cx="459998" cy="1631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ru-RU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lang="en-US" sz="1050" dirty="0" smtClean="0">
                    <a:solidFill>
                      <a:schemeClr val="tx1"/>
                    </a:solidFill>
                  </a:rPr>
                  <a:t> </a:t>
                </a:r>
                <a:endParaRPr lang="en-RU" sz="105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4389" y="5865757"/>
                <a:ext cx="459998" cy="163122"/>
              </a:xfrm>
              <a:prstGeom prst="rect">
                <a:avLst/>
              </a:prstGeom>
              <a:blipFill>
                <a:blip r:embed="rId63"/>
                <a:stretch>
                  <a:fillRect l="-12000" t="-22222" b="-5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5198075" y="5958150"/>
                <a:ext cx="476862" cy="172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05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𝟑𝟎</m:t>
                    </m:r>
                  </m:oMath>
                </a14:m>
                <a:r>
                  <a:rPr lang="en-US" sz="1050" b="1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105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105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bSup>
                  </m:oMath>
                </a14:m>
                <a:r>
                  <a:rPr lang="en-US" sz="1050" dirty="0" smtClean="0">
                    <a:solidFill>
                      <a:schemeClr val="tx1"/>
                    </a:solidFill>
                  </a:rPr>
                  <a:t> </a:t>
                </a:r>
                <a:endParaRPr lang="en-RU" sz="105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075" y="5958150"/>
                <a:ext cx="476862" cy="172868"/>
              </a:xfrm>
              <a:prstGeom prst="rect">
                <a:avLst/>
              </a:prstGeom>
              <a:blipFill>
                <a:blip r:embed="rId64"/>
                <a:stretch>
                  <a:fillRect l="-10256" t="-17241" b="-448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8321421" y="5859502"/>
                <a:ext cx="459998" cy="1642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ru-RU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US" sz="1050" dirty="0" smtClean="0">
                    <a:solidFill>
                      <a:schemeClr val="tx1"/>
                    </a:solidFill>
                  </a:rPr>
                  <a:t> </a:t>
                </a:r>
                <a:endParaRPr lang="en-RU" sz="105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421" y="5859502"/>
                <a:ext cx="459998" cy="164276"/>
              </a:xfrm>
              <a:prstGeom prst="rect">
                <a:avLst/>
              </a:prstGeom>
              <a:blipFill>
                <a:blip r:embed="rId65"/>
                <a:stretch>
                  <a:fillRect l="-10526" t="-22222" b="-5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1339016" y="5476757"/>
                <a:ext cx="1520160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𝑚𝑖𝑠𝑠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?→ </m:t>
                    </m:r>
                    <m:sSup>
                      <m:s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𝑐𝑢𝑟</m:t>
                        </m:r>
                      </m:sup>
                    </m:sSup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/>
                  <a:t>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12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016" y="5476757"/>
                <a:ext cx="1520160" cy="199542"/>
              </a:xfrm>
              <a:prstGeom prst="rect">
                <a:avLst/>
              </a:prstGeom>
              <a:blipFill>
                <a:blip r:embed="rId66"/>
                <a:stretch>
                  <a:fillRect l="-3614" t="-15152" r="-1606" b="-484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4188529" y="5513282"/>
                <a:ext cx="708784" cy="163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05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+50</m:t>
                    </m:r>
                  </m:oMath>
                </a14:m>
                <a:r>
                  <a:rPr lang="en-US" sz="1050" dirty="0" smtClean="0">
                    <a:solidFill>
                      <a:schemeClr val="tx1"/>
                    </a:solidFill>
                  </a:rPr>
                  <a:t> </a:t>
                </a:r>
                <a:endParaRPr lang="en-RU" sz="105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529" y="5513282"/>
                <a:ext cx="708784" cy="163186"/>
              </a:xfrm>
              <a:prstGeom prst="rect">
                <a:avLst/>
              </a:prstGeom>
              <a:blipFill>
                <a:blip r:embed="rId67"/>
                <a:stretch>
                  <a:fillRect l="-6897" t="-22222" r="-2586" b="-5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5077746" y="5519441"/>
                <a:ext cx="708784" cy="163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1050" dirty="0" smtClean="0">
                    <a:solidFill>
                      <a:srgbClr val="FF0000"/>
                    </a:solidFill>
                  </a:rPr>
                  <a:t> 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05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+20</m:t>
                    </m:r>
                  </m:oMath>
                </a14:m>
                <a:r>
                  <a:rPr lang="en-US" sz="1050" dirty="0" smtClean="0">
                    <a:solidFill>
                      <a:srgbClr val="FF0000"/>
                    </a:solidFill>
                  </a:rPr>
                  <a:t> </a:t>
                </a:r>
                <a:endParaRPr lang="en-RU" sz="105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746" y="5519441"/>
                <a:ext cx="708784" cy="163443"/>
              </a:xfrm>
              <a:prstGeom prst="rect">
                <a:avLst/>
              </a:prstGeom>
              <a:blipFill>
                <a:blip r:embed="rId68"/>
                <a:stretch>
                  <a:fillRect l="-6897" t="-22222" r="-1724" b="-5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6605976" y="5530155"/>
                <a:ext cx="711670" cy="1645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sz="105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+20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RU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976" y="5530155"/>
                <a:ext cx="711670" cy="164597"/>
              </a:xfrm>
              <a:prstGeom prst="rect">
                <a:avLst/>
              </a:prstGeom>
              <a:blipFill>
                <a:blip r:embed="rId69"/>
                <a:stretch>
                  <a:fillRect l="-7759" t="-22222" r="-1724" b="-5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8203280" y="5529879"/>
                <a:ext cx="711670" cy="1635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05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+50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RU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3280" y="5529879"/>
                <a:ext cx="711670" cy="163506"/>
              </a:xfrm>
              <a:prstGeom prst="rect">
                <a:avLst/>
              </a:prstGeom>
              <a:blipFill>
                <a:blip r:embed="rId70"/>
                <a:stretch>
                  <a:fillRect l="-6897" t="-22222" r="-1724" b="-5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9872524" y="4695339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0" i="1" dirty="0" smtClean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524" y="4695339"/>
                <a:ext cx="338234" cy="736740"/>
              </a:xfrm>
              <a:prstGeom prst="rect">
                <a:avLst/>
              </a:prstGeom>
              <a:blipFill>
                <a:blip r:embed="rId71"/>
                <a:stretch>
                  <a:fillRect l="-10909" r="-127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9028866" y="5533288"/>
                <a:ext cx="711670" cy="1631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en-US" sz="105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+20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RU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8866" y="5533288"/>
                <a:ext cx="711670" cy="163122"/>
              </a:xfrm>
              <a:prstGeom prst="rect">
                <a:avLst/>
              </a:prstGeom>
              <a:blipFill>
                <a:blip r:embed="rId72"/>
                <a:stretch>
                  <a:fillRect l="-6838" t="-23077" r="-855" b="-538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Прямая соединительная линия 15"/>
          <p:cNvCxnSpPr/>
          <p:nvPr/>
        </p:nvCxnSpPr>
        <p:spPr>
          <a:xfrm>
            <a:off x="1290698" y="4870428"/>
            <a:ext cx="10272361" cy="529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9" name="Прямая соединительная линия 218"/>
          <p:cNvCxnSpPr/>
          <p:nvPr/>
        </p:nvCxnSpPr>
        <p:spPr>
          <a:xfrm flipV="1">
            <a:off x="1284682" y="5178943"/>
            <a:ext cx="10291585" cy="1566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4" name="Прямая соединительная линия 223"/>
          <p:cNvCxnSpPr/>
          <p:nvPr/>
        </p:nvCxnSpPr>
        <p:spPr>
          <a:xfrm>
            <a:off x="1296714" y="5441074"/>
            <a:ext cx="10266345" cy="2255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Прямая соединительная линия 224"/>
          <p:cNvCxnSpPr/>
          <p:nvPr/>
        </p:nvCxnSpPr>
        <p:spPr>
          <a:xfrm flipV="1">
            <a:off x="1296714" y="5748741"/>
            <a:ext cx="10281942" cy="4641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Прямая соединительная линия 225"/>
          <p:cNvCxnSpPr/>
          <p:nvPr/>
        </p:nvCxnSpPr>
        <p:spPr>
          <a:xfrm>
            <a:off x="1300627" y="6131018"/>
            <a:ext cx="10275640" cy="4803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Прямая соединительная линия 234"/>
          <p:cNvCxnSpPr/>
          <p:nvPr/>
        </p:nvCxnSpPr>
        <p:spPr>
          <a:xfrm flipV="1">
            <a:off x="2897565" y="4617979"/>
            <a:ext cx="0" cy="15405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Прямая соединительная линия 235"/>
          <p:cNvCxnSpPr/>
          <p:nvPr/>
        </p:nvCxnSpPr>
        <p:spPr>
          <a:xfrm flipV="1">
            <a:off x="3216020" y="4617979"/>
            <a:ext cx="0" cy="15405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Прямая соединительная линия 236"/>
          <p:cNvCxnSpPr/>
          <p:nvPr/>
        </p:nvCxnSpPr>
        <p:spPr>
          <a:xfrm flipV="1">
            <a:off x="4986207" y="4617979"/>
            <a:ext cx="0" cy="15610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Прямая соединительная линия 237"/>
          <p:cNvCxnSpPr/>
          <p:nvPr/>
        </p:nvCxnSpPr>
        <p:spPr>
          <a:xfrm flipV="1">
            <a:off x="5894091" y="4617979"/>
            <a:ext cx="0" cy="15610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Прямая соединительная линия 238"/>
          <p:cNvCxnSpPr/>
          <p:nvPr/>
        </p:nvCxnSpPr>
        <p:spPr>
          <a:xfrm flipV="1">
            <a:off x="6528220" y="4612335"/>
            <a:ext cx="0" cy="15610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0" name="Прямая соединительная линия 239"/>
          <p:cNvCxnSpPr/>
          <p:nvPr/>
        </p:nvCxnSpPr>
        <p:spPr>
          <a:xfrm flipH="1" flipV="1">
            <a:off x="8082436" y="4626239"/>
            <a:ext cx="2673" cy="155953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1" name="Прямая соединительная линия 240"/>
          <p:cNvCxnSpPr/>
          <p:nvPr/>
        </p:nvCxnSpPr>
        <p:spPr>
          <a:xfrm flipV="1">
            <a:off x="8966178" y="4684471"/>
            <a:ext cx="0" cy="149042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Прямая соединительная линия 241"/>
          <p:cNvCxnSpPr/>
          <p:nvPr/>
        </p:nvCxnSpPr>
        <p:spPr>
          <a:xfrm flipH="1" flipV="1">
            <a:off x="9740536" y="4626239"/>
            <a:ext cx="19474" cy="156276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9819853" y="5523255"/>
                <a:ext cx="711670" cy="1670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  <m:r>
                      <a:rPr lang="en-US" sz="105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+20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RU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9853" y="5523255"/>
                <a:ext cx="711670" cy="167097"/>
              </a:xfrm>
              <a:prstGeom prst="rect">
                <a:avLst/>
              </a:prstGeom>
              <a:blipFill>
                <a:blip r:embed="rId73"/>
                <a:stretch>
                  <a:fillRect l="-6838" t="-18519" r="-855" b="-5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9872524" y="5846691"/>
                <a:ext cx="461601" cy="164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US" sz="105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&lt;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</m:oMath>
                </a14:m>
                <a:r>
                  <a:rPr lang="en-US" sz="1050" dirty="0" smtClean="0">
                    <a:solidFill>
                      <a:schemeClr val="tx1"/>
                    </a:solidFill>
                  </a:rPr>
                  <a:t> </a:t>
                </a:r>
                <a:endParaRPr lang="en-RU" sz="105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524" y="5846691"/>
                <a:ext cx="461601" cy="164789"/>
              </a:xfrm>
              <a:prstGeom prst="rect">
                <a:avLst/>
              </a:prstGeom>
              <a:blipFill>
                <a:blip r:embed="rId74"/>
                <a:stretch>
                  <a:fillRect l="-10667" t="-22222" b="-5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7" name="Прямая соединительная линия 246"/>
          <p:cNvCxnSpPr/>
          <p:nvPr/>
        </p:nvCxnSpPr>
        <p:spPr>
          <a:xfrm>
            <a:off x="1339016" y="4623585"/>
            <a:ext cx="10237251" cy="607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Прямая соединительная линия 247"/>
          <p:cNvCxnSpPr/>
          <p:nvPr/>
        </p:nvCxnSpPr>
        <p:spPr>
          <a:xfrm flipV="1">
            <a:off x="4133974" y="4619979"/>
            <a:ext cx="0" cy="15610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540768" y="5509749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768" y="5509749"/>
                <a:ext cx="150682" cy="184666"/>
              </a:xfrm>
              <a:prstGeom prst="rect">
                <a:avLst/>
              </a:prstGeom>
              <a:blipFill>
                <a:blip r:embed="rId75"/>
                <a:stretch>
                  <a:fillRect l="-8000" r="-4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542769" y="5866688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2769" y="5866688"/>
                <a:ext cx="150682" cy="184666"/>
              </a:xfrm>
              <a:prstGeom prst="rect">
                <a:avLst/>
              </a:prstGeom>
              <a:blipFill>
                <a:blip r:embed="rId76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536644" y="4952422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644" y="4952422"/>
                <a:ext cx="150682" cy="184666"/>
              </a:xfrm>
              <a:prstGeom prst="rect">
                <a:avLst/>
              </a:prstGeom>
              <a:blipFill>
                <a:blip r:embed="rId76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544658" y="5231153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658" y="5231153"/>
                <a:ext cx="150682" cy="184666"/>
              </a:xfrm>
              <a:prstGeom prst="rect">
                <a:avLst/>
              </a:prstGeom>
              <a:blipFill>
                <a:blip r:embed="rId75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544661" y="4677699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661" y="4677699"/>
                <a:ext cx="150682" cy="184666"/>
              </a:xfrm>
              <a:prstGeom prst="rect">
                <a:avLst/>
              </a:prstGeom>
              <a:blipFill>
                <a:blip r:embed="rId77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2" name="Прямая соединительная линия 261"/>
          <p:cNvCxnSpPr/>
          <p:nvPr/>
        </p:nvCxnSpPr>
        <p:spPr>
          <a:xfrm flipH="1" flipV="1">
            <a:off x="7434730" y="4622224"/>
            <a:ext cx="2673" cy="155953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75817" y="5517812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817" y="5517812"/>
                <a:ext cx="150682" cy="184666"/>
              </a:xfrm>
              <a:prstGeom prst="rect">
                <a:avLst/>
              </a:prstGeom>
              <a:blipFill>
                <a:blip r:embed="rId78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77818" y="5874751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818" y="5874751"/>
                <a:ext cx="150682" cy="184666"/>
              </a:xfrm>
              <a:prstGeom prst="rect">
                <a:avLst/>
              </a:prstGeom>
              <a:blipFill>
                <a:blip r:embed="rId75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71693" y="4960485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693" y="4960485"/>
                <a:ext cx="150682" cy="184666"/>
              </a:xfrm>
              <a:prstGeom prst="rect">
                <a:avLst/>
              </a:prstGeom>
              <a:blipFill>
                <a:blip r:embed="rId75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79707" y="5239216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707" y="5239216"/>
                <a:ext cx="150682" cy="184666"/>
              </a:xfrm>
              <a:prstGeom prst="rect">
                <a:avLst/>
              </a:prstGeom>
              <a:blipFill>
                <a:blip r:embed="rId77"/>
                <a:stretch>
                  <a:fillRect l="-8000" r="-4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79710" y="4685762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710" y="4685762"/>
                <a:ext cx="150682" cy="184666"/>
              </a:xfrm>
              <a:prstGeom prst="rect">
                <a:avLst/>
              </a:prstGeom>
              <a:blipFill>
                <a:blip r:embed="rId75"/>
                <a:stretch>
                  <a:fillRect l="-8000" r="-4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Прямоугольник 61"/>
          <p:cNvSpPr/>
          <p:nvPr/>
        </p:nvSpPr>
        <p:spPr>
          <a:xfrm>
            <a:off x="2913594" y="4663775"/>
            <a:ext cx="289193" cy="1457289"/>
          </a:xfrm>
          <a:prstGeom prst="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4" name="Прямая со стрелкой 63"/>
          <p:cNvCxnSpPr>
            <a:stCxn id="62" idx="2"/>
          </p:cNvCxnSpPr>
          <p:nvPr/>
        </p:nvCxnSpPr>
        <p:spPr>
          <a:xfrm flipH="1">
            <a:off x="2345865" y="6121064"/>
            <a:ext cx="712326" cy="46021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2074774" y="6577701"/>
                <a:ext cx="38170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𝑛𝑖𝑡</m:t>
                      </m:r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774" y="6577701"/>
                <a:ext cx="381708" cy="246221"/>
              </a:xfrm>
              <a:prstGeom prst="rect">
                <a:avLst/>
              </a:prstGeom>
              <a:blipFill>
                <a:blip r:embed="rId79"/>
                <a:stretch>
                  <a:fillRect l="-11111" r="-9524" b="-7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8982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6F58-A926-67A9-CA13-0A771CB4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Группа 75"/>
          <p:cNvGrpSpPr/>
          <p:nvPr/>
        </p:nvGrpSpPr>
        <p:grpSpPr>
          <a:xfrm>
            <a:off x="7150694" y="372761"/>
            <a:ext cx="4946364" cy="5700947"/>
            <a:chOff x="7040079" y="796075"/>
            <a:chExt cx="4946364" cy="5700947"/>
          </a:xfrm>
        </p:grpSpPr>
        <p:pic>
          <p:nvPicPr>
            <p:cNvPr id="74" name="Рисунок 7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0079" y="973896"/>
              <a:ext cx="4946364" cy="5421182"/>
            </a:xfrm>
            <a:prstGeom prst="rect">
              <a:avLst/>
            </a:prstGeom>
          </p:spPr>
        </p:pic>
        <p:sp>
          <p:nvSpPr>
            <p:cNvPr id="75" name="Прямоугольник 74"/>
            <p:cNvSpPr/>
            <p:nvPr/>
          </p:nvSpPr>
          <p:spPr>
            <a:xfrm>
              <a:off x="7125496" y="5784592"/>
              <a:ext cx="4788119" cy="712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0" name="Прямоугольник 309"/>
            <p:cNvSpPr/>
            <p:nvPr/>
          </p:nvSpPr>
          <p:spPr>
            <a:xfrm>
              <a:off x="7125496" y="796075"/>
              <a:ext cx="4788119" cy="585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9" name="Группа 48"/>
          <p:cNvGrpSpPr/>
          <p:nvPr/>
        </p:nvGrpSpPr>
        <p:grpSpPr>
          <a:xfrm>
            <a:off x="117948" y="379301"/>
            <a:ext cx="6041395" cy="4054481"/>
            <a:chOff x="1042283" y="160477"/>
            <a:chExt cx="6041395" cy="4054481"/>
          </a:xfrm>
        </p:grpSpPr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17CE4C1-8F3B-E139-BBDA-F559D5554A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9693" y="166577"/>
              <a:ext cx="10147" cy="3274108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6" name="Rectangle 769">
              <a:extLst>
                <a:ext uri="{FF2B5EF4-FFF2-40B4-BE49-F238E27FC236}">
                  <a16:creationId xmlns:a16="http://schemas.microsoft.com/office/drawing/2014/main" id="{18EFE200-5563-F534-DD92-98D5A8C2F86E}"/>
                </a:ext>
              </a:extLst>
            </p:cNvPr>
            <p:cNvSpPr/>
            <p:nvPr/>
          </p:nvSpPr>
          <p:spPr>
            <a:xfrm flipH="1">
              <a:off x="4551798" y="3135009"/>
              <a:ext cx="787612" cy="289752"/>
            </a:xfrm>
            <a:prstGeom prst="rect">
              <a:avLst/>
            </a:prstGeom>
            <a:pattFill prst="wdUpDiag">
              <a:fgClr>
                <a:srgbClr val="C00000"/>
              </a:fgClr>
              <a:bgClr>
                <a:schemeClr val="bg1"/>
              </a:bgClr>
            </a:patt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12A3ED9D-F66C-A242-CABD-C887D7BB1479}"/>
                </a:ext>
              </a:extLst>
            </p:cNvPr>
            <p:cNvCxnSpPr>
              <a:cxnSpLocks/>
            </p:cNvCxnSpPr>
            <p:nvPr/>
          </p:nvCxnSpPr>
          <p:spPr>
            <a:xfrm>
              <a:off x="1042283" y="1577938"/>
              <a:ext cx="5867181" cy="10267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37DC3C49-CE96-4A0E-D539-D1DF535193D1}"/>
                </a:ext>
              </a:extLst>
            </p:cNvPr>
            <p:cNvCxnSpPr>
              <a:cxnSpLocks/>
            </p:cNvCxnSpPr>
            <p:nvPr/>
          </p:nvCxnSpPr>
          <p:spPr>
            <a:xfrm>
              <a:off x="3020580" y="160477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8E139DE-1BBD-2BD7-D872-663D712616DD}"/>
                </a:ext>
              </a:extLst>
            </p:cNvPr>
            <p:cNvCxnSpPr>
              <a:cxnSpLocks/>
              <a:endCxn id="206" idx="0"/>
            </p:cNvCxnSpPr>
            <p:nvPr/>
          </p:nvCxnSpPr>
          <p:spPr>
            <a:xfrm flipV="1">
              <a:off x="1042283" y="750950"/>
              <a:ext cx="5954288" cy="21664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9DF1C3B1-97DD-A364-5709-6743152F85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283" y="1037279"/>
              <a:ext cx="5845983" cy="29809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DF87532-B723-96D8-737A-7218209187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369" y="1312925"/>
              <a:ext cx="5779095" cy="40167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92D14223-C770-7E9F-8180-628BA05B557D}"/>
                </a:ext>
              </a:extLst>
            </p:cNvPr>
            <p:cNvCxnSpPr>
              <a:cxnSpLocks/>
            </p:cNvCxnSpPr>
            <p:nvPr/>
          </p:nvCxnSpPr>
          <p:spPr>
            <a:xfrm>
              <a:off x="3800863" y="166577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94A6C9F-F71B-9964-6B44-7DAE6C2B9021}"/>
                </a:ext>
              </a:extLst>
            </p:cNvPr>
            <p:cNvCxnSpPr>
              <a:cxnSpLocks/>
            </p:cNvCxnSpPr>
            <p:nvPr/>
          </p:nvCxnSpPr>
          <p:spPr>
            <a:xfrm>
              <a:off x="5354840" y="166577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DF1517E-2C4E-DE61-B1C4-D112142F0D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7604" y="166577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38DA259-20D7-6C64-9749-209C41020E39}"/>
                </a:ext>
              </a:extLst>
            </p:cNvPr>
            <p:cNvCxnSpPr>
              <a:cxnSpLocks/>
            </p:cNvCxnSpPr>
            <p:nvPr/>
          </p:nvCxnSpPr>
          <p:spPr>
            <a:xfrm>
              <a:off x="6888266" y="166577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3DC55248-0F80-75FE-F12C-022EB4EE1244}"/>
                </a:ext>
              </a:extLst>
            </p:cNvPr>
            <p:cNvCxnSpPr/>
            <p:nvPr/>
          </p:nvCxnSpPr>
          <p:spPr>
            <a:xfrm flipV="1">
              <a:off x="3802319" y="1642579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5630379C-B644-DC7E-CA82-442571376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0381" y="1642579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E1B1F9DF-709F-9EE8-9C92-79455CE44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5850" y="1642579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77CDDD5F-7C50-933A-4E66-A720C92B25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1769" y="1642579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271641A6-6E96-935E-F4BC-0DB246F6F7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1276" y="1642579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F300A86-C87D-89D3-1B72-E8BE4D3E5E25}"/>
                    </a:ext>
                  </a:extLst>
                </p:cNvPr>
                <p:cNvSpPr txBox="1"/>
                <p:nvPr/>
              </p:nvSpPr>
              <p:spPr>
                <a:xfrm>
                  <a:off x="1804945" y="783910"/>
                  <a:ext cx="1046504" cy="2250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RU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ru-RU" sz="1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RU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20,50</m:t>
                            </m:r>
                          </m:e>
                        </m:d>
                      </m:oMath>
                    </m:oMathPara>
                  </a14:m>
                  <a:endParaRPr lang="en-RU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F300A86-C87D-89D3-1B72-E8BE4D3E5E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4945" y="783910"/>
                  <a:ext cx="1046504" cy="225062"/>
                </a:xfrm>
                <a:prstGeom prst="rect">
                  <a:avLst/>
                </a:prstGeom>
                <a:blipFill>
                  <a:blip r:embed="rId3"/>
                  <a:stretch>
                    <a:fillRect l="-1744" b="-27027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4BFC4B1-11D5-1726-F1DF-5DFD49BCAC70}"/>
                    </a:ext>
                  </a:extLst>
                </p:cNvPr>
                <p:cNvSpPr txBox="1"/>
                <p:nvPr/>
              </p:nvSpPr>
              <p:spPr>
                <a:xfrm>
                  <a:off x="1810707" y="1079803"/>
                  <a:ext cx="1046504" cy="2250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RU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ru-RU" sz="1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RU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10,2</m:t>
                            </m:r>
                            <m:r>
                              <a:rPr lang="ru-RU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RU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4BFC4B1-11D5-1726-F1DF-5DFD49BCAC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0707" y="1079803"/>
                  <a:ext cx="1046504" cy="225062"/>
                </a:xfrm>
                <a:prstGeom prst="rect">
                  <a:avLst/>
                </a:prstGeom>
                <a:blipFill>
                  <a:blip r:embed="rId4"/>
                  <a:stretch>
                    <a:fillRect l="-1744" b="-27027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2542B38-697F-4A86-9AA9-500D6F47F259}"/>
                    </a:ext>
                  </a:extLst>
                </p:cNvPr>
                <p:cNvSpPr txBox="1"/>
                <p:nvPr/>
              </p:nvSpPr>
              <p:spPr>
                <a:xfrm>
                  <a:off x="3770062" y="1434317"/>
                  <a:ext cx="34304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2542B38-697F-4A86-9AA9-500D6F47F2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0062" y="1434317"/>
                  <a:ext cx="343043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17857" r="-16071" b="-588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9CA1E38-1D8D-68C9-B44B-88E517A4BBF3}"/>
                    </a:ext>
                  </a:extLst>
                </p:cNvPr>
                <p:cNvSpPr txBox="1"/>
                <p:nvPr/>
              </p:nvSpPr>
              <p:spPr>
                <a:xfrm>
                  <a:off x="4543982" y="1434317"/>
                  <a:ext cx="34304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9CA1E38-1D8D-68C9-B44B-88E517A4BB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3982" y="1434317"/>
                  <a:ext cx="343043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17857" r="-16071" b="-588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1D94A32-5A60-E60F-B3CF-2C20E6FD484A}"/>
                    </a:ext>
                  </a:extLst>
                </p:cNvPr>
                <p:cNvSpPr txBox="1"/>
                <p:nvPr/>
              </p:nvSpPr>
              <p:spPr>
                <a:xfrm>
                  <a:off x="5305338" y="1434317"/>
                  <a:ext cx="34304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1D94A32-5A60-E60F-B3CF-2C20E6FD48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5338" y="1434317"/>
                  <a:ext cx="343043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17857" r="-16071" b="-588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5DE4AC5-C56F-7987-CDD7-EEC8B402E47F}"/>
                    </a:ext>
                  </a:extLst>
                </p:cNvPr>
                <p:cNvSpPr txBox="1"/>
                <p:nvPr/>
              </p:nvSpPr>
              <p:spPr>
                <a:xfrm>
                  <a:off x="6088626" y="1434317"/>
                  <a:ext cx="34304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5DE4AC5-C56F-7987-CDD7-EEC8B402E4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626" y="1434317"/>
                  <a:ext cx="343043" cy="307777"/>
                </a:xfrm>
                <a:prstGeom prst="rect">
                  <a:avLst/>
                </a:prstGeom>
                <a:blipFill>
                  <a:blip r:embed="rId8"/>
                  <a:stretch>
                    <a:fillRect l="-16071" r="-17857" b="-588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1BBF5B99-57BB-423C-07A6-81BA6517BF72}"/>
                    </a:ext>
                  </a:extLst>
                </p:cNvPr>
                <p:cNvSpPr txBox="1"/>
                <p:nvPr/>
              </p:nvSpPr>
              <p:spPr>
                <a:xfrm>
                  <a:off x="3007816" y="1434317"/>
                  <a:ext cx="20037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1BBF5B99-57BB-423C-07A6-81BA6517BF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7816" y="1434317"/>
                  <a:ext cx="200376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30303" r="-27273" b="-588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DC6DC92F-EB95-9110-8B93-477E92CE72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9187" y="761807"/>
              <a:ext cx="1346" cy="281191"/>
            </a:xfrm>
            <a:prstGeom prst="line">
              <a:avLst/>
            </a:prstGeom>
            <a:ln w="381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49D98D8D-4459-5C8C-165F-26A6EC38C04C}"/>
                </a:ext>
              </a:extLst>
            </p:cNvPr>
            <p:cNvGrpSpPr/>
            <p:nvPr/>
          </p:nvGrpSpPr>
          <p:grpSpPr>
            <a:xfrm>
              <a:off x="4540137" y="747527"/>
              <a:ext cx="45719" cy="296189"/>
              <a:chOff x="3509152" y="253612"/>
              <a:chExt cx="45719" cy="296189"/>
            </a:xfrm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EB98AC11-5086-3453-1905-07328B0EB77B}"/>
                  </a:ext>
                </a:extLst>
              </p:cNvPr>
              <p:cNvSpPr/>
              <p:nvPr/>
            </p:nvSpPr>
            <p:spPr>
              <a:xfrm flipH="1">
                <a:off x="3509152" y="253612"/>
                <a:ext cx="45719" cy="289752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E03E502C-9161-C6F5-F1B7-26FA2B73D9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2011" y="253612"/>
                <a:ext cx="0" cy="296189"/>
              </a:xfrm>
              <a:prstGeom prst="line">
                <a:avLst/>
              </a:prstGeom>
              <a:ln w="22225" cmpd="sng">
                <a:solidFill>
                  <a:schemeClr val="tx1"/>
                </a:solidFill>
                <a:prstDash val="sysDot"/>
                <a:headEnd type="none" w="med" len="lg"/>
                <a:tailEnd type="none" w="med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C9CA49-8AFA-4F0A-3AE4-F3F6C7A4C6B3}"/>
                </a:ext>
              </a:extLst>
            </p:cNvPr>
            <p:cNvSpPr txBox="1"/>
            <p:nvPr/>
          </p:nvSpPr>
          <p:spPr>
            <a:xfrm>
              <a:off x="2187514" y="374333"/>
              <a:ext cx="1176989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RU" sz="1500" b="1" dirty="0" smtClean="0"/>
                <a:t>Job </a:t>
              </a:r>
              <a:r>
                <a:rPr lang="en-US" sz="1500" b="1" dirty="0" smtClean="0"/>
                <a:t>Releases</a:t>
              </a:r>
              <a:r>
                <a:rPr lang="en-RU" sz="1500" b="1" dirty="0" smtClean="0"/>
                <a:t>    </a:t>
              </a:r>
              <a:endParaRPr lang="en-RU" sz="15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DCF573C-1585-E8E0-1488-6C90E91B4B8B}"/>
                    </a:ext>
                  </a:extLst>
                </p:cNvPr>
                <p:cNvSpPr txBox="1"/>
                <p:nvPr/>
              </p:nvSpPr>
              <p:spPr>
                <a:xfrm>
                  <a:off x="6797995" y="1457439"/>
                  <a:ext cx="231602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RU" sz="2800" dirty="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DCF573C-1585-E8E0-1488-6C90E91B4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7995" y="1457439"/>
                  <a:ext cx="231602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AE1EBFED-8B9E-50E2-5688-7E6D53A4BC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21409" y="1053508"/>
              <a:ext cx="1346" cy="281191"/>
            </a:xfrm>
            <a:prstGeom prst="line">
              <a:avLst/>
            </a:prstGeom>
            <a:ln w="381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18FDBC5A-B7C8-4C99-F596-BCF931B026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8649" y="1060385"/>
              <a:ext cx="1346" cy="281191"/>
            </a:xfrm>
            <a:prstGeom prst="line">
              <a:avLst/>
            </a:prstGeom>
            <a:ln w="381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AC158414-06F3-5F74-8F8D-32251967E6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271" y="1056280"/>
              <a:ext cx="1346" cy="281191"/>
            </a:xfrm>
            <a:prstGeom prst="line">
              <a:avLst/>
            </a:prstGeom>
            <a:ln w="38100">
              <a:headEnd type="none" w="med" len="sm"/>
              <a:tailEnd type="stealth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78" name="Straight Connector 577">
              <a:extLst>
                <a:ext uri="{FF2B5EF4-FFF2-40B4-BE49-F238E27FC236}">
                  <a16:creationId xmlns:a16="http://schemas.microsoft.com/office/drawing/2014/main" id="{EBFB2617-5E02-E270-ED62-E617FDC100B1}"/>
                </a:ext>
              </a:extLst>
            </p:cNvPr>
            <p:cNvCxnSpPr>
              <a:cxnSpLocks/>
              <a:endCxn id="607" idx="2"/>
            </p:cNvCxnSpPr>
            <p:nvPr/>
          </p:nvCxnSpPr>
          <p:spPr>
            <a:xfrm flipH="1">
              <a:off x="3019187" y="2244965"/>
              <a:ext cx="1393" cy="1571411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B41EF9A9-6CF5-A506-1DFD-3C3C25C1A2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283" y="2832015"/>
              <a:ext cx="5836007" cy="25571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581">
              <a:extLst>
                <a:ext uri="{FF2B5EF4-FFF2-40B4-BE49-F238E27FC236}">
                  <a16:creationId xmlns:a16="http://schemas.microsoft.com/office/drawing/2014/main" id="{6E2F6E19-B8C2-C905-B6FC-1A53C58161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283" y="3144195"/>
              <a:ext cx="5836007" cy="93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5FD68F11-2D83-2828-AF61-EF670331ED2A}"/>
                </a:ext>
              </a:extLst>
            </p:cNvPr>
            <p:cNvCxnSpPr>
              <a:cxnSpLocks/>
              <a:endCxn id="623" idx="0"/>
            </p:cNvCxnSpPr>
            <p:nvPr/>
          </p:nvCxnSpPr>
          <p:spPr>
            <a:xfrm>
              <a:off x="1042283" y="3437614"/>
              <a:ext cx="5840177" cy="6143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88EF67AF-125A-83C3-492F-F699005E4614}"/>
                </a:ext>
              </a:extLst>
            </p:cNvPr>
            <p:cNvCxnSpPr>
              <a:cxnSpLocks/>
            </p:cNvCxnSpPr>
            <p:nvPr/>
          </p:nvCxnSpPr>
          <p:spPr>
            <a:xfrm>
              <a:off x="3800863" y="2251065"/>
              <a:ext cx="0" cy="1471246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2644D783-ED6A-F889-4939-DCCA14BA07F7}"/>
                </a:ext>
              </a:extLst>
            </p:cNvPr>
            <p:cNvCxnSpPr>
              <a:cxnSpLocks/>
            </p:cNvCxnSpPr>
            <p:nvPr/>
          </p:nvCxnSpPr>
          <p:spPr>
            <a:xfrm>
              <a:off x="5354840" y="2251065"/>
              <a:ext cx="0" cy="1406535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587">
              <a:extLst>
                <a:ext uri="{FF2B5EF4-FFF2-40B4-BE49-F238E27FC236}">
                  <a16:creationId xmlns:a16="http://schemas.microsoft.com/office/drawing/2014/main" id="{A0CEA8E7-6C5D-1609-3F97-0F4C9FFFA22F}"/>
                </a:ext>
              </a:extLst>
            </p:cNvPr>
            <p:cNvCxnSpPr>
              <a:cxnSpLocks/>
            </p:cNvCxnSpPr>
            <p:nvPr/>
          </p:nvCxnSpPr>
          <p:spPr>
            <a:xfrm>
              <a:off x="6107604" y="2251065"/>
              <a:ext cx="0" cy="1406535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588">
              <a:extLst>
                <a:ext uri="{FF2B5EF4-FFF2-40B4-BE49-F238E27FC236}">
                  <a16:creationId xmlns:a16="http://schemas.microsoft.com/office/drawing/2014/main" id="{A2D2F7D3-FF0F-00DD-EBAD-A97C1E806E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8290" y="2251065"/>
              <a:ext cx="9976" cy="1516756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590">
              <a:extLst>
                <a:ext uri="{FF2B5EF4-FFF2-40B4-BE49-F238E27FC236}">
                  <a16:creationId xmlns:a16="http://schemas.microsoft.com/office/drawing/2014/main" id="{59C31E1E-41ED-2029-1B7C-61F92EDAA59D}"/>
                </a:ext>
              </a:extLst>
            </p:cNvPr>
            <p:cNvCxnSpPr/>
            <p:nvPr/>
          </p:nvCxnSpPr>
          <p:spPr>
            <a:xfrm flipV="1">
              <a:off x="3802319" y="3727067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591">
              <a:extLst>
                <a:ext uri="{FF2B5EF4-FFF2-40B4-BE49-F238E27FC236}">
                  <a16:creationId xmlns:a16="http://schemas.microsoft.com/office/drawing/2014/main" id="{CAAB618F-EE4D-E7B6-E380-98CE6E269B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0381" y="3727067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592">
              <a:extLst>
                <a:ext uri="{FF2B5EF4-FFF2-40B4-BE49-F238E27FC236}">
                  <a16:creationId xmlns:a16="http://schemas.microsoft.com/office/drawing/2014/main" id="{66D2AC5E-39C4-7D88-3DD1-A4E54DE9E2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5850" y="3727067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593">
              <a:extLst>
                <a:ext uri="{FF2B5EF4-FFF2-40B4-BE49-F238E27FC236}">
                  <a16:creationId xmlns:a16="http://schemas.microsoft.com/office/drawing/2014/main" id="{FBACDEB0-9F48-8176-AE77-A96E218C9D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1769" y="3727067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594">
              <a:extLst>
                <a:ext uri="{FF2B5EF4-FFF2-40B4-BE49-F238E27FC236}">
                  <a16:creationId xmlns:a16="http://schemas.microsoft.com/office/drawing/2014/main" id="{ADA03DE8-7CFB-AA21-4B67-175C588F1B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1276" y="3727067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7" name="TextBox 596">
                  <a:extLst>
                    <a:ext uri="{FF2B5EF4-FFF2-40B4-BE49-F238E27FC236}">
                      <a16:creationId xmlns:a16="http://schemas.microsoft.com/office/drawing/2014/main" id="{D4A4E640-8ACC-C948-4987-0ED80C4DAA5F}"/>
                    </a:ext>
                  </a:extLst>
                </p:cNvPr>
                <p:cNvSpPr txBox="1"/>
                <p:nvPr/>
              </p:nvSpPr>
              <p:spPr>
                <a:xfrm>
                  <a:off x="1793744" y="2862854"/>
                  <a:ext cx="1046504" cy="2250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RU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ru-RU" sz="1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RU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20,</m:t>
                            </m:r>
                            <m:r>
                              <a:rPr lang="ru-RU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d>
                      </m:oMath>
                    </m:oMathPara>
                  </a14:m>
                  <a:endParaRPr lang="en-RU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97" name="TextBox 596">
                  <a:extLst>
                    <a:ext uri="{FF2B5EF4-FFF2-40B4-BE49-F238E27FC236}">
                      <a16:creationId xmlns:a16="http://schemas.microsoft.com/office/drawing/2014/main" id="{D4A4E640-8ACC-C948-4987-0ED80C4DAA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3744" y="2862854"/>
                  <a:ext cx="1046504" cy="225062"/>
                </a:xfrm>
                <a:prstGeom prst="rect">
                  <a:avLst/>
                </a:prstGeom>
                <a:blipFill>
                  <a:blip r:embed="rId11"/>
                  <a:stretch>
                    <a:fillRect l="-2339" b="-30556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8" name="TextBox 597">
                  <a:extLst>
                    <a:ext uri="{FF2B5EF4-FFF2-40B4-BE49-F238E27FC236}">
                      <a16:creationId xmlns:a16="http://schemas.microsoft.com/office/drawing/2014/main" id="{77D2EC8E-3FF7-C4D6-9B75-A4651663EC63}"/>
                    </a:ext>
                  </a:extLst>
                </p:cNvPr>
                <p:cNvSpPr txBox="1"/>
                <p:nvPr/>
              </p:nvSpPr>
              <p:spPr>
                <a:xfrm>
                  <a:off x="1800491" y="3166288"/>
                  <a:ext cx="1046504" cy="2250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RU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ru-RU" sz="1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RU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10,2</m:t>
                            </m:r>
                            <m:r>
                              <a:rPr lang="ru-RU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RU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98" name="TextBox 597">
                  <a:extLst>
                    <a:ext uri="{FF2B5EF4-FFF2-40B4-BE49-F238E27FC236}">
                      <a16:creationId xmlns:a16="http://schemas.microsoft.com/office/drawing/2014/main" id="{77D2EC8E-3FF7-C4D6-9B75-A4651663E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491" y="3166288"/>
                  <a:ext cx="1046504" cy="225062"/>
                </a:xfrm>
                <a:prstGeom prst="rect">
                  <a:avLst/>
                </a:prstGeom>
                <a:blipFill>
                  <a:blip r:embed="rId12"/>
                  <a:stretch>
                    <a:fillRect l="-2339" b="-27027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0" name="TextBox 599">
                  <a:extLst>
                    <a:ext uri="{FF2B5EF4-FFF2-40B4-BE49-F238E27FC236}">
                      <a16:creationId xmlns:a16="http://schemas.microsoft.com/office/drawing/2014/main" id="{5D6C624D-0EB1-37C2-A2E2-3741DF1384AE}"/>
                    </a:ext>
                  </a:extLst>
                </p:cNvPr>
                <p:cNvSpPr txBox="1"/>
                <p:nvPr/>
              </p:nvSpPr>
              <p:spPr>
                <a:xfrm>
                  <a:off x="3681245" y="3508599"/>
                  <a:ext cx="34304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>
            <p:sp>
              <p:nvSpPr>
                <p:cNvPr id="600" name="TextBox 599">
                  <a:extLst>
                    <a:ext uri="{FF2B5EF4-FFF2-40B4-BE49-F238E27FC236}">
                      <a16:creationId xmlns:a16="http://schemas.microsoft.com/office/drawing/2014/main" id="{5D6C624D-0EB1-37C2-A2E2-3741DF138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1245" y="3508599"/>
                  <a:ext cx="343043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15789" r="-15789" b="-588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1" name="TextBox 600">
                  <a:extLst>
                    <a:ext uri="{FF2B5EF4-FFF2-40B4-BE49-F238E27FC236}">
                      <a16:creationId xmlns:a16="http://schemas.microsoft.com/office/drawing/2014/main" id="{CF720FE6-088F-3460-3CAF-48390B9CD1D6}"/>
                    </a:ext>
                  </a:extLst>
                </p:cNvPr>
                <p:cNvSpPr txBox="1"/>
                <p:nvPr/>
              </p:nvSpPr>
              <p:spPr>
                <a:xfrm>
                  <a:off x="4455165" y="3508599"/>
                  <a:ext cx="34304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>
            <p:sp>
              <p:nvSpPr>
                <p:cNvPr id="601" name="TextBox 600">
                  <a:extLst>
                    <a:ext uri="{FF2B5EF4-FFF2-40B4-BE49-F238E27FC236}">
                      <a16:creationId xmlns:a16="http://schemas.microsoft.com/office/drawing/2014/main" id="{CF720FE6-088F-3460-3CAF-48390B9CD1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5165" y="3508599"/>
                  <a:ext cx="343043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16071" r="-17857" b="-588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2" name="TextBox 601">
                  <a:extLst>
                    <a:ext uri="{FF2B5EF4-FFF2-40B4-BE49-F238E27FC236}">
                      <a16:creationId xmlns:a16="http://schemas.microsoft.com/office/drawing/2014/main" id="{29D4F695-76B9-812D-BC5E-7F54A77A9CBC}"/>
                    </a:ext>
                  </a:extLst>
                </p:cNvPr>
                <p:cNvSpPr txBox="1"/>
                <p:nvPr/>
              </p:nvSpPr>
              <p:spPr>
                <a:xfrm>
                  <a:off x="5216521" y="3508599"/>
                  <a:ext cx="34304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>
            <p:sp>
              <p:nvSpPr>
                <p:cNvPr id="602" name="TextBox 601">
                  <a:extLst>
                    <a:ext uri="{FF2B5EF4-FFF2-40B4-BE49-F238E27FC236}">
                      <a16:creationId xmlns:a16="http://schemas.microsoft.com/office/drawing/2014/main" id="{29D4F695-76B9-812D-BC5E-7F54A77A9C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6521" y="3508599"/>
                  <a:ext cx="343043" cy="307777"/>
                </a:xfrm>
                <a:prstGeom prst="rect">
                  <a:avLst/>
                </a:prstGeom>
                <a:blipFill>
                  <a:blip r:embed="rId15"/>
                  <a:stretch>
                    <a:fillRect l="-16071" r="-17857" b="-588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3" name="TextBox 602">
                  <a:extLst>
                    <a:ext uri="{FF2B5EF4-FFF2-40B4-BE49-F238E27FC236}">
                      <a16:creationId xmlns:a16="http://schemas.microsoft.com/office/drawing/2014/main" id="{F796E821-23DA-5170-B019-86963492C4B5}"/>
                    </a:ext>
                  </a:extLst>
                </p:cNvPr>
                <p:cNvSpPr txBox="1"/>
                <p:nvPr/>
              </p:nvSpPr>
              <p:spPr>
                <a:xfrm>
                  <a:off x="5999809" y="3508599"/>
                  <a:ext cx="34304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>
            <p:sp>
              <p:nvSpPr>
                <p:cNvPr id="603" name="TextBox 602">
                  <a:extLst>
                    <a:ext uri="{FF2B5EF4-FFF2-40B4-BE49-F238E27FC236}">
                      <a16:creationId xmlns:a16="http://schemas.microsoft.com/office/drawing/2014/main" id="{F796E821-23DA-5170-B019-86963492C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9809" y="3508599"/>
                  <a:ext cx="343043" cy="307777"/>
                </a:xfrm>
                <a:prstGeom prst="rect">
                  <a:avLst/>
                </a:prstGeom>
                <a:blipFill>
                  <a:blip r:embed="rId16"/>
                  <a:stretch>
                    <a:fillRect l="-17857" r="-16071" b="-588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7" name="TextBox 606">
                  <a:extLst>
                    <a:ext uri="{FF2B5EF4-FFF2-40B4-BE49-F238E27FC236}">
                      <a16:creationId xmlns:a16="http://schemas.microsoft.com/office/drawing/2014/main" id="{23C2F031-56FA-FE60-5E74-A56B0CBF1C61}"/>
                    </a:ext>
                  </a:extLst>
                </p:cNvPr>
                <p:cNvSpPr txBox="1"/>
                <p:nvPr/>
              </p:nvSpPr>
              <p:spPr>
                <a:xfrm>
                  <a:off x="2918999" y="3508599"/>
                  <a:ext cx="20037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>
            <p:sp>
              <p:nvSpPr>
                <p:cNvPr id="607" name="TextBox 606">
                  <a:extLst>
                    <a:ext uri="{FF2B5EF4-FFF2-40B4-BE49-F238E27FC236}">
                      <a16:creationId xmlns:a16="http://schemas.microsoft.com/office/drawing/2014/main" id="{23C2F031-56FA-FE60-5E74-A56B0CBF1C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8999" y="3508599"/>
                  <a:ext cx="200376" cy="307777"/>
                </a:xfrm>
                <a:prstGeom prst="rect">
                  <a:avLst/>
                </a:prstGeom>
                <a:blipFill>
                  <a:blip r:embed="rId17"/>
                  <a:stretch>
                    <a:fillRect l="-27273" r="-30303" b="-588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10" name="Group 609">
              <a:extLst>
                <a:ext uri="{FF2B5EF4-FFF2-40B4-BE49-F238E27FC236}">
                  <a16:creationId xmlns:a16="http://schemas.microsoft.com/office/drawing/2014/main" id="{50F3D87A-9E49-4EBE-C3A0-B99369A50C8E}"/>
                </a:ext>
              </a:extLst>
            </p:cNvPr>
            <p:cNvGrpSpPr/>
            <p:nvPr/>
          </p:nvGrpSpPr>
          <p:grpSpPr>
            <a:xfrm>
              <a:off x="4540137" y="2832015"/>
              <a:ext cx="45719" cy="296189"/>
              <a:chOff x="3509152" y="253612"/>
              <a:chExt cx="45719" cy="296189"/>
            </a:xfrm>
          </p:grpSpPr>
          <p:sp>
            <p:nvSpPr>
              <p:cNvPr id="663" name="Rectangle 662">
                <a:extLst>
                  <a:ext uri="{FF2B5EF4-FFF2-40B4-BE49-F238E27FC236}">
                    <a16:creationId xmlns:a16="http://schemas.microsoft.com/office/drawing/2014/main" id="{424EF7F4-FD3C-EE2D-9BF3-4358F2F14471}"/>
                  </a:ext>
                </a:extLst>
              </p:cNvPr>
              <p:cNvSpPr/>
              <p:nvPr/>
            </p:nvSpPr>
            <p:spPr>
              <a:xfrm flipH="1">
                <a:off x="3509152" y="253612"/>
                <a:ext cx="45719" cy="289752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664" name="Straight Connector 663">
                <a:extLst>
                  <a:ext uri="{FF2B5EF4-FFF2-40B4-BE49-F238E27FC236}">
                    <a16:creationId xmlns:a16="http://schemas.microsoft.com/office/drawing/2014/main" id="{09B4BC6C-3E2C-7B0E-98D1-696AA3A84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2011" y="253612"/>
                <a:ext cx="0" cy="296189"/>
              </a:xfrm>
              <a:prstGeom prst="line">
                <a:avLst/>
              </a:prstGeom>
              <a:ln w="22225" cmpd="sng">
                <a:solidFill>
                  <a:schemeClr val="tx1"/>
                </a:solidFill>
                <a:prstDash val="sysDot"/>
                <a:headEnd type="none" w="med" len="lg"/>
                <a:tailEnd type="none" w="med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9" name="TextBox 618">
              <a:extLst>
                <a:ext uri="{FF2B5EF4-FFF2-40B4-BE49-F238E27FC236}">
                  <a16:creationId xmlns:a16="http://schemas.microsoft.com/office/drawing/2014/main" id="{3737D566-4052-769C-D61E-D4C7A0C24DCB}"/>
                </a:ext>
              </a:extLst>
            </p:cNvPr>
            <p:cNvSpPr txBox="1"/>
            <p:nvPr/>
          </p:nvSpPr>
          <p:spPr>
            <a:xfrm>
              <a:off x="2187514" y="2481786"/>
              <a:ext cx="1490986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500" b="1" dirty="0" smtClean="0"/>
                <a:t>Execution</a:t>
              </a:r>
              <a:r>
                <a:rPr lang="en-US" sz="1500" b="1" dirty="0" smtClean="0"/>
                <a:t> scenario</a:t>
              </a:r>
              <a:endParaRPr lang="en-RU" sz="15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3" name="TextBox 622">
                  <a:extLst>
                    <a:ext uri="{FF2B5EF4-FFF2-40B4-BE49-F238E27FC236}">
                      <a16:creationId xmlns:a16="http://schemas.microsoft.com/office/drawing/2014/main" id="{34681A86-F5AD-C66C-C89E-BD6C8C7651B1}"/>
                    </a:ext>
                  </a:extLst>
                </p:cNvPr>
                <p:cNvSpPr txBox="1"/>
                <p:nvPr/>
              </p:nvSpPr>
              <p:spPr>
                <a:xfrm>
                  <a:off x="6766659" y="3443757"/>
                  <a:ext cx="231602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RU" sz="2800" dirty="0"/>
                </a:p>
              </p:txBody>
            </p:sp>
          </mc:Choice>
          <mc:Fallback>
            <p:sp>
              <p:nvSpPr>
                <p:cNvPr id="623" name="TextBox 622">
                  <a:extLst>
                    <a:ext uri="{FF2B5EF4-FFF2-40B4-BE49-F238E27FC236}">
                      <a16:creationId xmlns:a16="http://schemas.microsoft.com/office/drawing/2014/main" id="{34681A86-F5AD-C66C-C89E-BD6C8C7651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659" y="3443757"/>
                  <a:ext cx="231602" cy="4308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8" name="TextBox 757">
                  <a:extLst>
                    <a:ext uri="{FF2B5EF4-FFF2-40B4-BE49-F238E27FC236}">
                      <a16:creationId xmlns:a16="http://schemas.microsoft.com/office/drawing/2014/main" id="{559EF260-A31A-23B1-E67D-06265D64B090}"/>
                    </a:ext>
                  </a:extLst>
                </p:cNvPr>
                <p:cNvSpPr txBox="1"/>
                <p:nvPr/>
              </p:nvSpPr>
              <p:spPr>
                <a:xfrm>
                  <a:off x="3044817" y="755072"/>
                  <a:ext cx="171457" cy="1552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RU" sz="1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RU" sz="1000" dirty="0"/>
                </a:p>
              </p:txBody>
            </p:sp>
          </mc:Choice>
          <mc:Fallback>
            <p:sp>
              <p:nvSpPr>
                <p:cNvPr id="758" name="TextBox 757">
                  <a:extLst>
                    <a:ext uri="{FF2B5EF4-FFF2-40B4-BE49-F238E27FC236}">
                      <a16:creationId xmlns:a16="http://schemas.microsoft.com/office/drawing/2014/main" id="{559EF260-A31A-23B1-E67D-06265D64B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4817" y="755072"/>
                  <a:ext cx="171457" cy="155299"/>
                </a:xfrm>
                <a:prstGeom prst="rect">
                  <a:avLst/>
                </a:prstGeom>
                <a:blipFill>
                  <a:blip r:embed="rId19"/>
                  <a:stretch>
                    <a:fillRect l="-21429" t="-4000" r="-7143" b="-200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0" name="TextBox 759">
                  <a:extLst>
                    <a:ext uri="{FF2B5EF4-FFF2-40B4-BE49-F238E27FC236}">
                      <a16:creationId xmlns:a16="http://schemas.microsoft.com/office/drawing/2014/main" id="{C041B98E-27A4-D0BE-5D14-305356A1356C}"/>
                    </a:ext>
                  </a:extLst>
                </p:cNvPr>
                <p:cNvSpPr txBox="1"/>
                <p:nvPr/>
              </p:nvSpPr>
              <p:spPr>
                <a:xfrm>
                  <a:off x="3049441" y="1050636"/>
                  <a:ext cx="171457" cy="1556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RU" sz="1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RU" sz="1000" dirty="0"/>
                </a:p>
              </p:txBody>
            </p:sp>
          </mc:Choice>
          <mc:Fallback>
            <p:sp>
              <p:nvSpPr>
                <p:cNvPr id="760" name="TextBox 759">
                  <a:extLst>
                    <a:ext uri="{FF2B5EF4-FFF2-40B4-BE49-F238E27FC236}">
                      <a16:creationId xmlns:a16="http://schemas.microsoft.com/office/drawing/2014/main" id="{C041B98E-27A4-D0BE-5D14-305356A13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441" y="1050636"/>
                  <a:ext cx="171457" cy="155620"/>
                </a:xfrm>
                <a:prstGeom prst="rect">
                  <a:avLst/>
                </a:prstGeom>
                <a:blipFill>
                  <a:blip r:embed="rId20"/>
                  <a:stretch>
                    <a:fillRect l="-21429" t="-3846" r="-7143" b="-15385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7" name="TextBox 766">
                  <a:extLst>
                    <a:ext uri="{FF2B5EF4-FFF2-40B4-BE49-F238E27FC236}">
                      <a16:creationId xmlns:a16="http://schemas.microsoft.com/office/drawing/2014/main" id="{67ACF787-10F4-945B-147F-03CB2999CC91}"/>
                    </a:ext>
                  </a:extLst>
                </p:cNvPr>
                <p:cNvSpPr txBox="1"/>
                <p:nvPr/>
              </p:nvSpPr>
              <p:spPr>
                <a:xfrm>
                  <a:off x="4600436" y="1046340"/>
                  <a:ext cx="174215" cy="1559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RU" sz="1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ru-RU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RU" sz="1000" dirty="0"/>
                </a:p>
              </p:txBody>
            </p:sp>
          </mc:Choice>
          <mc:Fallback>
            <p:sp>
              <p:nvSpPr>
                <p:cNvPr id="767" name="TextBox 766">
                  <a:extLst>
                    <a:ext uri="{FF2B5EF4-FFF2-40B4-BE49-F238E27FC236}">
                      <a16:creationId xmlns:a16="http://schemas.microsoft.com/office/drawing/2014/main" id="{67ACF787-10F4-945B-147F-03CB2999CC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0436" y="1046340"/>
                  <a:ext cx="174215" cy="155940"/>
                </a:xfrm>
                <a:prstGeom prst="rect">
                  <a:avLst/>
                </a:prstGeom>
                <a:blipFill>
                  <a:blip r:embed="rId21"/>
                  <a:stretch>
                    <a:fillRect l="-17241" t="-4000" r="-3448" b="-200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1" name="TextBox 770">
                  <a:extLst>
                    <a:ext uri="{FF2B5EF4-FFF2-40B4-BE49-F238E27FC236}">
                      <a16:creationId xmlns:a16="http://schemas.microsoft.com/office/drawing/2014/main" id="{AC4398E3-1BBC-AEEE-7F4D-E3D98E55663A}"/>
                    </a:ext>
                  </a:extLst>
                </p:cNvPr>
                <p:cNvSpPr txBox="1"/>
                <p:nvPr/>
              </p:nvSpPr>
              <p:spPr>
                <a:xfrm>
                  <a:off x="4871809" y="3220822"/>
                  <a:ext cx="138115" cy="1556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RU" sz="1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RU" sz="1000" dirty="0"/>
                </a:p>
              </p:txBody>
            </p:sp>
          </mc:Choice>
          <mc:Fallback>
            <p:sp>
              <p:nvSpPr>
                <p:cNvPr id="771" name="TextBox 770">
                  <a:extLst>
                    <a:ext uri="{FF2B5EF4-FFF2-40B4-BE49-F238E27FC236}">
                      <a16:creationId xmlns:a16="http://schemas.microsoft.com/office/drawing/2014/main" id="{AC4398E3-1BBC-AEEE-7F4D-E3D98E5566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1809" y="3220822"/>
                  <a:ext cx="138115" cy="155620"/>
                </a:xfrm>
                <a:prstGeom prst="rect">
                  <a:avLst/>
                </a:prstGeom>
                <a:blipFill>
                  <a:blip r:embed="rId22"/>
                  <a:stretch>
                    <a:fillRect l="-36364" t="-3846" r="-9091" b="-30769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2A550079-F45F-E96C-8CE9-380EB3B69E1F}"/>
                    </a:ext>
                  </a:extLst>
                </p:cNvPr>
                <p:cNvSpPr txBox="1"/>
                <p:nvPr/>
              </p:nvSpPr>
              <p:spPr>
                <a:xfrm>
                  <a:off x="6152717" y="1050435"/>
                  <a:ext cx="174214" cy="1567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RU" sz="1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oMath>
                    </m:oMathPara>
                  </a14:m>
                  <a:endParaRPr lang="en-RU" sz="1000" dirty="0"/>
                </a:p>
              </p:txBody>
            </p:sp>
          </mc:Choice>
          <mc:Fallback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2A550079-F45F-E96C-8CE9-380EB3B69E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2717" y="1050435"/>
                  <a:ext cx="174214" cy="156710"/>
                </a:xfrm>
                <a:prstGeom prst="rect">
                  <a:avLst/>
                </a:prstGeom>
                <a:blipFill>
                  <a:blip r:embed="rId23"/>
                  <a:stretch>
                    <a:fillRect l="-21429" t="-3846" r="-7143" b="-15385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6" name="Rectangle 575">
              <a:extLst>
                <a:ext uri="{FF2B5EF4-FFF2-40B4-BE49-F238E27FC236}">
                  <a16:creationId xmlns:a16="http://schemas.microsoft.com/office/drawing/2014/main" id="{09E9E562-871F-5965-5FCB-CD2281DC8027}"/>
                </a:ext>
              </a:extLst>
            </p:cNvPr>
            <p:cNvSpPr/>
            <p:nvPr/>
          </p:nvSpPr>
          <p:spPr>
            <a:xfrm flipH="1">
              <a:off x="3020657" y="2840701"/>
              <a:ext cx="1559732" cy="289752"/>
            </a:xfrm>
            <a:prstGeom prst="rect">
              <a:avLst/>
            </a:prstGeom>
            <a:solidFill>
              <a:srgbClr val="C00000"/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9" name="TextBox 768">
                  <a:extLst>
                    <a:ext uri="{FF2B5EF4-FFF2-40B4-BE49-F238E27FC236}">
                      <a16:creationId xmlns:a16="http://schemas.microsoft.com/office/drawing/2014/main" id="{A0521393-9D79-F813-1B0C-93C7ABD86E9C}"/>
                    </a:ext>
                  </a:extLst>
                </p:cNvPr>
                <p:cNvSpPr txBox="1"/>
                <p:nvPr/>
              </p:nvSpPr>
              <p:spPr>
                <a:xfrm>
                  <a:off x="3731348" y="2926261"/>
                  <a:ext cx="138115" cy="1552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RU" sz="1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RU" sz="1000" dirty="0"/>
                </a:p>
              </p:txBody>
            </p:sp>
          </mc:Choice>
          <mc:Fallback>
            <p:sp>
              <p:nvSpPr>
                <p:cNvPr id="769" name="TextBox 768">
                  <a:extLst>
                    <a:ext uri="{FF2B5EF4-FFF2-40B4-BE49-F238E27FC236}">
                      <a16:creationId xmlns:a16="http://schemas.microsoft.com/office/drawing/2014/main" id="{A0521393-9D79-F813-1B0C-93C7ABD86E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1348" y="2926261"/>
                  <a:ext cx="138115" cy="155299"/>
                </a:xfrm>
                <a:prstGeom prst="rect">
                  <a:avLst/>
                </a:prstGeom>
                <a:blipFill>
                  <a:blip r:embed="rId24"/>
                  <a:stretch>
                    <a:fillRect l="-30435" t="-4000" r="-4348" b="-320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616">
              <a:extLst>
                <a:ext uri="{FF2B5EF4-FFF2-40B4-BE49-F238E27FC236}">
                  <a16:creationId xmlns:a16="http://schemas.microsoft.com/office/drawing/2014/main" id="{04CFE8CC-9303-7F73-2161-8DC213D53132}"/>
                </a:ext>
              </a:extLst>
            </p:cNvPr>
            <p:cNvCxnSpPr>
              <a:cxnSpLocks/>
            </p:cNvCxnSpPr>
            <p:nvPr/>
          </p:nvCxnSpPr>
          <p:spPr>
            <a:xfrm>
              <a:off x="3019187" y="1348081"/>
              <a:ext cx="3890277" cy="57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Freeform 660">
              <a:extLst>
                <a:ext uri="{FF2B5EF4-FFF2-40B4-BE49-F238E27FC236}">
                  <a16:creationId xmlns:a16="http://schemas.microsoft.com/office/drawing/2014/main" id="{157A0E8F-EEFC-747F-15AD-F7DDA2738949}"/>
                </a:ext>
              </a:extLst>
            </p:cNvPr>
            <p:cNvSpPr/>
            <p:nvPr/>
          </p:nvSpPr>
          <p:spPr>
            <a:xfrm>
              <a:off x="2869110" y="2739807"/>
              <a:ext cx="153745" cy="1062020"/>
            </a:xfrm>
            <a:custGeom>
              <a:avLst/>
              <a:gdLst>
                <a:gd name="csX0" fmla="*/ 61951 w 195766"/>
                <a:gd name="csY0" fmla="*/ 178 h 936906"/>
                <a:gd name="csX1" fmla="*/ 156736 w 195766"/>
                <a:gd name="csY1" fmla="*/ 11330 h 936906"/>
                <a:gd name="csX2" fmla="*/ 179039 w 195766"/>
                <a:gd name="csY2" fmla="*/ 72661 h 936906"/>
                <a:gd name="csX3" fmla="*/ 195766 w 195766"/>
                <a:gd name="csY3" fmla="*/ 290110 h 936906"/>
                <a:gd name="csX4" fmla="*/ 179039 w 195766"/>
                <a:gd name="csY4" fmla="*/ 591193 h 936906"/>
                <a:gd name="csX5" fmla="*/ 156736 w 195766"/>
                <a:gd name="csY5" fmla="*/ 853247 h 936906"/>
                <a:gd name="csX6" fmla="*/ 45224 w 195766"/>
                <a:gd name="csY6" fmla="*/ 931305 h 936906"/>
                <a:gd name="csX7" fmla="*/ 6195 w 195766"/>
                <a:gd name="csY7" fmla="*/ 725008 h 936906"/>
                <a:gd name="csX8" fmla="*/ 619 w 195766"/>
                <a:gd name="csY8" fmla="*/ 462954 h 936906"/>
                <a:gd name="csX0" fmla="*/ 61951 w 201083"/>
                <a:gd name="csY0" fmla="*/ 178 h 936626"/>
                <a:gd name="csX1" fmla="*/ 156736 w 201083"/>
                <a:gd name="csY1" fmla="*/ 11330 h 936626"/>
                <a:gd name="csX2" fmla="*/ 179039 w 201083"/>
                <a:gd name="csY2" fmla="*/ 72661 h 936626"/>
                <a:gd name="csX3" fmla="*/ 195766 w 201083"/>
                <a:gd name="csY3" fmla="*/ 290110 h 936626"/>
                <a:gd name="csX4" fmla="*/ 198089 w 201083"/>
                <a:gd name="csY4" fmla="*/ 613418 h 936626"/>
                <a:gd name="csX5" fmla="*/ 156736 w 201083"/>
                <a:gd name="csY5" fmla="*/ 853247 h 936626"/>
                <a:gd name="csX6" fmla="*/ 45224 w 201083"/>
                <a:gd name="csY6" fmla="*/ 931305 h 936626"/>
                <a:gd name="csX7" fmla="*/ 6195 w 201083"/>
                <a:gd name="csY7" fmla="*/ 725008 h 936626"/>
                <a:gd name="csX8" fmla="*/ 619 w 201083"/>
                <a:gd name="csY8" fmla="*/ 462954 h 936626"/>
                <a:gd name="csX0" fmla="*/ 61951 w 199907"/>
                <a:gd name="csY0" fmla="*/ 178 h 939906"/>
                <a:gd name="csX1" fmla="*/ 156736 w 199907"/>
                <a:gd name="csY1" fmla="*/ 11330 h 939906"/>
                <a:gd name="csX2" fmla="*/ 179039 w 199907"/>
                <a:gd name="csY2" fmla="*/ 72661 h 939906"/>
                <a:gd name="csX3" fmla="*/ 195766 w 199907"/>
                <a:gd name="csY3" fmla="*/ 290110 h 939906"/>
                <a:gd name="csX4" fmla="*/ 198089 w 199907"/>
                <a:gd name="csY4" fmla="*/ 613418 h 939906"/>
                <a:gd name="csX5" fmla="*/ 172611 w 199907"/>
                <a:gd name="csY5" fmla="*/ 872297 h 939906"/>
                <a:gd name="csX6" fmla="*/ 45224 w 199907"/>
                <a:gd name="csY6" fmla="*/ 931305 h 939906"/>
                <a:gd name="csX7" fmla="*/ 6195 w 199907"/>
                <a:gd name="csY7" fmla="*/ 725008 h 939906"/>
                <a:gd name="csX8" fmla="*/ 619 w 199907"/>
                <a:gd name="csY8" fmla="*/ 462954 h 939906"/>
                <a:gd name="csX0" fmla="*/ 61951 w 199907"/>
                <a:gd name="csY0" fmla="*/ 178 h 936876"/>
                <a:gd name="csX1" fmla="*/ 156736 w 199907"/>
                <a:gd name="csY1" fmla="*/ 11330 h 936876"/>
                <a:gd name="csX2" fmla="*/ 179039 w 199907"/>
                <a:gd name="csY2" fmla="*/ 72661 h 936876"/>
                <a:gd name="csX3" fmla="*/ 195766 w 199907"/>
                <a:gd name="csY3" fmla="*/ 290110 h 936876"/>
                <a:gd name="csX4" fmla="*/ 198089 w 199907"/>
                <a:gd name="csY4" fmla="*/ 613418 h 936876"/>
                <a:gd name="csX5" fmla="*/ 172611 w 199907"/>
                <a:gd name="csY5" fmla="*/ 872297 h 936876"/>
                <a:gd name="csX6" fmla="*/ 45224 w 199907"/>
                <a:gd name="csY6" fmla="*/ 931305 h 936876"/>
                <a:gd name="csX7" fmla="*/ 6195 w 199907"/>
                <a:gd name="csY7" fmla="*/ 769458 h 936876"/>
                <a:gd name="csX8" fmla="*/ 619 w 199907"/>
                <a:gd name="csY8" fmla="*/ 462954 h 936876"/>
                <a:gd name="csX0" fmla="*/ 61951 w 199907"/>
                <a:gd name="csY0" fmla="*/ 178 h 931261"/>
                <a:gd name="csX1" fmla="*/ 156736 w 199907"/>
                <a:gd name="csY1" fmla="*/ 11330 h 931261"/>
                <a:gd name="csX2" fmla="*/ 179039 w 199907"/>
                <a:gd name="csY2" fmla="*/ 72661 h 931261"/>
                <a:gd name="csX3" fmla="*/ 195766 w 199907"/>
                <a:gd name="csY3" fmla="*/ 290110 h 931261"/>
                <a:gd name="csX4" fmla="*/ 198089 w 199907"/>
                <a:gd name="csY4" fmla="*/ 613418 h 931261"/>
                <a:gd name="csX5" fmla="*/ 172611 w 199907"/>
                <a:gd name="csY5" fmla="*/ 872297 h 931261"/>
                <a:gd name="csX6" fmla="*/ 67449 w 199907"/>
                <a:gd name="csY6" fmla="*/ 924955 h 931261"/>
                <a:gd name="csX7" fmla="*/ 6195 w 199907"/>
                <a:gd name="csY7" fmla="*/ 769458 h 931261"/>
                <a:gd name="csX8" fmla="*/ 619 w 199907"/>
                <a:gd name="csY8" fmla="*/ 462954 h 931261"/>
                <a:gd name="csX0" fmla="*/ 61951 w 199907"/>
                <a:gd name="csY0" fmla="*/ 178 h 932600"/>
                <a:gd name="csX1" fmla="*/ 156736 w 199907"/>
                <a:gd name="csY1" fmla="*/ 11330 h 932600"/>
                <a:gd name="csX2" fmla="*/ 179039 w 199907"/>
                <a:gd name="csY2" fmla="*/ 72661 h 932600"/>
                <a:gd name="csX3" fmla="*/ 195766 w 199907"/>
                <a:gd name="csY3" fmla="*/ 290110 h 932600"/>
                <a:gd name="csX4" fmla="*/ 198089 w 199907"/>
                <a:gd name="csY4" fmla="*/ 613418 h 932600"/>
                <a:gd name="csX5" fmla="*/ 172611 w 199907"/>
                <a:gd name="csY5" fmla="*/ 872297 h 932600"/>
                <a:gd name="csX6" fmla="*/ 67449 w 199907"/>
                <a:gd name="csY6" fmla="*/ 924955 h 932600"/>
                <a:gd name="csX7" fmla="*/ 6195 w 199907"/>
                <a:gd name="csY7" fmla="*/ 769458 h 932600"/>
                <a:gd name="csX8" fmla="*/ 619 w 199907"/>
                <a:gd name="csY8" fmla="*/ 462954 h 932600"/>
                <a:gd name="csX0" fmla="*/ 61951 w 199907"/>
                <a:gd name="csY0" fmla="*/ 178 h 932600"/>
                <a:gd name="csX1" fmla="*/ 156736 w 199907"/>
                <a:gd name="csY1" fmla="*/ 11330 h 932600"/>
                <a:gd name="csX2" fmla="*/ 179039 w 199907"/>
                <a:gd name="csY2" fmla="*/ 72661 h 932600"/>
                <a:gd name="csX3" fmla="*/ 195766 w 199907"/>
                <a:gd name="csY3" fmla="*/ 366310 h 932600"/>
                <a:gd name="csX4" fmla="*/ 198089 w 199907"/>
                <a:gd name="csY4" fmla="*/ 613418 h 932600"/>
                <a:gd name="csX5" fmla="*/ 172611 w 199907"/>
                <a:gd name="csY5" fmla="*/ 872297 h 932600"/>
                <a:gd name="csX6" fmla="*/ 67449 w 199907"/>
                <a:gd name="csY6" fmla="*/ 924955 h 932600"/>
                <a:gd name="csX7" fmla="*/ 6195 w 199907"/>
                <a:gd name="csY7" fmla="*/ 769458 h 932600"/>
                <a:gd name="csX8" fmla="*/ 619 w 199907"/>
                <a:gd name="csY8" fmla="*/ 462954 h 932600"/>
                <a:gd name="csX0" fmla="*/ 61951 w 199793"/>
                <a:gd name="csY0" fmla="*/ 4951 h 937373"/>
                <a:gd name="csX1" fmla="*/ 156736 w 199793"/>
                <a:gd name="csY1" fmla="*/ 16103 h 937373"/>
                <a:gd name="csX2" fmla="*/ 182214 w 199793"/>
                <a:gd name="csY2" fmla="*/ 169509 h 937373"/>
                <a:gd name="csX3" fmla="*/ 195766 w 199793"/>
                <a:gd name="csY3" fmla="*/ 371083 h 937373"/>
                <a:gd name="csX4" fmla="*/ 198089 w 199793"/>
                <a:gd name="csY4" fmla="*/ 618191 h 937373"/>
                <a:gd name="csX5" fmla="*/ 172611 w 199793"/>
                <a:gd name="csY5" fmla="*/ 877070 h 937373"/>
                <a:gd name="csX6" fmla="*/ 67449 w 199793"/>
                <a:gd name="csY6" fmla="*/ 929728 h 937373"/>
                <a:gd name="csX7" fmla="*/ 6195 w 199793"/>
                <a:gd name="csY7" fmla="*/ 774231 h 937373"/>
                <a:gd name="csX8" fmla="*/ 619 w 199793"/>
                <a:gd name="csY8" fmla="*/ 467727 h 937373"/>
                <a:gd name="csX0" fmla="*/ 61951 w 199793"/>
                <a:gd name="csY0" fmla="*/ 10 h 932432"/>
                <a:gd name="csX1" fmla="*/ 156736 w 199793"/>
                <a:gd name="csY1" fmla="*/ 42912 h 932432"/>
                <a:gd name="csX2" fmla="*/ 182214 w 199793"/>
                <a:gd name="csY2" fmla="*/ 164568 h 932432"/>
                <a:gd name="csX3" fmla="*/ 195766 w 199793"/>
                <a:gd name="csY3" fmla="*/ 366142 h 932432"/>
                <a:gd name="csX4" fmla="*/ 198089 w 199793"/>
                <a:gd name="csY4" fmla="*/ 613250 h 932432"/>
                <a:gd name="csX5" fmla="*/ 172611 w 199793"/>
                <a:gd name="csY5" fmla="*/ 872129 h 932432"/>
                <a:gd name="csX6" fmla="*/ 67449 w 199793"/>
                <a:gd name="csY6" fmla="*/ 924787 h 932432"/>
                <a:gd name="csX7" fmla="*/ 6195 w 199793"/>
                <a:gd name="csY7" fmla="*/ 769290 h 932432"/>
                <a:gd name="csX8" fmla="*/ 619 w 199793"/>
                <a:gd name="csY8" fmla="*/ 462786 h 932432"/>
                <a:gd name="csX0" fmla="*/ 14326 w 199793"/>
                <a:gd name="csY0" fmla="*/ 15 h 926087"/>
                <a:gd name="csX1" fmla="*/ 156736 w 199793"/>
                <a:gd name="csY1" fmla="*/ 36567 h 926087"/>
                <a:gd name="csX2" fmla="*/ 182214 w 199793"/>
                <a:gd name="csY2" fmla="*/ 158223 h 926087"/>
                <a:gd name="csX3" fmla="*/ 195766 w 199793"/>
                <a:gd name="csY3" fmla="*/ 359797 h 926087"/>
                <a:gd name="csX4" fmla="*/ 198089 w 199793"/>
                <a:gd name="csY4" fmla="*/ 606905 h 926087"/>
                <a:gd name="csX5" fmla="*/ 172611 w 199793"/>
                <a:gd name="csY5" fmla="*/ 865784 h 926087"/>
                <a:gd name="csX6" fmla="*/ 67449 w 199793"/>
                <a:gd name="csY6" fmla="*/ 918442 h 926087"/>
                <a:gd name="csX7" fmla="*/ 6195 w 199793"/>
                <a:gd name="csY7" fmla="*/ 762945 h 926087"/>
                <a:gd name="csX8" fmla="*/ 619 w 199793"/>
                <a:gd name="csY8" fmla="*/ 456441 h 926087"/>
                <a:gd name="csX0" fmla="*/ 14326 w 201152"/>
                <a:gd name="csY0" fmla="*/ 15 h 926087"/>
                <a:gd name="csX1" fmla="*/ 156736 w 201152"/>
                <a:gd name="csY1" fmla="*/ 36567 h 926087"/>
                <a:gd name="csX2" fmla="*/ 182214 w 201152"/>
                <a:gd name="csY2" fmla="*/ 158223 h 926087"/>
                <a:gd name="csX3" fmla="*/ 198941 w 201152"/>
                <a:gd name="csY3" fmla="*/ 423297 h 926087"/>
                <a:gd name="csX4" fmla="*/ 198089 w 201152"/>
                <a:gd name="csY4" fmla="*/ 606905 h 926087"/>
                <a:gd name="csX5" fmla="*/ 172611 w 201152"/>
                <a:gd name="csY5" fmla="*/ 865784 h 926087"/>
                <a:gd name="csX6" fmla="*/ 67449 w 201152"/>
                <a:gd name="csY6" fmla="*/ 918442 h 926087"/>
                <a:gd name="csX7" fmla="*/ 6195 w 201152"/>
                <a:gd name="csY7" fmla="*/ 762945 h 926087"/>
                <a:gd name="csX8" fmla="*/ 619 w 201152"/>
                <a:gd name="csY8" fmla="*/ 456441 h 926087"/>
                <a:gd name="csX0" fmla="*/ 14326 w 200437"/>
                <a:gd name="csY0" fmla="*/ 38 h 926110"/>
                <a:gd name="csX1" fmla="*/ 156736 w 200437"/>
                <a:gd name="csY1" fmla="*/ 36590 h 926110"/>
                <a:gd name="csX2" fmla="*/ 194914 w 200437"/>
                <a:gd name="csY2" fmla="*/ 202696 h 926110"/>
                <a:gd name="csX3" fmla="*/ 198941 w 200437"/>
                <a:gd name="csY3" fmla="*/ 423320 h 926110"/>
                <a:gd name="csX4" fmla="*/ 198089 w 200437"/>
                <a:gd name="csY4" fmla="*/ 606928 h 926110"/>
                <a:gd name="csX5" fmla="*/ 172611 w 200437"/>
                <a:gd name="csY5" fmla="*/ 865807 h 926110"/>
                <a:gd name="csX6" fmla="*/ 67449 w 200437"/>
                <a:gd name="csY6" fmla="*/ 918465 h 926110"/>
                <a:gd name="csX7" fmla="*/ 6195 w 200437"/>
                <a:gd name="csY7" fmla="*/ 762968 h 926110"/>
                <a:gd name="csX8" fmla="*/ 619 w 200437"/>
                <a:gd name="csY8" fmla="*/ 456464 h 926110"/>
                <a:gd name="csX0" fmla="*/ 14326 w 200437"/>
                <a:gd name="csY0" fmla="*/ 280 h 926352"/>
                <a:gd name="csX1" fmla="*/ 140861 w 200437"/>
                <a:gd name="csY1" fmla="*/ 30482 h 926352"/>
                <a:gd name="csX2" fmla="*/ 194914 w 200437"/>
                <a:gd name="csY2" fmla="*/ 202938 h 926352"/>
                <a:gd name="csX3" fmla="*/ 198941 w 200437"/>
                <a:gd name="csY3" fmla="*/ 423562 h 926352"/>
                <a:gd name="csX4" fmla="*/ 198089 w 200437"/>
                <a:gd name="csY4" fmla="*/ 607170 h 926352"/>
                <a:gd name="csX5" fmla="*/ 172611 w 200437"/>
                <a:gd name="csY5" fmla="*/ 866049 h 926352"/>
                <a:gd name="csX6" fmla="*/ 67449 w 200437"/>
                <a:gd name="csY6" fmla="*/ 918707 h 926352"/>
                <a:gd name="csX7" fmla="*/ 6195 w 200437"/>
                <a:gd name="csY7" fmla="*/ 763210 h 926352"/>
                <a:gd name="csX8" fmla="*/ 619 w 200437"/>
                <a:gd name="csY8" fmla="*/ 456706 h 926352"/>
                <a:gd name="csX0" fmla="*/ 14326 w 200437"/>
                <a:gd name="csY0" fmla="*/ 2065 h 928137"/>
                <a:gd name="csX1" fmla="*/ 140861 w 200437"/>
                <a:gd name="csY1" fmla="*/ 32267 h 928137"/>
                <a:gd name="csX2" fmla="*/ 194914 w 200437"/>
                <a:gd name="csY2" fmla="*/ 204723 h 928137"/>
                <a:gd name="csX3" fmla="*/ 198941 w 200437"/>
                <a:gd name="csY3" fmla="*/ 425347 h 928137"/>
                <a:gd name="csX4" fmla="*/ 198089 w 200437"/>
                <a:gd name="csY4" fmla="*/ 608955 h 928137"/>
                <a:gd name="csX5" fmla="*/ 172611 w 200437"/>
                <a:gd name="csY5" fmla="*/ 867834 h 928137"/>
                <a:gd name="csX6" fmla="*/ 67449 w 200437"/>
                <a:gd name="csY6" fmla="*/ 920492 h 928137"/>
                <a:gd name="csX7" fmla="*/ 6195 w 200437"/>
                <a:gd name="csY7" fmla="*/ 764995 h 928137"/>
                <a:gd name="csX8" fmla="*/ 619 w 200437"/>
                <a:gd name="csY8" fmla="*/ 458491 h 928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437" h="928137">
                  <a:moveTo>
                    <a:pt x="14326" y="2065"/>
                  </a:moveTo>
                  <a:cubicBezTo>
                    <a:pt x="51961" y="1601"/>
                    <a:pt x="85363" y="-11034"/>
                    <a:pt x="140861" y="32267"/>
                  </a:cubicBezTo>
                  <a:cubicBezTo>
                    <a:pt x="196359" y="75568"/>
                    <a:pt x="185234" y="139210"/>
                    <a:pt x="194914" y="204723"/>
                  </a:cubicBezTo>
                  <a:cubicBezTo>
                    <a:pt x="204594" y="270236"/>
                    <a:pt x="198412" y="357975"/>
                    <a:pt x="198941" y="425347"/>
                  </a:cubicBezTo>
                  <a:cubicBezTo>
                    <a:pt x="199470" y="492719"/>
                    <a:pt x="202477" y="535207"/>
                    <a:pt x="198089" y="608955"/>
                  </a:cubicBezTo>
                  <a:cubicBezTo>
                    <a:pt x="193701" y="682703"/>
                    <a:pt x="194384" y="815911"/>
                    <a:pt x="172611" y="867834"/>
                  </a:cubicBezTo>
                  <a:cubicBezTo>
                    <a:pt x="150838" y="919757"/>
                    <a:pt x="114235" y="940807"/>
                    <a:pt x="67449" y="920492"/>
                  </a:cubicBezTo>
                  <a:cubicBezTo>
                    <a:pt x="20663" y="900177"/>
                    <a:pt x="13629" y="843054"/>
                    <a:pt x="6195" y="764995"/>
                  </a:cubicBezTo>
                  <a:cubicBezTo>
                    <a:pt x="-1239" y="686937"/>
                    <a:pt x="-310" y="550489"/>
                    <a:pt x="619" y="458491"/>
                  </a:cubicBezTo>
                </a:path>
              </a:pathLst>
            </a:cu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1" name="Правая фигурная скобка 10"/>
            <p:cNvSpPr/>
            <p:nvPr/>
          </p:nvSpPr>
          <p:spPr>
            <a:xfrm rot="16200000">
              <a:off x="5656471" y="2409962"/>
              <a:ext cx="142240" cy="760031"/>
            </a:xfrm>
            <a:prstGeom prst="rightBrace">
              <a:avLst>
                <a:gd name="adj1" fmla="val 8333"/>
                <a:gd name="adj2" fmla="val 47880"/>
              </a:avLst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29CA1E38-1D8D-68C9-B44B-88E517A4BBF3}"/>
                </a:ext>
              </a:extLst>
            </p:cNvPr>
            <p:cNvSpPr txBox="1"/>
            <p:nvPr/>
          </p:nvSpPr>
          <p:spPr>
            <a:xfrm>
              <a:off x="5364843" y="2418821"/>
              <a:ext cx="74764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 smtClean="0"/>
                <a:t>Busy polling</a:t>
              </a:r>
              <a:endParaRPr lang="en-RU" sz="1200" dirty="0"/>
            </a:p>
          </p:txBody>
        </p:sp>
        <p:sp>
          <p:nvSpPr>
            <p:cNvPr id="179" name="Rectangle 769">
              <a:extLst>
                <a:ext uri="{FF2B5EF4-FFF2-40B4-BE49-F238E27FC236}">
                  <a16:creationId xmlns:a16="http://schemas.microsoft.com/office/drawing/2014/main" id="{18EFE200-5563-F534-DD92-98D5A8C2F86E}"/>
                </a:ext>
              </a:extLst>
            </p:cNvPr>
            <p:cNvSpPr/>
            <p:nvPr/>
          </p:nvSpPr>
          <p:spPr>
            <a:xfrm flipH="1">
              <a:off x="6094466" y="3142900"/>
              <a:ext cx="787612" cy="289752"/>
            </a:xfrm>
            <a:prstGeom prst="rect">
              <a:avLst/>
            </a:prstGeom>
            <a:solidFill>
              <a:srgbClr val="C00000"/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AC4398E3-1BBC-AEEE-7F4D-E3D98E55663A}"/>
                    </a:ext>
                  </a:extLst>
                </p:cNvPr>
                <p:cNvSpPr txBox="1"/>
                <p:nvPr/>
              </p:nvSpPr>
              <p:spPr>
                <a:xfrm>
                  <a:off x="6412444" y="3209966"/>
                  <a:ext cx="140871" cy="1567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RU" sz="1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oMath>
                    </m:oMathPara>
                  </a14:m>
                  <a:endParaRPr lang="en-RU" sz="1000" dirty="0"/>
                </a:p>
              </p:txBody>
            </p:sp>
          </mc:Choice>
          <mc:Fallback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AC4398E3-1BBC-AEEE-7F4D-E3D98E5566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2444" y="3209966"/>
                  <a:ext cx="140871" cy="156710"/>
                </a:xfrm>
                <a:prstGeom prst="rect">
                  <a:avLst/>
                </a:prstGeom>
                <a:blipFill>
                  <a:blip r:embed="rId25"/>
                  <a:stretch>
                    <a:fillRect l="-30435" r="-4348" b="-30769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Правая фигурная скобка 39"/>
            <p:cNvSpPr/>
            <p:nvPr/>
          </p:nvSpPr>
          <p:spPr>
            <a:xfrm rot="5400000">
              <a:off x="4082027" y="2744174"/>
              <a:ext cx="170800" cy="2374823"/>
            </a:xfrm>
            <a:prstGeom prst="rightBrace">
              <a:avLst>
                <a:gd name="adj1" fmla="val 101754"/>
                <a:gd name="adj2" fmla="val 58359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3537541" y="4030292"/>
                  <a:ext cx="780085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𝑖𝑡𝑒𝑟𝑎𝑡𝑖𝑜𝑛</m:t>
                        </m:r>
                      </m:oMath>
                    </m:oMathPara>
                  </a14:m>
                  <a:endParaRPr lang="en-RU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7541" y="4030292"/>
                  <a:ext cx="780085" cy="184666"/>
                </a:xfrm>
                <a:prstGeom prst="rect">
                  <a:avLst/>
                </a:prstGeom>
                <a:blipFill>
                  <a:blip r:embed="rId26"/>
                  <a:stretch>
                    <a:fillRect l="-4688" r="-3125" b="-6667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4" name="Straight Connector 90">
              <a:extLst>
                <a:ext uri="{FF2B5EF4-FFF2-40B4-BE49-F238E27FC236}">
                  <a16:creationId xmlns:a16="http://schemas.microsoft.com/office/drawing/2014/main" id="{DC6DC92F-EB95-9110-8B93-477E92CE72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81960" y="765238"/>
              <a:ext cx="1346" cy="281191"/>
            </a:xfrm>
            <a:prstGeom prst="line">
              <a:avLst/>
            </a:prstGeom>
            <a:ln w="381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559EF260-A31A-23B1-E67D-06265D64B090}"/>
                    </a:ext>
                  </a:extLst>
                </p:cNvPr>
                <p:cNvSpPr txBox="1"/>
                <p:nvPr/>
              </p:nvSpPr>
              <p:spPr>
                <a:xfrm>
                  <a:off x="6909464" y="750950"/>
                  <a:ext cx="174214" cy="15562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RU" sz="1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RU" sz="1000" dirty="0"/>
                </a:p>
              </p:txBody>
            </p:sp>
          </mc:Choice>
          <mc:Fallback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559EF260-A31A-23B1-E67D-06265D64B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9464" y="750950"/>
                  <a:ext cx="174214" cy="155620"/>
                </a:xfrm>
                <a:prstGeom prst="rect">
                  <a:avLst/>
                </a:prstGeom>
                <a:blipFill>
                  <a:blip r:embed="rId27"/>
                  <a:stretch>
                    <a:fillRect l="-21429" t="-3846" r="-7143" b="-15385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7" name="Straight Arrow Connector 616">
              <a:extLst>
                <a:ext uri="{FF2B5EF4-FFF2-40B4-BE49-F238E27FC236}">
                  <a16:creationId xmlns:a16="http://schemas.microsoft.com/office/drawing/2014/main" id="{C9462C9F-DDE2-C2EB-45BE-98CF04EB9828}"/>
                </a:ext>
              </a:extLst>
            </p:cNvPr>
            <p:cNvCxnSpPr>
              <a:cxnSpLocks/>
            </p:cNvCxnSpPr>
            <p:nvPr/>
          </p:nvCxnSpPr>
          <p:spPr>
            <a:xfrm>
              <a:off x="2945184" y="3436033"/>
              <a:ext cx="3937716" cy="57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Freeform 660">
              <a:extLst>
                <a:ext uri="{FF2B5EF4-FFF2-40B4-BE49-F238E27FC236}">
                  <a16:creationId xmlns:a16="http://schemas.microsoft.com/office/drawing/2014/main" id="{157A0E8F-EEFC-747F-15AD-F7DDA2738949}"/>
                </a:ext>
              </a:extLst>
            </p:cNvPr>
            <p:cNvSpPr/>
            <p:nvPr/>
          </p:nvSpPr>
          <p:spPr>
            <a:xfrm>
              <a:off x="5940015" y="2736882"/>
              <a:ext cx="153745" cy="1062020"/>
            </a:xfrm>
            <a:custGeom>
              <a:avLst/>
              <a:gdLst>
                <a:gd name="csX0" fmla="*/ 61951 w 195766"/>
                <a:gd name="csY0" fmla="*/ 178 h 936906"/>
                <a:gd name="csX1" fmla="*/ 156736 w 195766"/>
                <a:gd name="csY1" fmla="*/ 11330 h 936906"/>
                <a:gd name="csX2" fmla="*/ 179039 w 195766"/>
                <a:gd name="csY2" fmla="*/ 72661 h 936906"/>
                <a:gd name="csX3" fmla="*/ 195766 w 195766"/>
                <a:gd name="csY3" fmla="*/ 290110 h 936906"/>
                <a:gd name="csX4" fmla="*/ 179039 w 195766"/>
                <a:gd name="csY4" fmla="*/ 591193 h 936906"/>
                <a:gd name="csX5" fmla="*/ 156736 w 195766"/>
                <a:gd name="csY5" fmla="*/ 853247 h 936906"/>
                <a:gd name="csX6" fmla="*/ 45224 w 195766"/>
                <a:gd name="csY6" fmla="*/ 931305 h 936906"/>
                <a:gd name="csX7" fmla="*/ 6195 w 195766"/>
                <a:gd name="csY7" fmla="*/ 725008 h 936906"/>
                <a:gd name="csX8" fmla="*/ 619 w 195766"/>
                <a:gd name="csY8" fmla="*/ 462954 h 936906"/>
                <a:gd name="csX0" fmla="*/ 61951 w 201083"/>
                <a:gd name="csY0" fmla="*/ 178 h 936626"/>
                <a:gd name="csX1" fmla="*/ 156736 w 201083"/>
                <a:gd name="csY1" fmla="*/ 11330 h 936626"/>
                <a:gd name="csX2" fmla="*/ 179039 w 201083"/>
                <a:gd name="csY2" fmla="*/ 72661 h 936626"/>
                <a:gd name="csX3" fmla="*/ 195766 w 201083"/>
                <a:gd name="csY3" fmla="*/ 290110 h 936626"/>
                <a:gd name="csX4" fmla="*/ 198089 w 201083"/>
                <a:gd name="csY4" fmla="*/ 613418 h 936626"/>
                <a:gd name="csX5" fmla="*/ 156736 w 201083"/>
                <a:gd name="csY5" fmla="*/ 853247 h 936626"/>
                <a:gd name="csX6" fmla="*/ 45224 w 201083"/>
                <a:gd name="csY6" fmla="*/ 931305 h 936626"/>
                <a:gd name="csX7" fmla="*/ 6195 w 201083"/>
                <a:gd name="csY7" fmla="*/ 725008 h 936626"/>
                <a:gd name="csX8" fmla="*/ 619 w 201083"/>
                <a:gd name="csY8" fmla="*/ 462954 h 936626"/>
                <a:gd name="csX0" fmla="*/ 61951 w 199907"/>
                <a:gd name="csY0" fmla="*/ 178 h 939906"/>
                <a:gd name="csX1" fmla="*/ 156736 w 199907"/>
                <a:gd name="csY1" fmla="*/ 11330 h 939906"/>
                <a:gd name="csX2" fmla="*/ 179039 w 199907"/>
                <a:gd name="csY2" fmla="*/ 72661 h 939906"/>
                <a:gd name="csX3" fmla="*/ 195766 w 199907"/>
                <a:gd name="csY3" fmla="*/ 290110 h 939906"/>
                <a:gd name="csX4" fmla="*/ 198089 w 199907"/>
                <a:gd name="csY4" fmla="*/ 613418 h 939906"/>
                <a:gd name="csX5" fmla="*/ 172611 w 199907"/>
                <a:gd name="csY5" fmla="*/ 872297 h 939906"/>
                <a:gd name="csX6" fmla="*/ 45224 w 199907"/>
                <a:gd name="csY6" fmla="*/ 931305 h 939906"/>
                <a:gd name="csX7" fmla="*/ 6195 w 199907"/>
                <a:gd name="csY7" fmla="*/ 725008 h 939906"/>
                <a:gd name="csX8" fmla="*/ 619 w 199907"/>
                <a:gd name="csY8" fmla="*/ 462954 h 939906"/>
                <a:gd name="csX0" fmla="*/ 61951 w 199907"/>
                <a:gd name="csY0" fmla="*/ 178 h 936876"/>
                <a:gd name="csX1" fmla="*/ 156736 w 199907"/>
                <a:gd name="csY1" fmla="*/ 11330 h 936876"/>
                <a:gd name="csX2" fmla="*/ 179039 w 199907"/>
                <a:gd name="csY2" fmla="*/ 72661 h 936876"/>
                <a:gd name="csX3" fmla="*/ 195766 w 199907"/>
                <a:gd name="csY3" fmla="*/ 290110 h 936876"/>
                <a:gd name="csX4" fmla="*/ 198089 w 199907"/>
                <a:gd name="csY4" fmla="*/ 613418 h 936876"/>
                <a:gd name="csX5" fmla="*/ 172611 w 199907"/>
                <a:gd name="csY5" fmla="*/ 872297 h 936876"/>
                <a:gd name="csX6" fmla="*/ 45224 w 199907"/>
                <a:gd name="csY6" fmla="*/ 931305 h 936876"/>
                <a:gd name="csX7" fmla="*/ 6195 w 199907"/>
                <a:gd name="csY7" fmla="*/ 769458 h 936876"/>
                <a:gd name="csX8" fmla="*/ 619 w 199907"/>
                <a:gd name="csY8" fmla="*/ 462954 h 936876"/>
                <a:gd name="csX0" fmla="*/ 61951 w 199907"/>
                <a:gd name="csY0" fmla="*/ 178 h 931261"/>
                <a:gd name="csX1" fmla="*/ 156736 w 199907"/>
                <a:gd name="csY1" fmla="*/ 11330 h 931261"/>
                <a:gd name="csX2" fmla="*/ 179039 w 199907"/>
                <a:gd name="csY2" fmla="*/ 72661 h 931261"/>
                <a:gd name="csX3" fmla="*/ 195766 w 199907"/>
                <a:gd name="csY3" fmla="*/ 290110 h 931261"/>
                <a:gd name="csX4" fmla="*/ 198089 w 199907"/>
                <a:gd name="csY4" fmla="*/ 613418 h 931261"/>
                <a:gd name="csX5" fmla="*/ 172611 w 199907"/>
                <a:gd name="csY5" fmla="*/ 872297 h 931261"/>
                <a:gd name="csX6" fmla="*/ 67449 w 199907"/>
                <a:gd name="csY6" fmla="*/ 924955 h 931261"/>
                <a:gd name="csX7" fmla="*/ 6195 w 199907"/>
                <a:gd name="csY7" fmla="*/ 769458 h 931261"/>
                <a:gd name="csX8" fmla="*/ 619 w 199907"/>
                <a:gd name="csY8" fmla="*/ 462954 h 931261"/>
                <a:gd name="csX0" fmla="*/ 61951 w 199907"/>
                <a:gd name="csY0" fmla="*/ 178 h 932600"/>
                <a:gd name="csX1" fmla="*/ 156736 w 199907"/>
                <a:gd name="csY1" fmla="*/ 11330 h 932600"/>
                <a:gd name="csX2" fmla="*/ 179039 w 199907"/>
                <a:gd name="csY2" fmla="*/ 72661 h 932600"/>
                <a:gd name="csX3" fmla="*/ 195766 w 199907"/>
                <a:gd name="csY3" fmla="*/ 290110 h 932600"/>
                <a:gd name="csX4" fmla="*/ 198089 w 199907"/>
                <a:gd name="csY4" fmla="*/ 613418 h 932600"/>
                <a:gd name="csX5" fmla="*/ 172611 w 199907"/>
                <a:gd name="csY5" fmla="*/ 872297 h 932600"/>
                <a:gd name="csX6" fmla="*/ 67449 w 199907"/>
                <a:gd name="csY6" fmla="*/ 924955 h 932600"/>
                <a:gd name="csX7" fmla="*/ 6195 w 199907"/>
                <a:gd name="csY7" fmla="*/ 769458 h 932600"/>
                <a:gd name="csX8" fmla="*/ 619 w 199907"/>
                <a:gd name="csY8" fmla="*/ 462954 h 932600"/>
                <a:gd name="csX0" fmla="*/ 61951 w 199907"/>
                <a:gd name="csY0" fmla="*/ 178 h 932600"/>
                <a:gd name="csX1" fmla="*/ 156736 w 199907"/>
                <a:gd name="csY1" fmla="*/ 11330 h 932600"/>
                <a:gd name="csX2" fmla="*/ 179039 w 199907"/>
                <a:gd name="csY2" fmla="*/ 72661 h 932600"/>
                <a:gd name="csX3" fmla="*/ 195766 w 199907"/>
                <a:gd name="csY3" fmla="*/ 366310 h 932600"/>
                <a:gd name="csX4" fmla="*/ 198089 w 199907"/>
                <a:gd name="csY4" fmla="*/ 613418 h 932600"/>
                <a:gd name="csX5" fmla="*/ 172611 w 199907"/>
                <a:gd name="csY5" fmla="*/ 872297 h 932600"/>
                <a:gd name="csX6" fmla="*/ 67449 w 199907"/>
                <a:gd name="csY6" fmla="*/ 924955 h 932600"/>
                <a:gd name="csX7" fmla="*/ 6195 w 199907"/>
                <a:gd name="csY7" fmla="*/ 769458 h 932600"/>
                <a:gd name="csX8" fmla="*/ 619 w 199907"/>
                <a:gd name="csY8" fmla="*/ 462954 h 932600"/>
                <a:gd name="csX0" fmla="*/ 61951 w 199793"/>
                <a:gd name="csY0" fmla="*/ 4951 h 937373"/>
                <a:gd name="csX1" fmla="*/ 156736 w 199793"/>
                <a:gd name="csY1" fmla="*/ 16103 h 937373"/>
                <a:gd name="csX2" fmla="*/ 182214 w 199793"/>
                <a:gd name="csY2" fmla="*/ 169509 h 937373"/>
                <a:gd name="csX3" fmla="*/ 195766 w 199793"/>
                <a:gd name="csY3" fmla="*/ 371083 h 937373"/>
                <a:gd name="csX4" fmla="*/ 198089 w 199793"/>
                <a:gd name="csY4" fmla="*/ 618191 h 937373"/>
                <a:gd name="csX5" fmla="*/ 172611 w 199793"/>
                <a:gd name="csY5" fmla="*/ 877070 h 937373"/>
                <a:gd name="csX6" fmla="*/ 67449 w 199793"/>
                <a:gd name="csY6" fmla="*/ 929728 h 937373"/>
                <a:gd name="csX7" fmla="*/ 6195 w 199793"/>
                <a:gd name="csY7" fmla="*/ 774231 h 937373"/>
                <a:gd name="csX8" fmla="*/ 619 w 199793"/>
                <a:gd name="csY8" fmla="*/ 467727 h 937373"/>
                <a:gd name="csX0" fmla="*/ 61951 w 199793"/>
                <a:gd name="csY0" fmla="*/ 10 h 932432"/>
                <a:gd name="csX1" fmla="*/ 156736 w 199793"/>
                <a:gd name="csY1" fmla="*/ 42912 h 932432"/>
                <a:gd name="csX2" fmla="*/ 182214 w 199793"/>
                <a:gd name="csY2" fmla="*/ 164568 h 932432"/>
                <a:gd name="csX3" fmla="*/ 195766 w 199793"/>
                <a:gd name="csY3" fmla="*/ 366142 h 932432"/>
                <a:gd name="csX4" fmla="*/ 198089 w 199793"/>
                <a:gd name="csY4" fmla="*/ 613250 h 932432"/>
                <a:gd name="csX5" fmla="*/ 172611 w 199793"/>
                <a:gd name="csY5" fmla="*/ 872129 h 932432"/>
                <a:gd name="csX6" fmla="*/ 67449 w 199793"/>
                <a:gd name="csY6" fmla="*/ 924787 h 932432"/>
                <a:gd name="csX7" fmla="*/ 6195 w 199793"/>
                <a:gd name="csY7" fmla="*/ 769290 h 932432"/>
                <a:gd name="csX8" fmla="*/ 619 w 199793"/>
                <a:gd name="csY8" fmla="*/ 462786 h 932432"/>
                <a:gd name="csX0" fmla="*/ 14326 w 199793"/>
                <a:gd name="csY0" fmla="*/ 15 h 926087"/>
                <a:gd name="csX1" fmla="*/ 156736 w 199793"/>
                <a:gd name="csY1" fmla="*/ 36567 h 926087"/>
                <a:gd name="csX2" fmla="*/ 182214 w 199793"/>
                <a:gd name="csY2" fmla="*/ 158223 h 926087"/>
                <a:gd name="csX3" fmla="*/ 195766 w 199793"/>
                <a:gd name="csY3" fmla="*/ 359797 h 926087"/>
                <a:gd name="csX4" fmla="*/ 198089 w 199793"/>
                <a:gd name="csY4" fmla="*/ 606905 h 926087"/>
                <a:gd name="csX5" fmla="*/ 172611 w 199793"/>
                <a:gd name="csY5" fmla="*/ 865784 h 926087"/>
                <a:gd name="csX6" fmla="*/ 67449 w 199793"/>
                <a:gd name="csY6" fmla="*/ 918442 h 926087"/>
                <a:gd name="csX7" fmla="*/ 6195 w 199793"/>
                <a:gd name="csY7" fmla="*/ 762945 h 926087"/>
                <a:gd name="csX8" fmla="*/ 619 w 199793"/>
                <a:gd name="csY8" fmla="*/ 456441 h 926087"/>
                <a:gd name="csX0" fmla="*/ 14326 w 201152"/>
                <a:gd name="csY0" fmla="*/ 15 h 926087"/>
                <a:gd name="csX1" fmla="*/ 156736 w 201152"/>
                <a:gd name="csY1" fmla="*/ 36567 h 926087"/>
                <a:gd name="csX2" fmla="*/ 182214 w 201152"/>
                <a:gd name="csY2" fmla="*/ 158223 h 926087"/>
                <a:gd name="csX3" fmla="*/ 198941 w 201152"/>
                <a:gd name="csY3" fmla="*/ 423297 h 926087"/>
                <a:gd name="csX4" fmla="*/ 198089 w 201152"/>
                <a:gd name="csY4" fmla="*/ 606905 h 926087"/>
                <a:gd name="csX5" fmla="*/ 172611 w 201152"/>
                <a:gd name="csY5" fmla="*/ 865784 h 926087"/>
                <a:gd name="csX6" fmla="*/ 67449 w 201152"/>
                <a:gd name="csY6" fmla="*/ 918442 h 926087"/>
                <a:gd name="csX7" fmla="*/ 6195 w 201152"/>
                <a:gd name="csY7" fmla="*/ 762945 h 926087"/>
                <a:gd name="csX8" fmla="*/ 619 w 201152"/>
                <a:gd name="csY8" fmla="*/ 456441 h 926087"/>
                <a:gd name="csX0" fmla="*/ 14326 w 200437"/>
                <a:gd name="csY0" fmla="*/ 38 h 926110"/>
                <a:gd name="csX1" fmla="*/ 156736 w 200437"/>
                <a:gd name="csY1" fmla="*/ 36590 h 926110"/>
                <a:gd name="csX2" fmla="*/ 194914 w 200437"/>
                <a:gd name="csY2" fmla="*/ 202696 h 926110"/>
                <a:gd name="csX3" fmla="*/ 198941 w 200437"/>
                <a:gd name="csY3" fmla="*/ 423320 h 926110"/>
                <a:gd name="csX4" fmla="*/ 198089 w 200437"/>
                <a:gd name="csY4" fmla="*/ 606928 h 926110"/>
                <a:gd name="csX5" fmla="*/ 172611 w 200437"/>
                <a:gd name="csY5" fmla="*/ 865807 h 926110"/>
                <a:gd name="csX6" fmla="*/ 67449 w 200437"/>
                <a:gd name="csY6" fmla="*/ 918465 h 926110"/>
                <a:gd name="csX7" fmla="*/ 6195 w 200437"/>
                <a:gd name="csY7" fmla="*/ 762968 h 926110"/>
                <a:gd name="csX8" fmla="*/ 619 w 200437"/>
                <a:gd name="csY8" fmla="*/ 456464 h 926110"/>
                <a:gd name="csX0" fmla="*/ 14326 w 200437"/>
                <a:gd name="csY0" fmla="*/ 280 h 926352"/>
                <a:gd name="csX1" fmla="*/ 140861 w 200437"/>
                <a:gd name="csY1" fmla="*/ 30482 h 926352"/>
                <a:gd name="csX2" fmla="*/ 194914 w 200437"/>
                <a:gd name="csY2" fmla="*/ 202938 h 926352"/>
                <a:gd name="csX3" fmla="*/ 198941 w 200437"/>
                <a:gd name="csY3" fmla="*/ 423562 h 926352"/>
                <a:gd name="csX4" fmla="*/ 198089 w 200437"/>
                <a:gd name="csY4" fmla="*/ 607170 h 926352"/>
                <a:gd name="csX5" fmla="*/ 172611 w 200437"/>
                <a:gd name="csY5" fmla="*/ 866049 h 926352"/>
                <a:gd name="csX6" fmla="*/ 67449 w 200437"/>
                <a:gd name="csY6" fmla="*/ 918707 h 926352"/>
                <a:gd name="csX7" fmla="*/ 6195 w 200437"/>
                <a:gd name="csY7" fmla="*/ 763210 h 926352"/>
                <a:gd name="csX8" fmla="*/ 619 w 200437"/>
                <a:gd name="csY8" fmla="*/ 456706 h 926352"/>
                <a:gd name="csX0" fmla="*/ 14326 w 200437"/>
                <a:gd name="csY0" fmla="*/ 2065 h 928137"/>
                <a:gd name="csX1" fmla="*/ 140861 w 200437"/>
                <a:gd name="csY1" fmla="*/ 32267 h 928137"/>
                <a:gd name="csX2" fmla="*/ 194914 w 200437"/>
                <a:gd name="csY2" fmla="*/ 204723 h 928137"/>
                <a:gd name="csX3" fmla="*/ 198941 w 200437"/>
                <a:gd name="csY3" fmla="*/ 425347 h 928137"/>
                <a:gd name="csX4" fmla="*/ 198089 w 200437"/>
                <a:gd name="csY4" fmla="*/ 608955 h 928137"/>
                <a:gd name="csX5" fmla="*/ 172611 w 200437"/>
                <a:gd name="csY5" fmla="*/ 867834 h 928137"/>
                <a:gd name="csX6" fmla="*/ 67449 w 200437"/>
                <a:gd name="csY6" fmla="*/ 920492 h 928137"/>
                <a:gd name="csX7" fmla="*/ 6195 w 200437"/>
                <a:gd name="csY7" fmla="*/ 764995 h 928137"/>
                <a:gd name="csX8" fmla="*/ 619 w 200437"/>
                <a:gd name="csY8" fmla="*/ 458491 h 928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437" h="928137">
                  <a:moveTo>
                    <a:pt x="14326" y="2065"/>
                  </a:moveTo>
                  <a:cubicBezTo>
                    <a:pt x="51961" y="1601"/>
                    <a:pt x="85363" y="-11034"/>
                    <a:pt x="140861" y="32267"/>
                  </a:cubicBezTo>
                  <a:cubicBezTo>
                    <a:pt x="196359" y="75568"/>
                    <a:pt x="185234" y="139210"/>
                    <a:pt x="194914" y="204723"/>
                  </a:cubicBezTo>
                  <a:cubicBezTo>
                    <a:pt x="204594" y="270236"/>
                    <a:pt x="198412" y="357975"/>
                    <a:pt x="198941" y="425347"/>
                  </a:cubicBezTo>
                  <a:cubicBezTo>
                    <a:pt x="199470" y="492719"/>
                    <a:pt x="202477" y="535207"/>
                    <a:pt x="198089" y="608955"/>
                  </a:cubicBezTo>
                  <a:cubicBezTo>
                    <a:pt x="193701" y="682703"/>
                    <a:pt x="194384" y="815911"/>
                    <a:pt x="172611" y="867834"/>
                  </a:cubicBezTo>
                  <a:cubicBezTo>
                    <a:pt x="150838" y="919757"/>
                    <a:pt x="114235" y="940807"/>
                    <a:pt x="67449" y="920492"/>
                  </a:cubicBezTo>
                  <a:cubicBezTo>
                    <a:pt x="20663" y="900177"/>
                    <a:pt x="13629" y="843054"/>
                    <a:pt x="6195" y="764995"/>
                  </a:cubicBezTo>
                  <a:cubicBezTo>
                    <a:pt x="-1239" y="686937"/>
                    <a:pt x="-310" y="550489"/>
                    <a:pt x="619" y="458491"/>
                  </a:cubicBezTo>
                </a:path>
              </a:pathLst>
            </a:cu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302" name="TextBox 301">
            <a:extLst>
              <a:ext uri="{FF2B5EF4-FFF2-40B4-BE49-F238E27FC236}">
                <a16:creationId xmlns:a16="http://schemas.microsoft.com/office/drawing/2014/main" id="{B9C9CA49-8AFA-4F0A-3AE4-F3F6C7A4C6B3}"/>
              </a:ext>
            </a:extLst>
          </p:cNvPr>
          <p:cNvSpPr txBox="1"/>
          <p:nvPr/>
        </p:nvSpPr>
        <p:spPr>
          <a:xfrm>
            <a:off x="7827271" y="518173"/>
            <a:ext cx="3318665" cy="24622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600" dirty="0"/>
              <a:t>Simplified pseudocode of the </a:t>
            </a:r>
            <a:r>
              <a:rPr lang="en-US" sz="1600" dirty="0" err="1" smtClean="0"/>
              <a:t>superloop</a:t>
            </a:r>
            <a:endParaRPr lang="en-RU" sz="1500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03C96D16-4935-5AE5-9CA2-0C7A8A588C43}"/>
              </a:ext>
            </a:extLst>
          </p:cNvPr>
          <p:cNvSpPr txBox="1"/>
          <p:nvPr/>
        </p:nvSpPr>
        <p:spPr>
          <a:xfrm>
            <a:off x="2177" y="-18047"/>
            <a:ext cx="39118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RU" sz="2000" dirty="0"/>
              <a:t>Superloop Scheduler: Key Principles</a:t>
            </a:r>
          </a:p>
        </p:txBody>
      </p:sp>
      <p:grpSp>
        <p:nvGrpSpPr>
          <p:cNvPr id="77" name="Группа 76"/>
          <p:cNvGrpSpPr/>
          <p:nvPr/>
        </p:nvGrpSpPr>
        <p:grpSpPr>
          <a:xfrm>
            <a:off x="235029" y="4836518"/>
            <a:ext cx="6152721" cy="1569419"/>
            <a:chOff x="235029" y="4836518"/>
            <a:chExt cx="6152721" cy="156941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C4551D5-FB39-7618-983D-D6DB9002B2A7}"/>
                    </a:ext>
                  </a:extLst>
                </p:cNvPr>
                <p:cNvSpPr txBox="1"/>
                <p:nvPr/>
              </p:nvSpPr>
              <p:spPr>
                <a:xfrm>
                  <a:off x="1349713" y="5137149"/>
                  <a:ext cx="485774" cy="24737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RU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𝑛𝑒𝑥𝑡</m:t>
                            </m:r>
                          </m:sup>
                        </m:sSubSup>
                      </m:oMath>
                    </m:oMathPara>
                  </a14:m>
                  <a:endParaRPr lang="en-RU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C4551D5-FB39-7618-983D-D6DB9002B2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9713" y="5137149"/>
                  <a:ext cx="485774" cy="247375"/>
                </a:xfrm>
                <a:prstGeom prst="rect">
                  <a:avLst/>
                </a:prstGeom>
                <a:blipFill>
                  <a:blip r:embed="rId28"/>
                  <a:stretch>
                    <a:fillRect l="-7500" r="-1250" b="-200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ADD17AD-3054-5BBD-20B8-E0ABEA26968C}"/>
                    </a:ext>
                  </a:extLst>
                </p:cNvPr>
                <p:cNvSpPr txBox="1"/>
                <p:nvPr/>
              </p:nvSpPr>
              <p:spPr>
                <a:xfrm>
                  <a:off x="1362138" y="5409874"/>
                  <a:ext cx="485774" cy="24962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RU" sz="1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𝑛𝑒𝑥𝑡</m:t>
                            </m:r>
                          </m:sup>
                        </m:sSubSup>
                      </m:oMath>
                    </m:oMathPara>
                  </a14:m>
                  <a:endParaRPr lang="en-RU" sz="1600" dirty="0"/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ADD17AD-3054-5BBD-20B8-E0ABEA2696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2138" y="5409874"/>
                  <a:ext cx="485774" cy="249620"/>
                </a:xfrm>
                <a:prstGeom prst="rect">
                  <a:avLst/>
                </a:prstGeom>
                <a:blipFill>
                  <a:blip r:embed="rId29"/>
                  <a:stretch>
                    <a:fillRect l="-7500" r="-1250" b="-1707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71296CF-B81B-073B-FC7E-FEE4A556E580}"/>
                    </a:ext>
                  </a:extLst>
                </p:cNvPr>
                <p:cNvSpPr txBox="1"/>
                <p:nvPr/>
              </p:nvSpPr>
              <p:spPr>
                <a:xfrm>
                  <a:off x="2278532" y="4909073"/>
                  <a:ext cx="144364" cy="7367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RU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71296CF-B81B-073B-FC7E-FEE4A556E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8532" y="4909073"/>
                  <a:ext cx="144364" cy="736740"/>
                </a:xfrm>
                <a:prstGeom prst="rect">
                  <a:avLst/>
                </a:prstGeom>
                <a:blipFill>
                  <a:blip r:embed="rId30"/>
                  <a:stretch>
                    <a:fillRect l="-26087" r="-30435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2F120849-1099-8E5D-C25C-851AD241C82E}"/>
                    </a:ext>
                  </a:extLst>
                </p:cNvPr>
                <p:cNvSpPr txBox="1"/>
                <p:nvPr/>
              </p:nvSpPr>
              <p:spPr>
                <a:xfrm>
                  <a:off x="3428066" y="4909073"/>
                  <a:ext cx="238848" cy="7367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400" b="0" dirty="0">
                    <a:solidFill>
                      <a:schemeClr val="tx1"/>
                    </a:solidFill>
                  </a:endParaRPr>
                </a:p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RU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2F120849-1099-8E5D-C25C-851AD241C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8066" y="4909073"/>
                  <a:ext cx="238848" cy="736740"/>
                </a:xfrm>
                <a:prstGeom prst="rect">
                  <a:avLst/>
                </a:prstGeom>
                <a:blipFill>
                  <a:blip r:embed="rId31"/>
                  <a:stretch>
                    <a:fillRect l="-17500" r="-125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1401747" y="4877089"/>
                  <a:ext cx="40472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RU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𝑐𝑢𝑟</m:t>
                            </m:r>
                          </m:sup>
                        </m:sSup>
                      </m:oMath>
                    </m:oMathPara>
                  </a14:m>
                  <a:endParaRPr lang="en-RU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1747" y="4877089"/>
                  <a:ext cx="404726" cy="246221"/>
                </a:xfrm>
                <a:prstGeom prst="rect">
                  <a:avLst/>
                </a:prstGeom>
                <a:blipFill>
                  <a:blip r:embed="rId32"/>
                  <a:stretch>
                    <a:fillRect l="-10606" b="-50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71507FEC-07ED-4565-067B-B38359560EB1}"/>
                    </a:ext>
                  </a:extLst>
                </p:cNvPr>
                <p:cNvSpPr txBox="1"/>
                <p:nvPr/>
              </p:nvSpPr>
              <p:spPr>
                <a:xfrm>
                  <a:off x="4222910" y="4899081"/>
                  <a:ext cx="238848" cy="7367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400" b="0" dirty="0">
                    <a:solidFill>
                      <a:schemeClr val="tx1"/>
                    </a:solidFill>
                  </a:endParaRPr>
                </a:p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en-RU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71507FEC-07ED-4565-067B-B38359560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2910" y="4899081"/>
                  <a:ext cx="238848" cy="736740"/>
                </a:xfrm>
                <a:prstGeom prst="rect">
                  <a:avLst/>
                </a:prstGeom>
                <a:blipFill>
                  <a:blip r:embed="rId33"/>
                  <a:stretch>
                    <a:fillRect l="-20513" r="-15385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63FA4F57-9017-1B6D-F285-F67B9D4B1D00}"/>
                    </a:ext>
                  </a:extLst>
                </p:cNvPr>
                <p:cNvSpPr txBox="1"/>
                <p:nvPr/>
              </p:nvSpPr>
              <p:spPr>
                <a:xfrm>
                  <a:off x="5017498" y="4910727"/>
                  <a:ext cx="238847" cy="7367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en-US" sz="14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400" b="0" dirty="0">
                    <a:solidFill>
                      <a:schemeClr val="tx1"/>
                    </a:solidFill>
                  </a:endParaRPr>
                </a:p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en-RU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63FA4F57-9017-1B6D-F285-F67B9D4B1D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7498" y="4910727"/>
                  <a:ext cx="238847" cy="736740"/>
                </a:xfrm>
                <a:prstGeom prst="rect">
                  <a:avLst/>
                </a:prstGeom>
                <a:blipFill>
                  <a:blip r:embed="rId34"/>
                  <a:stretch>
                    <a:fillRect l="-17949" r="-15385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4F9DCDFD-4301-64A7-153F-B3ED6A940197}"/>
                    </a:ext>
                  </a:extLst>
                </p:cNvPr>
                <p:cNvSpPr txBox="1"/>
                <p:nvPr/>
              </p:nvSpPr>
              <p:spPr>
                <a:xfrm>
                  <a:off x="5763044" y="4915089"/>
                  <a:ext cx="238847" cy="7367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m:oMathPara>
                  </a14:m>
                  <a:endParaRPr lang="en-US" sz="14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400" b="0" dirty="0">
                    <a:solidFill>
                      <a:schemeClr val="tx1"/>
                    </a:solidFill>
                  </a:endParaRPr>
                </a:p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oMath>
                    </m:oMathPara>
                  </a14:m>
                  <a:endParaRPr lang="en-RU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4F9DCDFD-4301-64A7-153F-B3ED6A9401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3044" y="4915089"/>
                  <a:ext cx="238847" cy="736740"/>
                </a:xfrm>
                <a:prstGeom prst="rect">
                  <a:avLst/>
                </a:prstGeom>
                <a:blipFill>
                  <a:blip r:embed="rId35"/>
                  <a:stretch>
                    <a:fillRect l="-17500" r="-150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366641" y="6055342"/>
                  <a:ext cx="1366977" cy="1935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𝑠𝑘𝑖𝑝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?→ </m:t>
                      </m:r>
                      <m:sSup>
                        <m:sSupPr>
                          <m:ctrlPr>
                            <a:rPr lang="en-RU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𝑐𝑢𝑟</m:t>
                          </m:r>
                        </m:sup>
                      </m:sSup>
                    </m:oMath>
                  </a14:m>
                  <a:r>
                    <a:rPr lang="en-US" sz="1200" dirty="0" smtClean="0">
                      <a:solidFill>
                        <a:schemeClr val="tx1"/>
                      </a:solidFill>
                    </a:rPr>
                    <a:t> </a:t>
                  </a:r>
                  <a:r>
                    <a:rPr lang="en-US" sz="1200" dirty="0" smtClean="0"/>
                    <a:t>&gt;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RU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a14:m>
                  <a:r>
                    <a:rPr lang="en-US" sz="1200" dirty="0" smtClean="0">
                      <a:solidFill>
                        <a:schemeClr val="tx1"/>
                      </a:solidFill>
                    </a:rPr>
                    <a:t> </a:t>
                  </a:r>
                  <a:endParaRPr lang="en-RU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641" y="6055342"/>
                  <a:ext cx="1366977" cy="193515"/>
                </a:xfrm>
                <a:prstGeom prst="rect">
                  <a:avLst/>
                </a:prstGeom>
                <a:blipFill>
                  <a:blip r:embed="rId36"/>
                  <a:stretch>
                    <a:fillRect l="-5357" t="-18750" b="-500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4150429" y="6033598"/>
                  <a:ext cx="459998" cy="1637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ru-RU" sz="105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</m:oMath>
                  </a14:m>
                  <a:r>
                    <a:rPr lang="en-US" sz="1050" dirty="0" smtClean="0">
                      <a:solidFill>
                        <a:srgbClr val="FF0000"/>
                      </a:solidFill>
                    </a:rPr>
                    <a:t> &gt;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RU" sz="10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sz="1050" dirty="0" smtClean="0">
                      <a:solidFill>
                        <a:schemeClr val="tx1"/>
                      </a:solidFill>
                    </a:rPr>
                    <a:t> </a:t>
                  </a:r>
                  <a:endParaRPr lang="en-RU" sz="105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0429" y="6033598"/>
                  <a:ext cx="459998" cy="163763"/>
                </a:xfrm>
                <a:prstGeom prst="rect">
                  <a:avLst/>
                </a:prstGeom>
                <a:blipFill>
                  <a:blip r:embed="rId37"/>
                  <a:stretch>
                    <a:fillRect l="-10667" t="-22222" b="-48148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3338679" y="6088579"/>
                  <a:ext cx="459998" cy="16350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ru-RU" sz="105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sz="1050" dirty="0" smtClean="0">
                      <a:solidFill>
                        <a:schemeClr val="accent6">
                          <a:lumMod val="75000"/>
                        </a:schemeClr>
                      </a:solidFill>
                    </a:rPr>
                    <a:t> &lt;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RU" sz="105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5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05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5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5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sz="1050" dirty="0" smtClean="0">
                      <a:solidFill>
                        <a:schemeClr val="tx1"/>
                      </a:solidFill>
                    </a:rPr>
                    <a:t> </a:t>
                  </a:r>
                  <a:endParaRPr lang="en-RU" sz="105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8679" y="6088579"/>
                  <a:ext cx="459998" cy="163506"/>
                </a:xfrm>
                <a:prstGeom prst="rect">
                  <a:avLst/>
                </a:prstGeom>
                <a:blipFill>
                  <a:blip r:embed="rId38"/>
                  <a:stretch>
                    <a:fillRect l="-10667" t="-22222" b="-48148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5634736" y="6089940"/>
                  <a:ext cx="459998" cy="1631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ru-RU" sz="105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sz="1050" dirty="0" smtClean="0">
                      <a:solidFill>
                        <a:schemeClr val="accent6">
                          <a:lumMod val="75000"/>
                        </a:schemeClr>
                      </a:solidFill>
                    </a:rPr>
                    <a:t> &lt;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RU" sz="105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5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05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5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5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a14:m>
                  <a:r>
                    <a:rPr lang="en-US" sz="1050" dirty="0" smtClean="0">
                      <a:solidFill>
                        <a:schemeClr val="tx1"/>
                      </a:solidFill>
                    </a:rPr>
                    <a:t> </a:t>
                  </a:r>
                  <a:endParaRPr lang="en-RU" sz="105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4736" y="6089940"/>
                  <a:ext cx="459998" cy="163122"/>
                </a:xfrm>
                <a:prstGeom prst="rect">
                  <a:avLst/>
                </a:prstGeom>
                <a:blipFill>
                  <a:blip r:embed="rId39"/>
                  <a:stretch>
                    <a:fillRect l="-10526" t="-22222" b="-5185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4148422" y="6182333"/>
                  <a:ext cx="476862" cy="17286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ru-RU" sz="105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</m:oMath>
                  </a14:m>
                  <a:r>
                    <a:rPr lang="en-US" sz="1050" b="1" dirty="0" smtClean="0">
                      <a:solidFill>
                        <a:schemeClr val="accent6">
                          <a:lumMod val="75000"/>
                        </a:schemeClr>
                      </a:solidFill>
                    </a:rPr>
                    <a:t> &lt;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RU" sz="105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5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05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05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105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</m:oMath>
                  </a14:m>
                  <a:r>
                    <a:rPr lang="en-US" sz="1050" dirty="0" smtClean="0">
                      <a:solidFill>
                        <a:schemeClr val="tx1"/>
                      </a:solidFill>
                    </a:rPr>
                    <a:t> </a:t>
                  </a:r>
                  <a:endParaRPr lang="en-RU" sz="105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8422" y="6182333"/>
                  <a:ext cx="476862" cy="172868"/>
                </a:xfrm>
                <a:prstGeom prst="rect">
                  <a:avLst/>
                </a:prstGeom>
                <a:blipFill>
                  <a:blip r:embed="rId40"/>
                  <a:stretch>
                    <a:fillRect l="-10256" t="-17241" b="-44828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289363" y="5700940"/>
                  <a:ext cx="1520160" cy="1995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𝑚𝑖𝑠𝑠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?→ </m:t>
                      </m:r>
                      <m:sSup>
                        <m:sSupPr>
                          <m:ctrlPr>
                            <a:rPr lang="en-RU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𝑐𝑢𝑟</m:t>
                          </m:r>
                        </m:sup>
                      </m:sSup>
                    </m:oMath>
                  </a14:m>
                  <a:r>
                    <a:rPr lang="en-US" sz="1200" dirty="0" smtClean="0">
                      <a:solidFill>
                        <a:schemeClr val="tx1"/>
                      </a:solidFill>
                    </a:rPr>
                    <a:t> </a:t>
                  </a:r>
                  <a:r>
                    <a:rPr lang="en-US" sz="1200" dirty="0"/>
                    <a:t>&gt;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RU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RU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a14:m>
                  <a:endParaRPr lang="en-RU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363" y="5700940"/>
                  <a:ext cx="1520160" cy="199542"/>
                </a:xfrm>
                <a:prstGeom prst="rect">
                  <a:avLst/>
                </a:prstGeom>
                <a:blipFill>
                  <a:blip r:embed="rId41"/>
                  <a:stretch>
                    <a:fillRect l="-3200" t="-15152" r="-1200" b="-48485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3138876" y="5737465"/>
                  <a:ext cx="708784" cy="16318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a14:m>
                  <a:r>
                    <a:rPr lang="en-US" sz="1050" dirty="0" smtClean="0">
                      <a:solidFill>
                        <a:schemeClr val="accent6">
                          <a:lumMod val="75000"/>
                        </a:schemeClr>
                      </a:solidFill>
                    </a:rPr>
                    <a:t> </a:t>
                  </a:r>
                  <a:r>
                    <a:rPr lang="en-US" sz="105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&lt;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RU" sz="105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5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05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5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5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105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+50</m:t>
                      </m:r>
                    </m:oMath>
                  </a14:m>
                  <a:r>
                    <a:rPr lang="en-US" sz="1050" dirty="0" smtClean="0">
                      <a:solidFill>
                        <a:schemeClr val="tx1"/>
                      </a:solidFill>
                    </a:rPr>
                    <a:t> </a:t>
                  </a:r>
                  <a:endParaRPr lang="en-RU" sz="105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8876" y="5737465"/>
                  <a:ext cx="708784" cy="163186"/>
                </a:xfrm>
                <a:prstGeom prst="rect">
                  <a:avLst/>
                </a:prstGeom>
                <a:blipFill>
                  <a:blip r:embed="rId42"/>
                  <a:stretch>
                    <a:fillRect l="-6897" t="-22222" r="-1724" b="-5185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4028093" y="5743624"/>
                  <a:ext cx="708784" cy="163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</m:oMath>
                  </a14:m>
                  <a:r>
                    <a:rPr lang="en-US" sz="1050" dirty="0" smtClean="0">
                      <a:solidFill>
                        <a:srgbClr val="FF0000"/>
                      </a:solidFill>
                    </a:rPr>
                    <a:t> &gt;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RU" sz="10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105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+20</m:t>
                      </m:r>
                    </m:oMath>
                  </a14:m>
                  <a:r>
                    <a:rPr lang="en-US" sz="1050" dirty="0" smtClean="0">
                      <a:solidFill>
                        <a:srgbClr val="FF0000"/>
                      </a:solidFill>
                    </a:rPr>
                    <a:t> </a:t>
                  </a:r>
                  <a:endParaRPr lang="en-RU" sz="105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8093" y="5743624"/>
                  <a:ext cx="708784" cy="163443"/>
                </a:xfrm>
                <a:prstGeom prst="rect">
                  <a:avLst/>
                </a:prstGeom>
                <a:blipFill>
                  <a:blip r:embed="rId43"/>
                  <a:stretch>
                    <a:fillRect l="-6897" t="-22222" r="-1724" b="-5185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5556323" y="5754338"/>
                  <a:ext cx="711670" cy="1645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</m:oMath>
                  </a14:m>
                  <a:r>
                    <a:rPr lang="en-US" sz="1050" dirty="0" smtClean="0">
                      <a:solidFill>
                        <a:schemeClr val="accent6">
                          <a:lumMod val="75000"/>
                        </a:schemeClr>
                      </a:solidFill>
                    </a:rPr>
                    <a:t> </a:t>
                  </a:r>
                  <a:r>
                    <a:rPr lang="en-US" sz="105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&lt;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RU" sz="105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5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05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5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5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05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+20</m:t>
                      </m:r>
                    </m:oMath>
                  </a14:m>
                  <a:r>
                    <a:rPr lang="en-US" sz="1050" dirty="0" smtClean="0">
                      <a:solidFill>
                        <a:schemeClr val="accent6">
                          <a:lumMod val="75000"/>
                        </a:schemeClr>
                      </a:solidFill>
                    </a:rPr>
                    <a:t> </a:t>
                  </a:r>
                  <a:endParaRPr lang="en-RU" sz="105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6323" y="5754338"/>
                  <a:ext cx="711670" cy="164597"/>
                </a:xfrm>
                <a:prstGeom prst="rect">
                  <a:avLst/>
                </a:prstGeom>
                <a:blipFill>
                  <a:blip r:embed="rId44"/>
                  <a:stretch>
                    <a:fillRect l="-6838" t="-22222" r="-855" b="-48148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Прямая соединительная линия 15"/>
            <p:cNvCxnSpPr/>
            <p:nvPr/>
          </p:nvCxnSpPr>
          <p:spPr>
            <a:xfrm>
              <a:off x="241045" y="5094611"/>
              <a:ext cx="6144032" cy="3234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9" name="Прямая соединительная линия 218"/>
            <p:cNvCxnSpPr/>
            <p:nvPr/>
          </p:nvCxnSpPr>
          <p:spPr>
            <a:xfrm>
              <a:off x="235029" y="5418794"/>
              <a:ext cx="6150048" cy="1214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4" name="Прямая соединительная линия 223"/>
            <p:cNvCxnSpPr/>
            <p:nvPr/>
          </p:nvCxnSpPr>
          <p:spPr>
            <a:xfrm flipV="1">
              <a:off x="247061" y="5658551"/>
              <a:ext cx="6138016" cy="670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5" name="Прямая соединительная линия 224"/>
            <p:cNvCxnSpPr/>
            <p:nvPr/>
          </p:nvCxnSpPr>
          <p:spPr>
            <a:xfrm>
              <a:off x="247061" y="6019338"/>
              <a:ext cx="6138016" cy="943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6" name="Прямая соединительная линия 225"/>
            <p:cNvCxnSpPr/>
            <p:nvPr/>
          </p:nvCxnSpPr>
          <p:spPr>
            <a:xfrm>
              <a:off x="250974" y="6355201"/>
              <a:ext cx="6134103" cy="2657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5" name="Прямая соединительная линия 234"/>
            <p:cNvCxnSpPr/>
            <p:nvPr/>
          </p:nvCxnSpPr>
          <p:spPr>
            <a:xfrm flipV="1">
              <a:off x="1847912" y="4842162"/>
              <a:ext cx="0" cy="154055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7" name="Прямая соединительная линия 236"/>
            <p:cNvCxnSpPr/>
            <p:nvPr/>
          </p:nvCxnSpPr>
          <p:spPr>
            <a:xfrm flipV="1">
              <a:off x="3936554" y="4842162"/>
              <a:ext cx="0" cy="156107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8" name="Прямая соединительная линия 237"/>
            <p:cNvCxnSpPr/>
            <p:nvPr/>
          </p:nvCxnSpPr>
          <p:spPr>
            <a:xfrm flipV="1">
              <a:off x="4844438" y="4842162"/>
              <a:ext cx="0" cy="156107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9" name="Прямая соединительная линия 238"/>
            <p:cNvCxnSpPr/>
            <p:nvPr/>
          </p:nvCxnSpPr>
          <p:spPr>
            <a:xfrm flipV="1">
              <a:off x="5478567" y="4836518"/>
              <a:ext cx="0" cy="156107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7" name="Прямая соединительная линия 246"/>
            <p:cNvCxnSpPr/>
            <p:nvPr/>
          </p:nvCxnSpPr>
          <p:spPr>
            <a:xfrm>
              <a:off x="289363" y="4847768"/>
              <a:ext cx="6095714" cy="795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8" name="Прямая соединительная линия 247"/>
            <p:cNvCxnSpPr/>
            <p:nvPr/>
          </p:nvCxnSpPr>
          <p:spPr>
            <a:xfrm flipV="1">
              <a:off x="3084321" y="4844162"/>
              <a:ext cx="0" cy="156107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2" name="Прямая соединительная линия 261"/>
            <p:cNvCxnSpPr/>
            <p:nvPr/>
          </p:nvCxnSpPr>
          <p:spPr>
            <a:xfrm flipH="1" flipV="1">
              <a:off x="6385077" y="4846407"/>
              <a:ext cx="2673" cy="155953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4" name="TextBox 303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5061531" y="5734665"/>
                  <a:ext cx="15068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RU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4" name="TextBox 303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1531" y="5734665"/>
                  <a:ext cx="150682" cy="184666"/>
                </a:xfrm>
                <a:prstGeom prst="rect">
                  <a:avLst/>
                </a:prstGeom>
                <a:blipFill>
                  <a:blip r:embed="rId45"/>
                  <a:stretch>
                    <a:fillRect l="-4000" r="-80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5064079" y="6104942"/>
                  <a:ext cx="15068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RU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4079" y="6104942"/>
                  <a:ext cx="150682" cy="184666"/>
                </a:xfrm>
                <a:prstGeom prst="rect">
                  <a:avLst/>
                </a:prstGeom>
                <a:blipFill>
                  <a:blip r:embed="rId46"/>
                  <a:stretch>
                    <a:fillRect l="-8333" r="-833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7" name="TextBox 306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2284548" y="5740438"/>
                  <a:ext cx="15068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RU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7" name="TextBox 306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4548" y="5740438"/>
                  <a:ext cx="150682" cy="184666"/>
                </a:xfrm>
                <a:prstGeom prst="rect">
                  <a:avLst/>
                </a:prstGeom>
                <a:blipFill>
                  <a:blip r:embed="rId47"/>
                  <a:stretch>
                    <a:fillRect l="-8333" r="-833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8" name="TextBox 307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2275221" y="6105032"/>
                  <a:ext cx="15068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RU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8" name="TextBox 307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5221" y="6105032"/>
                  <a:ext cx="150682" cy="184666"/>
                </a:xfrm>
                <a:prstGeom prst="rect">
                  <a:avLst/>
                </a:prstGeom>
                <a:blipFill>
                  <a:blip r:embed="rId48"/>
                  <a:stretch>
                    <a:fillRect l="-4000" r="-80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3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7632450" y="5592988"/>
            <a:ext cx="561752" cy="289752"/>
          </a:xfrm>
          <a:prstGeom prst="rect">
            <a:avLst/>
          </a:prstGeom>
          <a:pattFill prst="wdUpDiag">
            <a:fgClr>
              <a:srgbClr val="C00000"/>
            </a:fgClr>
            <a:bgClr>
              <a:schemeClr val="bg1"/>
            </a:bgClr>
          </a:patt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8250919" y="5638093"/>
                <a:ext cx="550087" cy="1906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RU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𝑚𝑖𝑠𝑠</m:t>
                      </m:r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919" y="5638093"/>
                <a:ext cx="550087" cy="190693"/>
              </a:xfrm>
              <a:prstGeom prst="rect">
                <a:avLst/>
              </a:prstGeom>
              <a:blipFill>
                <a:blip r:embed="rId49"/>
                <a:stretch>
                  <a:fillRect l="-6593" t="-3226" r="-5495" b="-96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5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8989552" y="5602875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9096528" y="5644109"/>
                <a:ext cx="80829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𝐽𝑜𝑏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𝑟𝑒𝑙𝑒𝑎𝑠𝑒</m:t>
                      </m:r>
                    </m:oMath>
                  </m:oMathPara>
                </a14:m>
                <a:endParaRPr lang="en-RU" sz="1200" i="1" dirty="0"/>
              </a:p>
            </p:txBody>
          </p:sp>
        </mc:Choice>
        <mc:Fallback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6528" y="5644109"/>
                <a:ext cx="808298" cy="184666"/>
              </a:xfrm>
              <a:prstGeom prst="rect">
                <a:avLst/>
              </a:prstGeom>
              <a:blipFill>
                <a:blip r:embed="rId50"/>
                <a:stretch>
                  <a:fillRect l="-6015" t="-3333" r="-3759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10089534" y="5626287"/>
            <a:ext cx="62984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10825921" y="5646960"/>
                <a:ext cx="8579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𝑜𝑏</m:t>
                    </m:r>
                  </m:oMath>
                </a14:m>
                <a:r>
                  <a:rPr lang="en-US" sz="1200" dirty="0" smtClean="0"/>
                  <a:t> </a:t>
                </a:r>
                <a:r>
                  <a:rPr lang="en-US" sz="1200" i="1" dirty="0" smtClean="0"/>
                  <a:t>execution</a:t>
                </a:r>
                <a:endParaRPr lang="en-RU" sz="1200" i="1" dirty="0"/>
              </a:p>
            </p:txBody>
          </p:sp>
        </mc:Choice>
        <mc:Fallback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921" y="5646960"/>
                <a:ext cx="857927" cy="184666"/>
              </a:xfrm>
              <a:prstGeom prst="rect">
                <a:avLst/>
              </a:prstGeom>
              <a:blipFill>
                <a:blip r:embed="rId51"/>
                <a:stretch>
                  <a:fillRect l="-7801" t="-25806" r="-9220" b="-483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0" name="Правая фигурная скобка 319"/>
          <p:cNvSpPr/>
          <p:nvPr/>
        </p:nvSpPr>
        <p:spPr>
          <a:xfrm>
            <a:off x="7063995" y="5983233"/>
            <a:ext cx="164223" cy="662577"/>
          </a:xfrm>
          <a:prstGeom prst="rightBrace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392004" y="6129855"/>
                <a:ext cx="19011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200" i="1"/>
                        <m:t>Busy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polling</m:t>
                      </m:r>
                      <m:r>
                        <m:rPr>
                          <m:nor/>
                        </m:rPr>
                        <a:rPr lang="en-US" sz="1200" i="1"/>
                        <m:t>: </m:t>
                      </m:r>
                    </m:oMath>
                  </m:oMathPara>
                </a14:m>
                <a:endParaRPr lang="en-US" sz="1200" i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200" i="1"/>
                        <m:t>repeated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b="0" i="1" smtClean="0"/>
                        <m:t>while</m:t>
                      </m:r>
                      <m:r>
                        <m:rPr>
                          <m:nor/>
                        </m:rPr>
                        <a:rPr lang="en-US" sz="1200" b="0" i="1" smtClean="0"/>
                        <m:t> </m:t>
                      </m:r>
                      <m:r>
                        <m:rPr>
                          <m:nor/>
                        </m:rPr>
                        <a:rPr lang="en-US" sz="1200" b="0" i="1" smtClean="0"/>
                        <m:t>loop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iterations</m:t>
                      </m:r>
                    </m:oMath>
                  </m:oMathPara>
                </a14:m>
                <a:endParaRPr lang="en-RU" sz="12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004" y="6129855"/>
                <a:ext cx="1901161" cy="369332"/>
              </a:xfrm>
              <a:prstGeom prst="rect">
                <a:avLst/>
              </a:prstGeom>
              <a:blipFill>
                <a:blip r:embed="rId52"/>
                <a:stretch>
                  <a:fillRect l="-2251" r="-1929"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8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9811031" y="6070621"/>
            <a:ext cx="114717" cy="592205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10089534" y="6048987"/>
                <a:ext cx="177555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smtClean="0">
                          <a:latin typeface="Cambria Math" panose="02040503050406030204" pitchFamily="18" charset="0"/>
                        </a:rPr>
                        <m:t>One</m:t>
                      </m:r>
                      <m:r>
                        <a:rPr lang="en-US" sz="12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smtClean="0">
                          <a:latin typeface="Cambria Math" panose="02040503050406030204" pitchFamily="18" charset="0"/>
                        </a:rPr>
                        <m:t>while</m:t>
                      </m:r>
                      <m:r>
                        <a:rPr lang="en-US" sz="120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200" smtClean="0">
                          <a:latin typeface="Cambria Math" panose="02040503050406030204" pitchFamily="18" charset="0"/>
                        </a:rPr>
                        <m:t>loop</m:t>
                      </m:r>
                      <m:r>
                        <a:rPr lang="en-US" sz="12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smtClean="0">
                          <a:latin typeface="Cambria Math" panose="02040503050406030204" pitchFamily="18" charset="0"/>
                        </a:rPr>
                        <m:t>iteration</m:t>
                      </m:r>
                    </m:oMath>
                  </m:oMathPara>
                </a14:m>
                <a:endParaRPr lang="ru-RU" sz="120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Check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task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set</m:t>
                      </m:r>
                    </m:oMath>
                  </m:oMathPara>
                </a14:m>
                <a:endParaRPr lang="en-US" sz="120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ready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launch</m:t>
                      </m:r>
                    </m:oMath>
                  </m:oMathPara>
                </a14:m>
                <a:endParaRPr lang="en-US" sz="12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534" y="6048987"/>
                <a:ext cx="1775551" cy="553998"/>
              </a:xfrm>
              <a:prstGeom prst="rect">
                <a:avLst/>
              </a:prstGeom>
              <a:blipFill>
                <a:blip r:embed="rId53"/>
                <a:stretch>
                  <a:fillRect l="-2749" r="-344" b="-109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5949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6F58-A926-67A9-CA13-0A771CB4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Box 218">
            <a:extLst>
              <a:ext uri="{FF2B5EF4-FFF2-40B4-BE49-F238E27FC236}">
                <a16:creationId xmlns:a16="http://schemas.microsoft.com/office/drawing/2014/main" id="{B9C9CA49-8AFA-4F0A-3AE4-F3F6C7A4C6B3}"/>
              </a:ext>
            </a:extLst>
          </p:cNvPr>
          <p:cNvSpPr txBox="1"/>
          <p:nvPr/>
        </p:nvSpPr>
        <p:spPr>
          <a:xfrm>
            <a:off x="3553098" y="639025"/>
            <a:ext cx="4300408" cy="24622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600" b="1" dirty="0"/>
              <a:t>Simplified pseudocode of the illustrated </a:t>
            </a:r>
            <a:r>
              <a:rPr lang="en-US" sz="1600" b="1" dirty="0" err="1"/>
              <a:t>superloop</a:t>
            </a:r>
            <a:endParaRPr lang="en-RU" sz="15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10325" y="1106140"/>
            <a:ext cx="70164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689" y="1010652"/>
            <a:ext cx="5137226" cy="574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900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491-C978-7132-82E7-2DDF909D8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2375149" y="5962924"/>
            <a:ext cx="2664066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0521393-9D79-F813-1B0C-93C7ABD86E9C}"/>
                  </a:ext>
                </a:extLst>
              </p:cNvPr>
              <p:cNvSpPr txBox="1"/>
              <p:nvPr/>
            </p:nvSpPr>
            <p:spPr>
              <a:xfrm>
                <a:off x="3470119" y="6024200"/>
                <a:ext cx="238351" cy="1552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0521393-9D79-F813-1B0C-93C7ABD86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119" y="6024200"/>
                <a:ext cx="238351" cy="155299"/>
              </a:xfrm>
              <a:prstGeom prst="rect">
                <a:avLst/>
              </a:prstGeom>
              <a:blipFill>
                <a:blip r:embed="rId2"/>
                <a:stretch>
                  <a:fillRect t="-3846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F58AB2-0F6C-77F9-19B9-A912D390106E}"/>
              </a:ext>
            </a:extLst>
          </p:cNvPr>
          <p:cNvCxnSpPr>
            <a:cxnSpLocks/>
          </p:cNvCxnSpPr>
          <p:nvPr/>
        </p:nvCxnSpPr>
        <p:spPr>
          <a:xfrm>
            <a:off x="28927" y="3852925"/>
            <a:ext cx="121511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5E534B-C793-9F36-5E7B-1CD772EC8CDD}"/>
              </a:ext>
            </a:extLst>
          </p:cNvPr>
          <p:cNvCxnSpPr>
            <a:cxnSpLocks/>
          </p:cNvCxnSpPr>
          <p:nvPr/>
        </p:nvCxnSpPr>
        <p:spPr>
          <a:xfrm>
            <a:off x="20424" y="1413232"/>
            <a:ext cx="1215115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F43E6ED-9A19-7299-013C-010153EB5925}"/>
              </a:ext>
            </a:extLst>
          </p:cNvPr>
          <p:cNvCxnSpPr>
            <a:cxnSpLocks/>
          </p:cNvCxnSpPr>
          <p:nvPr/>
        </p:nvCxnSpPr>
        <p:spPr>
          <a:xfrm>
            <a:off x="-1" y="5374063"/>
            <a:ext cx="121511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A055C49-3B7B-02F4-288F-88F0456CDD0E}"/>
              </a:ext>
            </a:extLst>
          </p:cNvPr>
          <p:cNvSpPr txBox="1"/>
          <p:nvPr/>
        </p:nvSpPr>
        <p:spPr>
          <a:xfrm>
            <a:off x="29188" y="0"/>
            <a:ext cx="123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1600" dirty="0"/>
              <a:t>Job Releases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8C5665-C99B-D335-B7D8-FAE6C312BB49}"/>
              </a:ext>
            </a:extLst>
          </p:cNvPr>
          <p:cNvSpPr txBox="1"/>
          <p:nvPr/>
        </p:nvSpPr>
        <p:spPr>
          <a:xfrm>
            <a:off x="29188" y="5374063"/>
            <a:ext cx="17081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1600" dirty="0"/>
              <a:t>Resulted Schedule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5E69F1-8BCB-B0BF-39C2-DB84DE87ED92}"/>
              </a:ext>
            </a:extLst>
          </p:cNvPr>
          <p:cNvSpPr txBox="1"/>
          <p:nvPr/>
        </p:nvSpPr>
        <p:spPr>
          <a:xfrm>
            <a:off x="58115" y="3852923"/>
            <a:ext cx="2228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1600" dirty="0"/>
              <a:t>Scheduler Computations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C96D16-4935-5AE5-9CA2-0C7A8A588C43}"/>
              </a:ext>
            </a:extLst>
          </p:cNvPr>
          <p:cNvSpPr txBox="1"/>
          <p:nvPr/>
        </p:nvSpPr>
        <p:spPr>
          <a:xfrm>
            <a:off x="8280160" y="795"/>
            <a:ext cx="39118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RU" sz="2000" dirty="0"/>
              <a:t>Superloop Scheduler: Key Principles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89C6B66-9296-A8A9-5D2C-146B556C1D08}"/>
              </a:ext>
            </a:extLst>
          </p:cNvPr>
          <p:cNvCxnSpPr>
            <a:cxnSpLocks/>
          </p:cNvCxnSpPr>
          <p:nvPr/>
        </p:nvCxnSpPr>
        <p:spPr>
          <a:xfrm>
            <a:off x="2383659" y="-18854"/>
            <a:ext cx="0" cy="688156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EC88033-9E65-982B-1BDB-4DC95427EEFD}"/>
              </a:ext>
            </a:extLst>
          </p:cNvPr>
          <p:cNvCxnSpPr>
            <a:cxnSpLocks/>
          </p:cNvCxnSpPr>
          <p:nvPr/>
        </p:nvCxnSpPr>
        <p:spPr>
          <a:xfrm>
            <a:off x="1036948" y="582965"/>
            <a:ext cx="5518873" cy="9575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BBFC22-EA8D-F382-C4BA-32EE615723B7}"/>
              </a:ext>
            </a:extLst>
          </p:cNvPr>
          <p:cNvCxnSpPr>
            <a:cxnSpLocks/>
          </p:cNvCxnSpPr>
          <p:nvPr/>
        </p:nvCxnSpPr>
        <p:spPr>
          <a:xfrm flipV="1">
            <a:off x="1046375" y="873731"/>
            <a:ext cx="5526423" cy="2629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A0103E7-B373-360A-17DA-5F0FA2184D0C}"/>
              </a:ext>
            </a:extLst>
          </p:cNvPr>
          <p:cNvCxnSpPr>
            <a:cxnSpLocks/>
          </p:cNvCxnSpPr>
          <p:nvPr/>
        </p:nvCxnSpPr>
        <p:spPr>
          <a:xfrm>
            <a:off x="1027522" y="1179484"/>
            <a:ext cx="4619134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BEC1FF5-6DD7-CFEC-DDAA-7F0023DFE136}"/>
                  </a:ext>
                </a:extLst>
              </p:cNvPr>
              <p:cNvSpPr txBox="1"/>
              <p:nvPr/>
            </p:nvSpPr>
            <p:spPr>
              <a:xfrm>
                <a:off x="1191331" y="605153"/>
                <a:ext cx="897745" cy="192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20,50</m:t>
                          </m:r>
                        </m:e>
                      </m:d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BEC1FF5-6DD7-CFEC-DDAA-7F0023DFE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331" y="605153"/>
                <a:ext cx="897745" cy="192873"/>
              </a:xfrm>
              <a:prstGeom prst="rect">
                <a:avLst/>
              </a:prstGeom>
              <a:blipFill>
                <a:blip r:embed="rId3"/>
                <a:stretch>
                  <a:fillRect l="-1389" b="-25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AB22B28-6829-8D3E-08EA-E7785F24FF60}"/>
                  </a:ext>
                </a:extLst>
              </p:cNvPr>
              <p:cNvSpPr txBox="1"/>
              <p:nvPr/>
            </p:nvSpPr>
            <p:spPr>
              <a:xfrm>
                <a:off x="1197093" y="901046"/>
                <a:ext cx="897745" cy="192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10,2</m:t>
                          </m:r>
                          <m:r>
                            <a:rPr lang="ru-R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AB22B28-6829-8D3E-08EA-E7785F24F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093" y="901046"/>
                <a:ext cx="897745" cy="192873"/>
              </a:xfrm>
              <a:prstGeom prst="rect">
                <a:avLst/>
              </a:prstGeom>
              <a:blipFill>
                <a:blip r:embed="rId4"/>
                <a:stretch>
                  <a:fillRect l="-2778" b="-2666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/>
              <p:nvPr/>
            </p:nvSpPr>
            <p:spPr>
              <a:xfrm>
                <a:off x="2222517" y="1816445"/>
                <a:ext cx="319242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17" y="1816445"/>
                <a:ext cx="319242" cy="215444"/>
              </a:xfrm>
              <a:prstGeom prst="rect">
                <a:avLst/>
              </a:prstGeom>
              <a:blipFill>
                <a:blip r:embed="rId5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616">
            <a:extLst>
              <a:ext uri="{FF2B5EF4-FFF2-40B4-BE49-F238E27FC236}">
                <a16:creationId xmlns:a16="http://schemas.microsoft.com/office/drawing/2014/main" id="{B38C7703-6552-2ACE-3B19-4B62E161CE2F}"/>
              </a:ext>
            </a:extLst>
          </p:cNvPr>
          <p:cNvCxnSpPr>
            <a:cxnSpLocks/>
          </p:cNvCxnSpPr>
          <p:nvPr/>
        </p:nvCxnSpPr>
        <p:spPr>
          <a:xfrm>
            <a:off x="2380803" y="1178814"/>
            <a:ext cx="4627592" cy="6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4741BD4-A5E1-9614-FA79-552C0CDD1485}"/>
              </a:ext>
            </a:extLst>
          </p:cNvPr>
          <p:cNvCxnSpPr>
            <a:cxnSpLocks/>
          </p:cNvCxnSpPr>
          <p:nvPr/>
        </p:nvCxnSpPr>
        <p:spPr>
          <a:xfrm flipH="1" flipV="1">
            <a:off x="2380803" y="592540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461FF31-A248-90ED-07C4-25A9BFF8B1CF}"/>
              </a:ext>
            </a:extLst>
          </p:cNvPr>
          <p:cNvCxnSpPr>
            <a:cxnSpLocks/>
          </p:cNvCxnSpPr>
          <p:nvPr/>
        </p:nvCxnSpPr>
        <p:spPr>
          <a:xfrm flipH="1" flipV="1">
            <a:off x="2383025" y="884241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7EFB317-4ACC-DE8D-78AD-3CD89A3101C3}"/>
                  </a:ext>
                </a:extLst>
              </p:cNvPr>
              <p:cNvSpPr txBox="1"/>
              <p:nvPr/>
            </p:nvSpPr>
            <p:spPr>
              <a:xfrm>
                <a:off x="977428" y="3141941"/>
                <a:ext cx="485774" cy="2473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7EFB317-4ACC-DE8D-78AD-3CD89A310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428" y="3141941"/>
                <a:ext cx="485774" cy="247375"/>
              </a:xfrm>
              <a:prstGeom prst="rect">
                <a:avLst/>
              </a:prstGeom>
              <a:blipFill>
                <a:blip r:embed="rId6"/>
                <a:stretch>
                  <a:fillRect l="-7500" r="-1250" b="-170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B576D0C-F4E5-0E62-5352-EAD0E4567A67}"/>
                  </a:ext>
                </a:extLst>
              </p:cNvPr>
              <p:cNvSpPr txBox="1"/>
              <p:nvPr/>
            </p:nvSpPr>
            <p:spPr>
              <a:xfrm>
                <a:off x="989853" y="3414666"/>
                <a:ext cx="485774" cy="249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m:oMathPara>
                </a14:m>
                <a:endParaRPr lang="en-RU" sz="16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B576D0C-F4E5-0E62-5352-EAD0E4567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853" y="3414666"/>
                <a:ext cx="485774" cy="249620"/>
              </a:xfrm>
              <a:prstGeom prst="rect">
                <a:avLst/>
              </a:prstGeom>
              <a:blipFill>
                <a:blip r:embed="rId7"/>
                <a:stretch>
                  <a:fillRect l="-7500" r="-1250" b="-170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937896A-3A79-B680-D701-6DCE36FF7A27}"/>
                  </a:ext>
                </a:extLst>
              </p:cNvPr>
              <p:cNvSpPr txBox="1"/>
              <p:nvPr/>
            </p:nvSpPr>
            <p:spPr>
              <a:xfrm>
                <a:off x="1029462" y="2871648"/>
                <a:ext cx="40472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𝑐𝑢𝑟</m:t>
                          </m:r>
                        </m:sup>
                      </m:sSup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937896A-3A79-B680-D701-6DCE36FF7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462" y="2871648"/>
                <a:ext cx="404726" cy="246221"/>
              </a:xfrm>
              <a:prstGeom prst="rect">
                <a:avLst/>
              </a:prstGeom>
              <a:blipFill>
                <a:blip r:embed="rId8"/>
                <a:stretch>
                  <a:fillRect l="-10606" b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1F6C23F-D4E6-3C0F-B1D2-F29535FB06C6}"/>
              </a:ext>
            </a:extLst>
          </p:cNvPr>
          <p:cNvCxnSpPr>
            <a:cxnSpLocks/>
          </p:cNvCxnSpPr>
          <p:nvPr/>
        </p:nvCxnSpPr>
        <p:spPr>
          <a:xfrm>
            <a:off x="142838" y="3117869"/>
            <a:ext cx="9191135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A6EBB25-6F6E-7599-58A4-1E898D22B5B7}"/>
              </a:ext>
            </a:extLst>
          </p:cNvPr>
          <p:cNvCxnSpPr>
            <a:cxnSpLocks/>
          </p:cNvCxnSpPr>
          <p:nvPr/>
        </p:nvCxnSpPr>
        <p:spPr>
          <a:xfrm>
            <a:off x="142838" y="3418353"/>
            <a:ext cx="7786540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738D303-9B51-B996-BA2D-62655E5F6ECB}"/>
              </a:ext>
            </a:extLst>
          </p:cNvPr>
          <p:cNvCxnSpPr>
            <a:cxnSpLocks/>
          </p:cNvCxnSpPr>
          <p:nvPr/>
        </p:nvCxnSpPr>
        <p:spPr>
          <a:xfrm>
            <a:off x="182117" y="3714795"/>
            <a:ext cx="7786540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BB49B4A-4932-F3D3-15DE-26294EA12F9F}"/>
              </a:ext>
            </a:extLst>
          </p:cNvPr>
          <p:cNvSpPr txBox="1"/>
          <p:nvPr/>
        </p:nvSpPr>
        <p:spPr>
          <a:xfrm>
            <a:off x="49351" y="2425560"/>
            <a:ext cx="135524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RU" sz="1600" dirty="0"/>
              <a:t>Computations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691D85E-610D-8AEC-0D03-4869719B1003}"/>
              </a:ext>
            </a:extLst>
          </p:cNvPr>
          <p:cNvCxnSpPr>
            <a:cxnSpLocks/>
          </p:cNvCxnSpPr>
          <p:nvPr/>
        </p:nvCxnSpPr>
        <p:spPr>
          <a:xfrm>
            <a:off x="5042783" y="-112412"/>
            <a:ext cx="0" cy="688156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F6FFCC7-6D88-CE36-2229-974232C31D91}"/>
                  </a:ext>
                </a:extLst>
              </p:cNvPr>
              <p:cNvSpPr txBox="1"/>
              <p:nvPr/>
            </p:nvSpPr>
            <p:spPr>
              <a:xfrm>
                <a:off x="4892248" y="2871781"/>
                <a:ext cx="274113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160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F6FFCC7-6D88-CE36-2229-974232C31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248" y="2871781"/>
                <a:ext cx="274113" cy="246221"/>
              </a:xfrm>
              <a:prstGeom prst="rect">
                <a:avLst/>
              </a:prstGeom>
              <a:blipFill>
                <a:blip r:embed="rId9"/>
                <a:stretch>
                  <a:fillRect l="-17778" r="-13333" b="-7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A00AF5E-3B5A-E90D-3250-8CA4E609A45B}"/>
              </a:ext>
            </a:extLst>
          </p:cNvPr>
          <p:cNvCxnSpPr>
            <a:cxnSpLocks/>
          </p:cNvCxnSpPr>
          <p:nvPr/>
        </p:nvCxnSpPr>
        <p:spPr>
          <a:xfrm>
            <a:off x="1423447" y="5947379"/>
            <a:ext cx="5126024" cy="882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0F74345-8F3B-9252-10A8-C1DD925709B5}"/>
              </a:ext>
            </a:extLst>
          </p:cNvPr>
          <p:cNvCxnSpPr>
            <a:cxnSpLocks/>
          </p:cNvCxnSpPr>
          <p:nvPr/>
        </p:nvCxnSpPr>
        <p:spPr>
          <a:xfrm>
            <a:off x="1423447" y="6240774"/>
            <a:ext cx="4223209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5F31A96-5875-0075-C355-674969BF5890}"/>
              </a:ext>
            </a:extLst>
          </p:cNvPr>
          <p:cNvCxnSpPr>
            <a:cxnSpLocks/>
          </p:cNvCxnSpPr>
          <p:nvPr/>
        </p:nvCxnSpPr>
        <p:spPr>
          <a:xfrm>
            <a:off x="1404594" y="6543898"/>
            <a:ext cx="4242062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0FA3A6A-0350-C5CA-4F23-96D069ADD301}"/>
                  </a:ext>
                </a:extLst>
              </p:cNvPr>
              <p:cNvSpPr txBox="1"/>
              <p:nvPr/>
            </p:nvSpPr>
            <p:spPr>
              <a:xfrm>
                <a:off x="1891906" y="5969567"/>
                <a:ext cx="197170" cy="192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0FA3A6A-0350-C5CA-4F23-96D069ADD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906" y="5969567"/>
                <a:ext cx="197170" cy="192873"/>
              </a:xfrm>
              <a:prstGeom prst="rect">
                <a:avLst/>
              </a:prstGeom>
              <a:blipFill>
                <a:blip r:embed="rId10"/>
                <a:stretch>
                  <a:fillRect l="-5882" r="-11765" b="-2352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C81243C-DF44-7AD5-C419-47E0FD0A854F}"/>
                  </a:ext>
                </a:extLst>
              </p:cNvPr>
              <p:cNvSpPr txBox="1"/>
              <p:nvPr/>
            </p:nvSpPr>
            <p:spPr>
              <a:xfrm>
                <a:off x="1897668" y="6265460"/>
                <a:ext cx="197170" cy="192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C81243C-DF44-7AD5-C419-47E0FD0A8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668" y="6265460"/>
                <a:ext cx="197170" cy="192873"/>
              </a:xfrm>
              <a:prstGeom prst="rect">
                <a:avLst/>
              </a:prstGeom>
              <a:blipFill>
                <a:blip r:embed="rId11"/>
                <a:stretch>
                  <a:fillRect l="-11765" r="-11765" b="-25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16">
            <a:extLst>
              <a:ext uri="{FF2B5EF4-FFF2-40B4-BE49-F238E27FC236}">
                <a16:creationId xmlns:a16="http://schemas.microsoft.com/office/drawing/2014/main" id="{225B13E7-D4D7-33BB-00D3-AA027D88B439}"/>
              </a:ext>
            </a:extLst>
          </p:cNvPr>
          <p:cNvCxnSpPr>
            <a:cxnSpLocks/>
          </p:cNvCxnSpPr>
          <p:nvPr/>
        </p:nvCxnSpPr>
        <p:spPr>
          <a:xfrm>
            <a:off x="2380803" y="6543228"/>
            <a:ext cx="4723844" cy="6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2215953" y="5693819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41" name="Straight Connector 8">
            <a:extLst>
              <a:ext uri="{FF2B5EF4-FFF2-40B4-BE49-F238E27FC236}">
                <a16:creationId xmlns:a16="http://schemas.microsoft.com/office/drawing/2014/main" id="{D4F58AB2-0F6C-77F9-19B9-A912D390106E}"/>
              </a:ext>
            </a:extLst>
          </p:cNvPr>
          <p:cNvCxnSpPr>
            <a:cxnSpLocks/>
          </p:cNvCxnSpPr>
          <p:nvPr/>
        </p:nvCxnSpPr>
        <p:spPr>
          <a:xfrm>
            <a:off x="20424" y="2425560"/>
            <a:ext cx="121511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28C5665-C99B-D335-B7D8-FAE6C312BB49}"/>
              </a:ext>
            </a:extLst>
          </p:cNvPr>
          <p:cNvSpPr txBox="1"/>
          <p:nvPr/>
        </p:nvSpPr>
        <p:spPr>
          <a:xfrm>
            <a:off x="6857" y="1373579"/>
            <a:ext cx="1220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Initial values</a:t>
            </a:r>
            <a:endParaRPr lang="en-RU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BEC1FF5-6DD7-CFEC-DDAA-7F0023DFE136}"/>
                  </a:ext>
                </a:extLst>
              </p:cNvPr>
              <p:cNvSpPr txBox="1"/>
              <p:nvPr/>
            </p:nvSpPr>
            <p:spPr>
              <a:xfrm>
                <a:off x="131521" y="1665584"/>
                <a:ext cx="526041" cy="1767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1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RU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1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BEC1FF5-6DD7-CFEC-DDAA-7F0023DFE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21" y="1665584"/>
                <a:ext cx="526041" cy="176780"/>
              </a:xfrm>
              <a:prstGeom prst="rect">
                <a:avLst/>
              </a:prstGeom>
              <a:blipFill>
                <a:blip r:embed="rId12"/>
                <a:stretch>
                  <a:fillRect l="-3488" r="-5814" b="-241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7EFB317-4ACC-DE8D-78AD-3CD89A3101C3}"/>
                  </a:ext>
                </a:extLst>
              </p:cNvPr>
              <p:cNvSpPr txBox="1"/>
              <p:nvPr/>
            </p:nvSpPr>
            <p:spPr>
              <a:xfrm>
                <a:off x="183213" y="2036425"/>
                <a:ext cx="364331" cy="185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7EFB317-4ACC-DE8D-78AD-3CD89A310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13" y="2036425"/>
                <a:ext cx="364331" cy="185628"/>
              </a:xfrm>
              <a:prstGeom prst="rect">
                <a:avLst/>
              </a:prstGeom>
              <a:blipFill>
                <a:blip r:embed="rId13"/>
                <a:stretch>
                  <a:fillRect l="-8333" r="-3333" b="-161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B576D0C-F4E5-0E62-5352-EAD0E4567A67}"/>
                  </a:ext>
                </a:extLst>
              </p:cNvPr>
              <p:cNvSpPr txBox="1"/>
              <p:nvPr/>
            </p:nvSpPr>
            <p:spPr>
              <a:xfrm>
                <a:off x="177590" y="2224927"/>
                <a:ext cx="364331" cy="1860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m:oMathPara>
                </a14:m>
                <a:endParaRPr lang="en-RU" sz="12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B576D0C-F4E5-0E62-5352-EAD0E4567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90" y="2224927"/>
                <a:ext cx="364331" cy="186013"/>
              </a:xfrm>
              <a:prstGeom prst="rect">
                <a:avLst/>
              </a:prstGeom>
              <a:blipFill>
                <a:blip r:embed="rId14"/>
                <a:stretch>
                  <a:fillRect l="-8333" r="-3333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937896A-3A79-B680-D701-6DCE36FF7A27}"/>
                  </a:ext>
                </a:extLst>
              </p:cNvPr>
              <p:cNvSpPr txBox="1"/>
              <p:nvPr/>
            </p:nvSpPr>
            <p:spPr>
              <a:xfrm>
                <a:off x="199151" y="1856372"/>
                <a:ext cx="30399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RU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𝑐𝑢𝑟</m:t>
                          </m:r>
                        </m:sup>
                      </m:sSup>
                    </m:oMath>
                  </m:oMathPara>
                </a14:m>
                <a:endParaRPr lang="en-R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937896A-3A79-B680-D701-6DCE36FF7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1" y="1856372"/>
                <a:ext cx="303993" cy="184666"/>
              </a:xfrm>
              <a:prstGeom prst="rect">
                <a:avLst/>
              </a:prstGeom>
              <a:blipFill>
                <a:blip r:embed="rId15"/>
                <a:stretch>
                  <a:fillRect l="-10000" r="-2000" b="-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/>
              <p:nvPr/>
            </p:nvSpPr>
            <p:spPr>
              <a:xfrm>
                <a:off x="2221042" y="2034053"/>
                <a:ext cx="319242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042" y="2034053"/>
                <a:ext cx="319242" cy="215444"/>
              </a:xfrm>
              <a:prstGeom prst="rect">
                <a:avLst/>
              </a:prstGeom>
              <a:blipFill>
                <a:blip r:embed="rId16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/>
              <p:nvPr/>
            </p:nvSpPr>
            <p:spPr>
              <a:xfrm>
                <a:off x="2223361" y="2242587"/>
                <a:ext cx="319242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361" y="2242587"/>
                <a:ext cx="319242" cy="215444"/>
              </a:xfrm>
              <a:prstGeom prst="rect">
                <a:avLst/>
              </a:prstGeom>
              <a:blipFill>
                <a:blip r:embed="rId5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/>
              <p:nvPr/>
            </p:nvSpPr>
            <p:spPr>
              <a:xfrm>
                <a:off x="2218723" y="3172132"/>
                <a:ext cx="319242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16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723" y="3172132"/>
                <a:ext cx="319242" cy="246221"/>
              </a:xfrm>
              <a:prstGeom prst="rect">
                <a:avLst/>
              </a:prstGeom>
              <a:blipFill>
                <a:blip r:embed="rId17"/>
                <a:stretch>
                  <a:fillRect l="-7692" r="-7692" b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/>
              <p:nvPr/>
            </p:nvSpPr>
            <p:spPr>
              <a:xfrm>
                <a:off x="2221042" y="3422778"/>
                <a:ext cx="319242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16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042" y="3422778"/>
                <a:ext cx="319242" cy="246221"/>
              </a:xfrm>
              <a:prstGeom prst="rect">
                <a:avLst/>
              </a:prstGeom>
              <a:blipFill>
                <a:blip r:embed="rId18"/>
                <a:stretch>
                  <a:fillRect l="-5660" r="-5660" b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/>
              <p:nvPr/>
            </p:nvSpPr>
            <p:spPr>
              <a:xfrm>
                <a:off x="2214707" y="2855298"/>
                <a:ext cx="319242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6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707" y="2855298"/>
                <a:ext cx="319242" cy="246221"/>
              </a:xfrm>
              <a:prstGeom prst="rect">
                <a:avLst/>
              </a:prstGeom>
              <a:blipFill>
                <a:blip r:embed="rId19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/>
              <p:nvPr/>
            </p:nvSpPr>
            <p:spPr>
              <a:xfrm>
                <a:off x="4867921" y="3149760"/>
                <a:ext cx="319242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16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921" y="3149760"/>
                <a:ext cx="319242" cy="246221"/>
              </a:xfrm>
              <a:prstGeom prst="rect">
                <a:avLst/>
              </a:prstGeom>
              <a:blipFill>
                <a:blip r:embed="rId20"/>
                <a:stretch>
                  <a:fillRect l="-7692" r="-7692" b="-7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/>
              <p:nvPr/>
            </p:nvSpPr>
            <p:spPr>
              <a:xfrm>
                <a:off x="4869466" y="3467259"/>
                <a:ext cx="319242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16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466" y="3467259"/>
                <a:ext cx="319242" cy="246221"/>
              </a:xfrm>
              <a:prstGeom prst="rect">
                <a:avLst/>
              </a:prstGeom>
              <a:blipFill>
                <a:blip r:embed="rId21"/>
                <a:stretch>
                  <a:fillRect l="-7692" r="-5769" b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Connector 59">
            <a:extLst>
              <a:ext uri="{FF2B5EF4-FFF2-40B4-BE49-F238E27FC236}">
                <a16:creationId xmlns:a16="http://schemas.microsoft.com/office/drawing/2014/main" id="{3691D85E-610D-8AEC-0D03-4869719B1003}"/>
              </a:ext>
            </a:extLst>
          </p:cNvPr>
          <p:cNvCxnSpPr>
            <a:cxnSpLocks/>
          </p:cNvCxnSpPr>
          <p:nvPr/>
        </p:nvCxnSpPr>
        <p:spPr>
          <a:xfrm>
            <a:off x="6572798" y="-112412"/>
            <a:ext cx="0" cy="688156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F6FFCC7-6D88-CE36-2229-974232C31D91}"/>
                  </a:ext>
                </a:extLst>
              </p:cNvPr>
              <p:cNvSpPr txBox="1"/>
              <p:nvPr/>
            </p:nvSpPr>
            <p:spPr>
              <a:xfrm>
                <a:off x="6423709" y="2865953"/>
                <a:ext cx="274114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600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F6FFCC7-6D88-CE36-2229-974232C31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709" y="2865953"/>
                <a:ext cx="274114" cy="246221"/>
              </a:xfrm>
              <a:prstGeom prst="rect">
                <a:avLst/>
              </a:prstGeom>
              <a:blipFill>
                <a:blip r:embed="rId22"/>
                <a:stretch>
                  <a:fillRect l="-17778" r="-13333" b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/>
              <p:nvPr/>
            </p:nvSpPr>
            <p:spPr>
              <a:xfrm>
                <a:off x="6396200" y="3164415"/>
                <a:ext cx="319242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1600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200" y="3164415"/>
                <a:ext cx="319242" cy="246221"/>
              </a:xfrm>
              <a:prstGeom prst="rect">
                <a:avLst/>
              </a:prstGeom>
              <a:blipFill>
                <a:blip r:embed="rId23"/>
                <a:stretch>
                  <a:fillRect l="-7547" r="-5660" b="-7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/>
              <p:nvPr/>
            </p:nvSpPr>
            <p:spPr>
              <a:xfrm>
                <a:off x="6413177" y="3496148"/>
                <a:ext cx="319242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1600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0297E25-354C-6DEB-2960-2E5CD694A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177" y="3496148"/>
                <a:ext cx="319242" cy="246221"/>
              </a:xfrm>
              <a:prstGeom prst="rect">
                <a:avLst/>
              </a:prstGeom>
              <a:blipFill>
                <a:blip r:embed="rId24"/>
                <a:stretch>
                  <a:fillRect l="-5769" r="-7692" b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017BA45-8385-43C5-8A3C-AE2D01924A7D}"/>
              </a:ext>
            </a:extLst>
          </p:cNvPr>
          <p:cNvCxnSpPr>
            <a:cxnSpLocks/>
          </p:cNvCxnSpPr>
          <p:nvPr/>
        </p:nvCxnSpPr>
        <p:spPr>
          <a:xfrm flipH="1" flipV="1">
            <a:off x="2380803" y="5956954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C143545-4AB4-2FC9-35F4-234E672B0CE8}"/>
              </a:ext>
            </a:extLst>
          </p:cNvPr>
          <p:cNvCxnSpPr>
            <a:cxnSpLocks/>
          </p:cNvCxnSpPr>
          <p:nvPr/>
        </p:nvCxnSpPr>
        <p:spPr>
          <a:xfrm flipH="1" flipV="1">
            <a:off x="2383025" y="624865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5030993" y="6255305"/>
            <a:ext cx="1565133" cy="289752"/>
          </a:xfrm>
          <a:prstGeom prst="rect">
            <a:avLst/>
          </a:prstGeom>
          <a:pattFill prst="wdUpDiag">
            <a:fgClr>
              <a:srgbClr val="C00000"/>
            </a:fgClr>
            <a:bgClr>
              <a:schemeClr val="bg1"/>
            </a:bgClr>
          </a:patt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5766490" y="6322371"/>
                <a:ext cx="274460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490" y="6322371"/>
                <a:ext cx="274460" cy="155620"/>
              </a:xfrm>
              <a:prstGeom prst="rect">
                <a:avLst/>
              </a:prstGeom>
              <a:blipFill>
                <a:blip r:embed="rId25"/>
                <a:stretch>
                  <a:fillRect t="-3846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551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6F58-A926-67A9-CA13-0A771CB4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12A3ED9D-F66C-A242-CABD-C887D7BB1479}"/>
              </a:ext>
            </a:extLst>
          </p:cNvPr>
          <p:cNvCxnSpPr>
            <a:cxnSpLocks/>
          </p:cNvCxnSpPr>
          <p:nvPr/>
        </p:nvCxnSpPr>
        <p:spPr>
          <a:xfrm>
            <a:off x="193964" y="1637823"/>
            <a:ext cx="11175167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37DC3C49-CE96-4A0E-D539-D1DF535193D1}"/>
              </a:ext>
            </a:extLst>
          </p:cNvPr>
          <p:cNvCxnSpPr>
            <a:cxnSpLocks/>
          </p:cNvCxnSpPr>
          <p:nvPr/>
        </p:nvCxnSpPr>
        <p:spPr>
          <a:xfrm>
            <a:off x="3020580" y="1604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771A61B-F652-721C-FE0A-E35CC4B5A9A5}"/>
              </a:ext>
            </a:extLst>
          </p:cNvPr>
          <p:cNvCxnSpPr>
            <a:cxnSpLocks/>
          </p:cNvCxnSpPr>
          <p:nvPr/>
        </p:nvCxnSpPr>
        <p:spPr>
          <a:xfrm>
            <a:off x="2102035" y="1931804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7D6B795-B4C0-F846-8658-FEAAF9CA8709}"/>
              </a:ext>
            </a:extLst>
          </p:cNvPr>
          <p:cNvCxnSpPr>
            <a:cxnSpLocks/>
          </p:cNvCxnSpPr>
          <p:nvPr/>
        </p:nvCxnSpPr>
        <p:spPr>
          <a:xfrm>
            <a:off x="2040619" y="457059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8E139DE-1BBD-2BD7-D872-663D712616DD}"/>
              </a:ext>
            </a:extLst>
          </p:cNvPr>
          <p:cNvCxnSpPr>
            <a:cxnSpLocks/>
          </p:cNvCxnSpPr>
          <p:nvPr/>
        </p:nvCxnSpPr>
        <p:spPr>
          <a:xfrm>
            <a:off x="205264" y="752232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DF1C3B1-97DD-A364-5709-6743152F854B}"/>
              </a:ext>
            </a:extLst>
          </p:cNvPr>
          <p:cNvCxnSpPr>
            <a:cxnSpLocks/>
          </p:cNvCxnSpPr>
          <p:nvPr/>
        </p:nvCxnSpPr>
        <p:spPr>
          <a:xfrm>
            <a:off x="166255" y="1045627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DF87532-B723-96D8-737A-721820918702}"/>
              </a:ext>
            </a:extLst>
          </p:cNvPr>
          <p:cNvCxnSpPr>
            <a:cxnSpLocks/>
          </p:cNvCxnSpPr>
          <p:nvPr/>
        </p:nvCxnSpPr>
        <p:spPr>
          <a:xfrm>
            <a:off x="207818" y="1348751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EDD1B5A-B0FA-7A8F-BD7E-A39D03665270}"/>
              </a:ext>
            </a:extLst>
          </p:cNvPr>
          <p:cNvCxnSpPr>
            <a:cxnSpLocks/>
          </p:cNvCxnSpPr>
          <p:nvPr/>
        </p:nvCxnSpPr>
        <p:spPr>
          <a:xfrm>
            <a:off x="2378482" y="166578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2D14223-C770-7E9F-8180-628BA05B557D}"/>
              </a:ext>
            </a:extLst>
          </p:cNvPr>
          <p:cNvCxnSpPr>
            <a:cxnSpLocks/>
          </p:cNvCxnSpPr>
          <p:nvPr/>
        </p:nvCxnSpPr>
        <p:spPr>
          <a:xfrm>
            <a:off x="3800863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17CE4C1-8F3B-E139-BBDA-F559D5554A6F}"/>
              </a:ext>
            </a:extLst>
          </p:cNvPr>
          <p:cNvCxnSpPr>
            <a:cxnSpLocks/>
          </p:cNvCxnSpPr>
          <p:nvPr/>
        </p:nvCxnSpPr>
        <p:spPr>
          <a:xfrm flipH="1">
            <a:off x="4569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94A6C9F-F71B-9964-6B44-7DAE6C2B9021}"/>
              </a:ext>
            </a:extLst>
          </p:cNvPr>
          <p:cNvCxnSpPr>
            <a:cxnSpLocks/>
          </p:cNvCxnSpPr>
          <p:nvPr/>
        </p:nvCxnSpPr>
        <p:spPr>
          <a:xfrm>
            <a:off x="5354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DF1517E-2C4E-DE61-B1C4-D112142F0DAA}"/>
              </a:ext>
            </a:extLst>
          </p:cNvPr>
          <p:cNvCxnSpPr>
            <a:cxnSpLocks/>
          </p:cNvCxnSpPr>
          <p:nvPr/>
        </p:nvCxnSpPr>
        <p:spPr>
          <a:xfrm flipH="1">
            <a:off x="6107604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38DA259-20D7-6C64-9749-209C41020E39}"/>
              </a:ext>
            </a:extLst>
          </p:cNvPr>
          <p:cNvCxnSpPr>
            <a:cxnSpLocks/>
          </p:cNvCxnSpPr>
          <p:nvPr/>
        </p:nvCxnSpPr>
        <p:spPr>
          <a:xfrm>
            <a:off x="6888266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7EC50D9-598D-3BC4-E0CB-EC4E06D6EB16}"/>
              </a:ext>
            </a:extLst>
          </p:cNvPr>
          <p:cNvCxnSpPr/>
          <p:nvPr/>
        </p:nvCxnSpPr>
        <p:spPr>
          <a:xfrm>
            <a:off x="7660116" y="16657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3DC55248-0F80-75FE-F12C-022EB4EE1244}"/>
              </a:ext>
            </a:extLst>
          </p:cNvPr>
          <p:cNvCxnSpPr/>
          <p:nvPr/>
        </p:nvCxnSpPr>
        <p:spPr>
          <a:xfrm flipV="1">
            <a:off x="380231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5630379C-B644-DC7E-CA82-4425713769E1}"/>
              </a:ext>
            </a:extLst>
          </p:cNvPr>
          <p:cNvCxnSpPr>
            <a:cxnSpLocks/>
          </p:cNvCxnSpPr>
          <p:nvPr/>
        </p:nvCxnSpPr>
        <p:spPr>
          <a:xfrm flipV="1">
            <a:off x="5350381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1B1F9DF-709F-9EE8-9C92-79455CE441CD}"/>
              </a:ext>
            </a:extLst>
          </p:cNvPr>
          <p:cNvCxnSpPr>
            <a:cxnSpLocks/>
          </p:cNvCxnSpPr>
          <p:nvPr/>
        </p:nvCxnSpPr>
        <p:spPr>
          <a:xfrm flipV="1">
            <a:off x="4575850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7CDDD5F-7C50-933A-4E66-A720C92B25A1}"/>
              </a:ext>
            </a:extLst>
          </p:cNvPr>
          <p:cNvCxnSpPr>
            <a:cxnSpLocks/>
          </p:cNvCxnSpPr>
          <p:nvPr/>
        </p:nvCxnSpPr>
        <p:spPr>
          <a:xfrm flipV="1">
            <a:off x="612176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71641A6-6E96-935E-F4BC-0DB246F6F7D6}"/>
              </a:ext>
            </a:extLst>
          </p:cNvPr>
          <p:cNvCxnSpPr>
            <a:cxnSpLocks/>
          </p:cNvCxnSpPr>
          <p:nvPr/>
        </p:nvCxnSpPr>
        <p:spPr>
          <a:xfrm flipV="1">
            <a:off x="689127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B002A578-FA00-502E-186D-2FAE32C368DB}"/>
              </a:ext>
            </a:extLst>
          </p:cNvPr>
          <p:cNvCxnSpPr>
            <a:cxnSpLocks/>
          </p:cNvCxnSpPr>
          <p:nvPr/>
        </p:nvCxnSpPr>
        <p:spPr>
          <a:xfrm flipV="1">
            <a:off x="766238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1141570" y="759846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20,50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570" y="759846"/>
                <a:ext cx="1198533" cy="257186"/>
              </a:xfrm>
              <a:prstGeom prst="rect">
                <a:avLst/>
              </a:prstGeom>
              <a:blipFill>
                <a:blip r:embed="rId2"/>
                <a:stretch>
                  <a:fillRect l="-1523" b="-26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/>
              <p:nvPr/>
            </p:nvSpPr>
            <p:spPr>
              <a:xfrm>
                <a:off x="1147332" y="1055739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10,2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332" y="1055739"/>
                <a:ext cx="1198533" cy="257186"/>
              </a:xfrm>
              <a:prstGeom prst="rect">
                <a:avLst/>
              </a:prstGeom>
              <a:blipFill>
                <a:blip r:embed="rId3"/>
                <a:stretch>
                  <a:fillRect l="-1523" b="-28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/>
              <p:nvPr/>
            </p:nvSpPr>
            <p:spPr>
              <a:xfrm>
                <a:off x="3770062" y="143431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062" y="1434317"/>
                <a:ext cx="200375" cy="307777"/>
              </a:xfrm>
              <a:prstGeom prst="rect">
                <a:avLst/>
              </a:prstGeom>
              <a:blipFill>
                <a:blip r:embed="rId4"/>
                <a:stretch>
                  <a:fillRect l="-30303" r="-30303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/>
              <p:nvPr/>
            </p:nvSpPr>
            <p:spPr>
              <a:xfrm>
                <a:off x="4543982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982" y="1434317"/>
                <a:ext cx="343043" cy="307777"/>
              </a:xfrm>
              <a:prstGeom prst="rect">
                <a:avLst/>
              </a:prstGeom>
              <a:blipFill>
                <a:blip r:embed="rId5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/>
              <p:nvPr/>
            </p:nvSpPr>
            <p:spPr>
              <a:xfrm>
                <a:off x="5305338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338" y="1434317"/>
                <a:ext cx="343043" cy="307777"/>
              </a:xfrm>
              <a:prstGeom prst="rect">
                <a:avLst/>
              </a:prstGeom>
              <a:blipFill>
                <a:blip r:embed="rId6"/>
                <a:stretch>
                  <a:fillRect l="-17544" r="-15789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/>
              <p:nvPr/>
            </p:nvSpPr>
            <p:spPr>
              <a:xfrm>
                <a:off x="6088626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626" y="1434317"/>
                <a:ext cx="343043" cy="307777"/>
              </a:xfrm>
              <a:prstGeom prst="rect">
                <a:avLst/>
              </a:prstGeom>
              <a:blipFill>
                <a:blip r:embed="rId7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/>
              <p:nvPr/>
            </p:nvSpPr>
            <p:spPr>
              <a:xfrm>
                <a:off x="6797441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441" y="1434317"/>
                <a:ext cx="343043" cy="307777"/>
              </a:xfrm>
              <a:prstGeom prst="rect">
                <a:avLst/>
              </a:prstGeom>
              <a:blipFill>
                <a:blip r:embed="rId8"/>
                <a:stretch>
                  <a:fillRect l="-17857" r="-17857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/>
              <p:nvPr/>
            </p:nvSpPr>
            <p:spPr>
              <a:xfrm>
                <a:off x="7624267" y="143431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267" y="1434317"/>
                <a:ext cx="343043" cy="307777"/>
              </a:xfrm>
              <a:prstGeom prst="rect">
                <a:avLst/>
              </a:prstGeom>
              <a:blipFill>
                <a:blip r:embed="rId9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28F8CA6-75B2-05A0-1EA3-DCCC0632BF41}"/>
              </a:ext>
            </a:extLst>
          </p:cNvPr>
          <p:cNvCxnSpPr>
            <a:cxnSpLocks/>
          </p:cNvCxnSpPr>
          <p:nvPr/>
        </p:nvCxnSpPr>
        <p:spPr>
          <a:xfrm>
            <a:off x="2018290" y="1572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/>
              <p:nvPr/>
            </p:nvSpPr>
            <p:spPr>
              <a:xfrm>
                <a:off x="3007816" y="1434317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816" y="1434317"/>
                <a:ext cx="200376" cy="307777"/>
              </a:xfrm>
              <a:prstGeom prst="rect">
                <a:avLst/>
              </a:prstGeom>
              <a:blipFill>
                <a:blip r:embed="rId10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3019187" y="761807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9D98D8D-4459-5C8C-165F-26A6EC38C04C}"/>
              </a:ext>
            </a:extLst>
          </p:cNvPr>
          <p:cNvGrpSpPr/>
          <p:nvPr/>
        </p:nvGrpSpPr>
        <p:grpSpPr>
          <a:xfrm>
            <a:off x="4540137" y="747527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EB98AC11-5086-3453-1905-07328B0EB77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03E502C-9161-C6F5-F1B7-26FA2B73D9B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D2CDD5C-482F-BEB5-6942-3330D205E685}"/>
              </a:ext>
            </a:extLst>
          </p:cNvPr>
          <p:cNvCxnSpPr>
            <a:cxnSpLocks/>
          </p:cNvCxnSpPr>
          <p:nvPr/>
        </p:nvCxnSpPr>
        <p:spPr>
          <a:xfrm>
            <a:off x="8431968" y="15724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03BACD4-4885-9F91-1EA9-A5D51ED1C18F}"/>
              </a:ext>
            </a:extLst>
          </p:cNvPr>
          <p:cNvCxnSpPr/>
          <p:nvPr/>
        </p:nvCxnSpPr>
        <p:spPr>
          <a:xfrm>
            <a:off x="9203818" y="15724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1995CD84-A00C-C150-993D-48A196CA4D0E}"/>
              </a:ext>
            </a:extLst>
          </p:cNvPr>
          <p:cNvCxnSpPr>
            <a:cxnSpLocks/>
          </p:cNvCxnSpPr>
          <p:nvPr/>
        </p:nvCxnSpPr>
        <p:spPr>
          <a:xfrm flipV="1">
            <a:off x="843484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7A7A1F3-247B-9044-7D71-A59DAFC77948}"/>
              </a:ext>
            </a:extLst>
          </p:cNvPr>
          <p:cNvCxnSpPr>
            <a:cxnSpLocks/>
          </p:cNvCxnSpPr>
          <p:nvPr/>
        </p:nvCxnSpPr>
        <p:spPr>
          <a:xfrm flipV="1">
            <a:off x="920595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/>
              <p:nvPr/>
            </p:nvSpPr>
            <p:spPr>
              <a:xfrm>
                <a:off x="8404863" y="1435663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35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863" y="1435663"/>
                <a:ext cx="343043" cy="307777"/>
              </a:xfrm>
              <a:prstGeom prst="rect">
                <a:avLst/>
              </a:prstGeom>
              <a:blipFill>
                <a:blip r:embed="rId11"/>
                <a:stretch>
                  <a:fillRect l="-17857" r="-17857" b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/>
              <p:nvPr/>
            </p:nvSpPr>
            <p:spPr>
              <a:xfrm>
                <a:off x="9167839" y="1435663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839" y="1435663"/>
                <a:ext cx="343043" cy="307777"/>
              </a:xfrm>
              <a:prstGeom prst="rect">
                <a:avLst/>
              </a:prstGeom>
              <a:blipFill>
                <a:blip r:embed="rId12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8FB04C3-EC74-5EA2-C54F-70B063F7BC09}"/>
              </a:ext>
            </a:extLst>
          </p:cNvPr>
          <p:cNvCxnSpPr/>
          <p:nvPr/>
        </p:nvCxnSpPr>
        <p:spPr>
          <a:xfrm>
            <a:off x="9922030" y="166578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C9CA49-8AFA-4F0A-3AE4-F3F6C7A4C6B3}"/>
              </a:ext>
            </a:extLst>
          </p:cNvPr>
          <p:cNvSpPr txBox="1"/>
          <p:nvPr/>
        </p:nvSpPr>
        <p:spPr>
          <a:xfrm>
            <a:off x="2187514" y="314173"/>
            <a:ext cx="1176028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 dirty="0"/>
              <a:t>Jobs </a:t>
            </a:r>
            <a:r>
              <a:rPr lang="en-US" sz="1500" b="1" dirty="0"/>
              <a:t>Release</a:t>
            </a:r>
            <a:r>
              <a:rPr lang="en-RU" sz="1500" b="1" dirty="0"/>
              <a:t>    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1D3CBEB-33D7-C0D1-998E-91E411543172}"/>
              </a:ext>
            </a:extLst>
          </p:cNvPr>
          <p:cNvCxnSpPr>
            <a:cxnSpLocks/>
          </p:cNvCxnSpPr>
          <p:nvPr/>
        </p:nvCxnSpPr>
        <p:spPr>
          <a:xfrm>
            <a:off x="9922563" y="14819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99FA927-C547-1E4D-975B-211E9E98AAE7}"/>
              </a:ext>
            </a:extLst>
          </p:cNvPr>
          <p:cNvCxnSpPr/>
          <p:nvPr/>
        </p:nvCxnSpPr>
        <p:spPr>
          <a:xfrm>
            <a:off x="10729630" y="14819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5988CBDD-D489-F03F-9F13-F115EECD08F7}"/>
              </a:ext>
            </a:extLst>
          </p:cNvPr>
          <p:cNvCxnSpPr>
            <a:cxnSpLocks/>
          </p:cNvCxnSpPr>
          <p:nvPr/>
        </p:nvCxnSpPr>
        <p:spPr>
          <a:xfrm>
            <a:off x="11369131" y="13886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/>
              <p:nvPr/>
            </p:nvSpPr>
            <p:spPr>
              <a:xfrm>
                <a:off x="11845466" y="1432157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5466" y="1432157"/>
                <a:ext cx="231602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/>
              <p:nvPr/>
            </p:nvSpPr>
            <p:spPr>
              <a:xfrm>
                <a:off x="9928299" y="143609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299" y="1436095"/>
                <a:ext cx="343043" cy="307777"/>
              </a:xfrm>
              <a:prstGeom prst="rect">
                <a:avLst/>
              </a:prstGeom>
              <a:blipFill>
                <a:blip r:embed="rId14"/>
                <a:stretch>
                  <a:fillRect l="-17857" r="-17857" b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/>
              <p:nvPr/>
            </p:nvSpPr>
            <p:spPr>
              <a:xfrm>
                <a:off x="10677211" y="140874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0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211" y="1408740"/>
                <a:ext cx="343043" cy="307777"/>
              </a:xfrm>
              <a:prstGeom prst="rect">
                <a:avLst/>
              </a:prstGeom>
              <a:blipFill>
                <a:blip r:embed="rId15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3021409" y="1053508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08D78A1B-E818-252F-2C77-CF994135FA77}"/>
              </a:ext>
            </a:extLst>
          </p:cNvPr>
          <p:cNvCxnSpPr>
            <a:cxnSpLocks/>
          </p:cNvCxnSpPr>
          <p:nvPr/>
        </p:nvCxnSpPr>
        <p:spPr>
          <a:xfrm flipH="1" flipV="1">
            <a:off x="9205124" y="1064009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F9EEC0D3-59B0-89A5-92DF-3DE3163A6154}"/>
              </a:ext>
            </a:extLst>
          </p:cNvPr>
          <p:cNvCxnSpPr>
            <a:cxnSpLocks/>
          </p:cNvCxnSpPr>
          <p:nvPr/>
        </p:nvCxnSpPr>
        <p:spPr>
          <a:xfrm>
            <a:off x="193964" y="3722311"/>
            <a:ext cx="11175167" cy="4551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577">
            <a:extLst>
              <a:ext uri="{FF2B5EF4-FFF2-40B4-BE49-F238E27FC236}">
                <a16:creationId xmlns:a16="http://schemas.microsoft.com/office/drawing/2014/main" id="{EBFB2617-5E02-E270-ED62-E617FDC100B1}"/>
              </a:ext>
            </a:extLst>
          </p:cNvPr>
          <p:cNvCxnSpPr>
            <a:cxnSpLocks/>
            <a:endCxn id="607" idx="2"/>
          </p:cNvCxnSpPr>
          <p:nvPr/>
        </p:nvCxnSpPr>
        <p:spPr>
          <a:xfrm flipH="1">
            <a:off x="3019187" y="2244965"/>
            <a:ext cx="1393" cy="1571411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Connector 579">
            <a:extLst>
              <a:ext uri="{FF2B5EF4-FFF2-40B4-BE49-F238E27FC236}">
                <a16:creationId xmlns:a16="http://schemas.microsoft.com/office/drawing/2014/main" id="{6D2AB69C-C593-ABE3-6B63-4985318AC488}"/>
              </a:ext>
            </a:extLst>
          </p:cNvPr>
          <p:cNvCxnSpPr>
            <a:cxnSpLocks/>
          </p:cNvCxnSpPr>
          <p:nvPr/>
        </p:nvCxnSpPr>
        <p:spPr>
          <a:xfrm>
            <a:off x="2040619" y="25415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B41EF9A9-6CF5-A506-1DFD-3C3C25C1A2C5}"/>
              </a:ext>
            </a:extLst>
          </p:cNvPr>
          <p:cNvCxnSpPr>
            <a:cxnSpLocks/>
          </p:cNvCxnSpPr>
          <p:nvPr/>
        </p:nvCxnSpPr>
        <p:spPr>
          <a:xfrm>
            <a:off x="180109" y="2837041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6E2F6E19-B8C2-C905-B6FC-1A53C581617A}"/>
              </a:ext>
            </a:extLst>
          </p:cNvPr>
          <p:cNvCxnSpPr>
            <a:cxnSpLocks/>
          </p:cNvCxnSpPr>
          <p:nvPr/>
        </p:nvCxnSpPr>
        <p:spPr>
          <a:xfrm>
            <a:off x="166255" y="3130115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5FD68F11-2D83-2828-AF61-EF670331ED2A}"/>
              </a:ext>
            </a:extLst>
          </p:cNvPr>
          <p:cNvCxnSpPr>
            <a:cxnSpLocks/>
          </p:cNvCxnSpPr>
          <p:nvPr/>
        </p:nvCxnSpPr>
        <p:spPr>
          <a:xfrm>
            <a:off x="207818" y="3433239"/>
            <a:ext cx="11225923" cy="6417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7A165026-D3C0-2909-0CA6-28A44F22FB97}"/>
              </a:ext>
            </a:extLst>
          </p:cNvPr>
          <p:cNvCxnSpPr>
            <a:cxnSpLocks/>
          </p:cNvCxnSpPr>
          <p:nvPr/>
        </p:nvCxnSpPr>
        <p:spPr>
          <a:xfrm flipH="1">
            <a:off x="2364751" y="2251066"/>
            <a:ext cx="13731" cy="1516755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88EF67AF-125A-83C3-492F-F699005E4614}"/>
              </a:ext>
            </a:extLst>
          </p:cNvPr>
          <p:cNvCxnSpPr>
            <a:cxnSpLocks/>
          </p:cNvCxnSpPr>
          <p:nvPr/>
        </p:nvCxnSpPr>
        <p:spPr>
          <a:xfrm>
            <a:off x="3800863" y="2251065"/>
            <a:ext cx="0" cy="1471246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42DBEB0D-08B8-01B3-6D9D-CDD2A4DD576E}"/>
              </a:ext>
            </a:extLst>
          </p:cNvPr>
          <p:cNvCxnSpPr>
            <a:cxnSpLocks/>
          </p:cNvCxnSpPr>
          <p:nvPr/>
        </p:nvCxnSpPr>
        <p:spPr>
          <a:xfrm flipH="1">
            <a:off x="4566036" y="2251065"/>
            <a:ext cx="3805" cy="1162933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2644D783-ED6A-F889-4939-DCCA14BA07F7}"/>
              </a:ext>
            </a:extLst>
          </p:cNvPr>
          <p:cNvCxnSpPr>
            <a:cxnSpLocks/>
          </p:cNvCxnSpPr>
          <p:nvPr/>
        </p:nvCxnSpPr>
        <p:spPr>
          <a:xfrm>
            <a:off x="5354840" y="2251065"/>
            <a:ext cx="0" cy="140653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A0CEA8E7-6C5D-1609-3F97-0F4C9FFFA22F}"/>
              </a:ext>
            </a:extLst>
          </p:cNvPr>
          <p:cNvCxnSpPr>
            <a:cxnSpLocks/>
          </p:cNvCxnSpPr>
          <p:nvPr/>
        </p:nvCxnSpPr>
        <p:spPr>
          <a:xfrm>
            <a:off x="6107604" y="2251065"/>
            <a:ext cx="0" cy="140653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A2D2F7D3-FF0F-00DD-EBAD-A97C1E806E9D}"/>
              </a:ext>
            </a:extLst>
          </p:cNvPr>
          <p:cNvCxnSpPr>
            <a:cxnSpLocks/>
          </p:cNvCxnSpPr>
          <p:nvPr/>
        </p:nvCxnSpPr>
        <p:spPr>
          <a:xfrm>
            <a:off x="6888266" y="2251065"/>
            <a:ext cx="0" cy="1188591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00D75D8F-BBFC-D6D2-F09F-69F2812915C4}"/>
              </a:ext>
            </a:extLst>
          </p:cNvPr>
          <p:cNvCxnSpPr>
            <a:cxnSpLocks/>
          </p:cNvCxnSpPr>
          <p:nvPr/>
        </p:nvCxnSpPr>
        <p:spPr>
          <a:xfrm>
            <a:off x="7660116" y="2251066"/>
            <a:ext cx="0" cy="118859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59C31E1E-41ED-2029-1B7C-61F92EDAA59D}"/>
              </a:ext>
            </a:extLst>
          </p:cNvPr>
          <p:cNvCxnSpPr/>
          <p:nvPr/>
        </p:nvCxnSpPr>
        <p:spPr>
          <a:xfrm flipV="1">
            <a:off x="3802319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CAAB618F-EE4D-E7B6-E380-98CE6E269B2B}"/>
              </a:ext>
            </a:extLst>
          </p:cNvPr>
          <p:cNvCxnSpPr>
            <a:cxnSpLocks/>
          </p:cNvCxnSpPr>
          <p:nvPr/>
        </p:nvCxnSpPr>
        <p:spPr>
          <a:xfrm flipV="1">
            <a:off x="5350381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66D2AC5E-39C4-7D88-3DD1-A4E54DE9E2B3}"/>
              </a:ext>
            </a:extLst>
          </p:cNvPr>
          <p:cNvCxnSpPr>
            <a:cxnSpLocks/>
          </p:cNvCxnSpPr>
          <p:nvPr/>
        </p:nvCxnSpPr>
        <p:spPr>
          <a:xfrm flipV="1">
            <a:off x="4575850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FBACDEB0-9F48-8176-AE77-A96E218C9D98}"/>
              </a:ext>
            </a:extLst>
          </p:cNvPr>
          <p:cNvCxnSpPr>
            <a:cxnSpLocks/>
          </p:cNvCxnSpPr>
          <p:nvPr/>
        </p:nvCxnSpPr>
        <p:spPr>
          <a:xfrm flipV="1">
            <a:off x="6121769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ADA03DE8-7CFB-AA21-4B67-175C588F1B02}"/>
              </a:ext>
            </a:extLst>
          </p:cNvPr>
          <p:cNvCxnSpPr>
            <a:cxnSpLocks/>
          </p:cNvCxnSpPr>
          <p:nvPr/>
        </p:nvCxnSpPr>
        <p:spPr>
          <a:xfrm flipV="1">
            <a:off x="6891276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DE97D22D-9A2F-FE93-F40D-B45A71E2800A}"/>
              </a:ext>
            </a:extLst>
          </p:cNvPr>
          <p:cNvCxnSpPr>
            <a:cxnSpLocks/>
          </p:cNvCxnSpPr>
          <p:nvPr/>
        </p:nvCxnSpPr>
        <p:spPr>
          <a:xfrm flipV="1">
            <a:off x="7662386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/>
              <p:nvPr/>
            </p:nvSpPr>
            <p:spPr>
              <a:xfrm>
                <a:off x="1130369" y="2838790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369" y="2838790"/>
                <a:ext cx="1198533" cy="257186"/>
              </a:xfrm>
              <a:prstGeom prst="rect">
                <a:avLst/>
              </a:prstGeom>
              <a:blipFill>
                <a:blip r:embed="rId16"/>
                <a:stretch>
                  <a:fillRect l="-1523" b="-26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/>
              <p:nvPr/>
            </p:nvSpPr>
            <p:spPr>
              <a:xfrm>
                <a:off x="1137116" y="3142224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10,2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116" y="3142224"/>
                <a:ext cx="1198533" cy="257186"/>
              </a:xfrm>
              <a:prstGeom prst="rect">
                <a:avLst/>
              </a:prstGeom>
              <a:blipFill>
                <a:blip r:embed="rId17"/>
                <a:stretch>
                  <a:fillRect l="-2041" b="-25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/>
              <p:nvPr/>
            </p:nvSpPr>
            <p:spPr>
              <a:xfrm>
                <a:off x="3681245" y="3508599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245" y="3508599"/>
                <a:ext cx="200375" cy="307777"/>
              </a:xfrm>
              <a:prstGeom prst="rect">
                <a:avLst/>
              </a:prstGeom>
              <a:blipFill>
                <a:blip r:embed="rId18"/>
                <a:stretch>
                  <a:fillRect l="-30303" r="-30303" b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/>
              <p:nvPr/>
            </p:nvSpPr>
            <p:spPr>
              <a:xfrm>
                <a:off x="4455165" y="349657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5" y="3496570"/>
                <a:ext cx="343043" cy="307777"/>
              </a:xfrm>
              <a:prstGeom prst="rect">
                <a:avLst/>
              </a:prstGeom>
              <a:blipFill>
                <a:blip r:embed="rId19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/>
              <p:nvPr/>
            </p:nvSpPr>
            <p:spPr>
              <a:xfrm>
                <a:off x="5216521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521" y="3508599"/>
                <a:ext cx="343043" cy="307777"/>
              </a:xfrm>
              <a:prstGeom prst="rect">
                <a:avLst/>
              </a:prstGeom>
              <a:blipFill>
                <a:blip r:embed="rId20"/>
                <a:stretch>
                  <a:fillRect l="-17857" r="-17857" b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/>
              <p:nvPr/>
            </p:nvSpPr>
            <p:spPr>
              <a:xfrm>
                <a:off x="5999809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809" y="3508599"/>
                <a:ext cx="343043" cy="307777"/>
              </a:xfrm>
              <a:prstGeom prst="rect">
                <a:avLst/>
              </a:prstGeom>
              <a:blipFill>
                <a:blip r:embed="rId21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/>
              <p:nvPr/>
            </p:nvSpPr>
            <p:spPr>
              <a:xfrm>
                <a:off x="6858076" y="349759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76" y="3497595"/>
                <a:ext cx="343043" cy="307777"/>
              </a:xfrm>
              <a:prstGeom prst="rect">
                <a:avLst/>
              </a:prstGeom>
              <a:blipFill>
                <a:blip r:embed="rId22"/>
                <a:stretch>
                  <a:fillRect l="-17857" r="-17857" b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/>
              <p:nvPr/>
            </p:nvSpPr>
            <p:spPr>
              <a:xfrm>
                <a:off x="7535450" y="35085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450" y="3508599"/>
                <a:ext cx="343043" cy="307777"/>
              </a:xfrm>
              <a:prstGeom prst="rect">
                <a:avLst/>
              </a:prstGeom>
              <a:blipFill>
                <a:blip r:embed="rId23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FA63E957-FD30-5964-4068-9F468D6C450D}"/>
              </a:ext>
            </a:extLst>
          </p:cNvPr>
          <p:cNvCxnSpPr>
            <a:cxnSpLocks/>
          </p:cNvCxnSpPr>
          <p:nvPr/>
        </p:nvCxnSpPr>
        <p:spPr>
          <a:xfrm>
            <a:off x="2018290" y="2241735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/>
              <p:nvPr/>
            </p:nvSpPr>
            <p:spPr>
              <a:xfrm>
                <a:off x="2918999" y="3508599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999" y="3508599"/>
                <a:ext cx="200376" cy="307777"/>
              </a:xfrm>
              <a:prstGeom prst="rect">
                <a:avLst/>
              </a:prstGeom>
              <a:blipFill>
                <a:blip r:embed="rId25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7C3A79DB-D818-762B-A64E-892F1C294C91}"/>
              </a:ext>
            </a:extLst>
          </p:cNvPr>
          <p:cNvCxnSpPr>
            <a:cxnSpLocks/>
          </p:cNvCxnSpPr>
          <p:nvPr/>
        </p:nvCxnSpPr>
        <p:spPr>
          <a:xfrm>
            <a:off x="8431968" y="2241734"/>
            <a:ext cx="0" cy="118302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56EB2A09-1FB8-545F-8E3E-D6DB77C6AEFF}"/>
              </a:ext>
            </a:extLst>
          </p:cNvPr>
          <p:cNvCxnSpPr>
            <a:cxnSpLocks/>
          </p:cNvCxnSpPr>
          <p:nvPr/>
        </p:nvCxnSpPr>
        <p:spPr>
          <a:xfrm>
            <a:off x="9203818" y="2241735"/>
            <a:ext cx="0" cy="141586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3B835F54-5561-203A-0BE2-FEAE5DB9379E}"/>
              </a:ext>
            </a:extLst>
          </p:cNvPr>
          <p:cNvCxnSpPr>
            <a:cxnSpLocks/>
          </p:cNvCxnSpPr>
          <p:nvPr/>
        </p:nvCxnSpPr>
        <p:spPr>
          <a:xfrm flipV="1">
            <a:off x="8434848" y="37284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8B11326A-A5D6-6AEF-80C0-B29B830C2941}"/>
              </a:ext>
            </a:extLst>
          </p:cNvPr>
          <p:cNvCxnSpPr>
            <a:cxnSpLocks/>
          </p:cNvCxnSpPr>
          <p:nvPr/>
        </p:nvCxnSpPr>
        <p:spPr>
          <a:xfrm flipV="1">
            <a:off x="9205958" y="37284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/>
              <p:nvPr/>
            </p:nvSpPr>
            <p:spPr>
              <a:xfrm>
                <a:off x="8316046" y="350994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35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046" y="3509945"/>
                <a:ext cx="343043" cy="307777"/>
              </a:xfrm>
              <a:prstGeom prst="rect">
                <a:avLst/>
              </a:prstGeom>
              <a:blipFill>
                <a:blip r:embed="rId26"/>
                <a:stretch>
                  <a:fillRect l="-17857" r="-17857" b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/>
              <p:nvPr/>
            </p:nvSpPr>
            <p:spPr>
              <a:xfrm>
                <a:off x="9079022" y="350994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022" y="3509945"/>
                <a:ext cx="343043" cy="307777"/>
              </a:xfrm>
              <a:prstGeom prst="rect">
                <a:avLst/>
              </a:prstGeom>
              <a:blipFill>
                <a:blip r:embed="rId27"/>
                <a:stretch>
                  <a:fillRect l="-15789" r="-15789" b="-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7" name="Straight Arrow Connector 616">
            <a:extLst>
              <a:ext uri="{FF2B5EF4-FFF2-40B4-BE49-F238E27FC236}">
                <a16:creationId xmlns:a16="http://schemas.microsoft.com/office/drawing/2014/main" id="{C9462C9F-DDE2-C2EB-45BE-98CF04EB9828}"/>
              </a:ext>
            </a:extLst>
          </p:cNvPr>
          <p:cNvCxnSpPr>
            <a:cxnSpLocks/>
          </p:cNvCxnSpPr>
          <p:nvPr/>
        </p:nvCxnSpPr>
        <p:spPr>
          <a:xfrm>
            <a:off x="2980016" y="3441988"/>
            <a:ext cx="8979091" cy="4756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TextBox 618">
            <a:extLst>
              <a:ext uri="{FF2B5EF4-FFF2-40B4-BE49-F238E27FC236}">
                <a16:creationId xmlns:a16="http://schemas.microsoft.com/office/drawing/2014/main" id="{3737D566-4052-769C-D61E-D4C7A0C24DCB}"/>
              </a:ext>
            </a:extLst>
          </p:cNvPr>
          <p:cNvSpPr txBox="1"/>
          <p:nvPr/>
        </p:nvSpPr>
        <p:spPr>
          <a:xfrm>
            <a:off x="2187514" y="2481786"/>
            <a:ext cx="2135585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500" b="1" dirty="0"/>
              <a:t>Release Handling Scenario</a:t>
            </a:r>
            <a:endParaRPr lang="en-RU" sz="1500" b="1" dirty="0"/>
          </a:p>
        </p:txBody>
      </p: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F14D5B1B-B15A-99A3-3B90-5363A6EEF663}"/>
              </a:ext>
            </a:extLst>
          </p:cNvPr>
          <p:cNvCxnSpPr>
            <a:cxnSpLocks/>
          </p:cNvCxnSpPr>
          <p:nvPr/>
        </p:nvCxnSpPr>
        <p:spPr>
          <a:xfrm>
            <a:off x="9920765" y="2305519"/>
            <a:ext cx="0" cy="1192076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3F919D09-1BAC-3C93-03C4-CD47F2358769}"/>
              </a:ext>
            </a:extLst>
          </p:cNvPr>
          <p:cNvCxnSpPr>
            <a:cxnSpLocks/>
            <a:endCxn id="625" idx="1"/>
          </p:cNvCxnSpPr>
          <p:nvPr/>
        </p:nvCxnSpPr>
        <p:spPr>
          <a:xfrm>
            <a:off x="10729630" y="2232686"/>
            <a:ext cx="0" cy="1428618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4D3C4371-D1E7-F652-4EB4-62D016553E25}"/>
              </a:ext>
            </a:extLst>
          </p:cNvPr>
          <p:cNvCxnSpPr>
            <a:cxnSpLocks/>
          </p:cNvCxnSpPr>
          <p:nvPr/>
        </p:nvCxnSpPr>
        <p:spPr>
          <a:xfrm>
            <a:off x="11369131" y="2223354"/>
            <a:ext cx="0" cy="154446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/>
              <p:nvPr/>
            </p:nvSpPr>
            <p:spPr>
              <a:xfrm>
                <a:off x="11766434" y="3552377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6434" y="3552377"/>
                <a:ext cx="231602" cy="43088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/>
              <p:nvPr/>
            </p:nvSpPr>
            <p:spPr>
              <a:xfrm>
                <a:off x="9917686" y="351037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686" y="3510377"/>
                <a:ext cx="343043" cy="307777"/>
              </a:xfrm>
              <a:prstGeom prst="rect">
                <a:avLst/>
              </a:prstGeom>
              <a:blipFill>
                <a:blip r:embed="rId29"/>
                <a:stretch>
                  <a:fillRect l="-17857" r="-17857" b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/>
              <p:nvPr/>
            </p:nvSpPr>
            <p:spPr>
              <a:xfrm>
                <a:off x="10729630" y="3507415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0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9630" y="3507415"/>
                <a:ext cx="343043" cy="307777"/>
              </a:xfrm>
              <a:prstGeom prst="rect">
                <a:avLst/>
              </a:prstGeom>
              <a:blipFill>
                <a:blip r:embed="rId30"/>
                <a:stretch>
                  <a:fillRect l="-17857" r="-17857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/>
              <p:nvPr/>
            </p:nvSpPr>
            <p:spPr>
              <a:xfrm>
                <a:off x="3044817" y="755072"/>
                <a:ext cx="171457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817" y="755072"/>
                <a:ext cx="171457" cy="155299"/>
              </a:xfrm>
              <a:prstGeom prst="rect">
                <a:avLst/>
              </a:prstGeom>
              <a:blipFill>
                <a:blip r:embed="rId31"/>
                <a:stretch>
                  <a:fillRect l="-17241" t="-4000" r="-3448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/>
              <p:nvPr/>
            </p:nvSpPr>
            <p:spPr>
              <a:xfrm>
                <a:off x="3049441" y="1050636"/>
                <a:ext cx="171457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441" y="1050636"/>
                <a:ext cx="171457" cy="155620"/>
              </a:xfrm>
              <a:prstGeom prst="rect">
                <a:avLst/>
              </a:prstGeom>
              <a:blipFill>
                <a:blip r:embed="rId32"/>
                <a:stretch>
                  <a:fillRect l="-17857" r="-7143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9261144" y="1052044"/>
                <a:ext cx="174214" cy="159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144" y="1052044"/>
                <a:ext cx="174214" cy="159083"/>
              </a:xfrm>
              <a:prstGeom prst="rect">
                <a:avLst/>
              </a:prstGeom>
              <a:blipFill>
                <a:blip r:embed="rId38"/>
                <a:stretch>
                  <a:fillRect l="-17241" t="-3846" r="-6897" b="-192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10774150" y="752342"/>
                <a:ext cx="174214" cy="156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4150" y="752342"/>
                <a:ext cx="174214" cy="156389"/>
              </a:xfrm>
              <a:prstGeom prst="rect">
                <a:avLst/>
              </a:prstGeom>
              <a:blipFill>
                <a:blip r:embed="rId39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4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10734425" y="740228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616">
            <a:extLst>
              <a:ext uri="{FF2B5EF4-FFF2-40B4-BE49-F238E27FC236}">
                <a16:creationId xmlns:a16="http://schemas.microsoft.com/office/drawing/2014/main" id="{04CFE8CC-9303-7F73-2161-8DC213D53132}"/>
              </a:ext>
            </a:extLst>
          </p:cNvPr>
          <p:cNvCxnSpPr>
            <a:cxnSpLocks/>
          </p:cNvCxnSpPr>
          <p:nvPr/>
        </p:nvCxnSpPr>
        <p:spPr>
          <a:xfrm>
            <a:off x="3019187" y="1348081"/>
            <a:ext cx="8979091" cy="4756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339314" y="261164"/>
                <a:ext cx="1588384" cy="277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U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RU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RU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14" y="261164"/>
                <a:ext cx="1588384" cy="277961"/>
              </a:xfrm>
              <a:prstGeom prst="rect">
                <a:avLst/>
              </a:prstGeom>
              <a:blipFill>
                <a:blip r:embed="rId40"/>
                <a:stretch>
                  <a:fillRect l="-1538" b="-2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9324971" y="195751"/>
                <a:ext cx="1279325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𝑐h𝑢𝑛𝑘𝑒𝑑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𝐷𝐹</m:t>
                      </m:r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4971" y="195751"/>
                <a:ext cx="1279325" cy="246221"/>
              </a:xfrm>
              <a:prstGeom prst="rect">
                <a:avLst/>
              </a:prstGeom>
              <a:blipFill>
                <a:blip r:embed="rId41"/>
                <a:stretch>
                  <a:fillRect l="-3333" r="-1905" b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018120" y="3143487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44" name="Straight Connector 310">
            <a:extLst>
              <a:ext uri="{FF2B5EF4-FFF2-40B4-BE49-F238E27FC236}">
                <a16:creationId xmlns:a16="http://schemas.microsoft.com/office/drawing/2014/main" id="{08D78A1B-E818-252F-2C77-CF994135FA77}"/>
              </a:ext>
            </a:extLst>
          </p:cNvPr>
          <p:cNvCxnSpPr>
            <a:cxnSpLocks/>
          </p:cNvCxnSpPr>
          <p:nvPr/>
        </p:nvCxnSpPr>
        <p:spPr>
          <a:xfrm flipH="1" flipV="1">
            <a:off x="6103249" y="1053508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6156354" y="1054222"/>
                <a:ext cx="174214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354" y="1054222"/>
                <a:ext cx="174214" cy="155940"/>
              </a:xfrm>
              <a:prstGeom prst="rect">
                <a:avLst/>
              </a:prstGeom>
              <a:blipFill>
                <a:blip r:embed="rId42"/>
                <a:stretch>
                  <a:fillRect l="-21429" t="-3846" r="-7143"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1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3021409" y="3138893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012193" y="2845444"/>
            <a:ext cx="1558858" cy="289752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92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3015652" y="2844547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6113308" y="2831095"/>
            <a:ext cx="1558858" cy="289752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17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170520" y="3145490"/>
            <a:ext cx="154548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18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333087" y="3146229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20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485487" y="3148232"/>
            <a:ext cx="146886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21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638140" y="3146608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22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790539" y="3141331"/>
            <a:ext cx="149426" cy="291016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23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947091" y="3143334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25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4099491" y="3145337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27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4260755" y="3145337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28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4423945" y="3139259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99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>
            <a:off x="4569284" y="3132404"/>
            <a:ext cx="7447" cy="314834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3730574" y="3209836"/>
                <a:ext cx="138115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574" y="3209836"/>
                <a:ext cx="138115" cy="155620"/>
              </a:xfrm>
              <a:prstGeom prst="rect">
                <a:avLst/>
              </a:prstGeom>
              <a:blipFill>
                <a:blip r:embed="rId43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9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4578809" y="2834145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0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4731209" y="2836148"/>
            <a:ext cx="154548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1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4893776" y="2830871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2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5046176" y="2832874"/>
            <a:ext cx="146886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3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5198829" y="2831250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4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5351228" y="2831989"/>
            <a:ext cx="149426" cy="291016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5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5507780" y="2833992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6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5660180" y="2835995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7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5821444" y="2835995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8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5984634" y="2835933"/>
            <a:ext cx="13200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5294576" y="2906359"/>
                <a:ext cx="138115" cy="1552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ru-RU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576" y="2906359"/>
                <a:ext cx="138115" cy="155299"/>
              </a:xfrm>
              <a:prstGeom prst="rect">
                <a:avLst/>
              </a:prstGeom>
              <a:blipFill>
                <a:blip r:embed="rId44"/>
                <a:stretch>
                  <a:fillRect l="-36364" t="-4000" r="-9091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6092112" y="3128908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0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6244512" y="3124895"/>
            <a:ext cx="154548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1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6407079" y="3125634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2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6559479" y="3127637"/>
            <a:ext cx="146886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3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6712132" y="3126013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4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6864531" y="3126752"/>
            <a:ext cx="149426" cy="291016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5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7021083" y="3128755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6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7173483" y="3124742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7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7334747" y="3124742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8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7497937" y="3124680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01" name="Straight Connector 36">
            <a:extLst>
              <a:ext uri="{FF2B5EF4-FFF2-40B4-BE49-F238E27FC236}">
                <a16:creationId xmlns:a16="http://schemas.microsoft.com/office/drawing/2014/main" id="{C2A2BFF7-883F-BC7A-DFD7-AFEF2FCE255D}"/>
              </a:ext>
            </a:extLst>
          </p:cNvPr>
          <p:cNvCxnSpPr/>
          <p:nvPr/>
        </p:nvCxnSpPr>
        <p:spPr>
          <a:xfrm>
            <a:off x="6106029" y="2712618"/>
            <a:ext cx="1" cy="734620"/>
          </a:xfrm>
          <a:prstGeom prst="line">
            <a:avLst/>
          </a:prstGeom>
          <a:ln w="38100" cmpd="sng">
            <a:solidFill>
              <a:schemeClr val="accent5">
                <a:lumMod val="75000"/>
              </a:schemeClr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6839759" y="3207200"/>
                <a:ext cx="140872" cy="15594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759" y="3207200"/>
                <a:ext cx="140872" cy="155940"/>
              </a:xfrm>
              <a:prstGeom prst="rect">
                <a:avLst/>
              </a:prstGeom>
              <a:blipFill>
                <a:blip r:embed="rId45"/>
                <a:stretch>
                  <a:fillRect l="-30435" t="-3846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7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>
            <a:off x="7645416" y="3121613"/>
            <a:ext cx="7447" cy="314834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6115447" y="3147859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7656074" y="2841416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0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7808474" y="2837403"/>
            <a:ext cx="154548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1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7971041" y="2838142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2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8123441" y="2840145"/>
            <a:ext cx="146886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3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8276094" y="2838521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4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8428493" y="2839260"/>
            <a:ext cx="149426" cy="291016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5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8585045" y="2841263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7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8737445" y="2837250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8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8898709" y="2837250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9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9061899" y="2837188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8389112" y="2888016"/>
                <a:ext cx="138115" cy="1552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ru-RU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112" y="2888016"/>
                <a:ext cx="138115" cy="155299"/>
              </a:xfrm>
              <a:prstGeom prst="rect">
                <a:avLst/>
              </a:prstGeom>
              <a:blipFill>
                <a:blip r:embed="rId46"/>
                <a:stretch>
                  <a:fillRect l="-30435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2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>
            <a:off x="9205216" y="2841140"/>
            <a:ext cx="7447" cy="314834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9193621" y="3131650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1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9346021" y="3133653"/>
            <a:ext cx="154548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2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9508588" y="3134392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3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9660988" y="3136395"/>
            <a:ext cx="146886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4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9813641" y="3134771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5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9966040" y="3135510"/>
            <a:ext cx="149426" cy="291016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6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10116576" y="3131497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7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10274992" y="3133500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8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10436256" y="3133500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9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10599446" y="3133438"/>
            <a:ext cx="16592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13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9218775" y="3143570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>
            <a:off x="10737859" y="3129822"/>
            <a:ext cx="7447" cy="314834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9896288" y="3203461"/>
                <a:ext cx="140872" cy="1567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6288" y="3203461"/>
                <a:ext cx="140872" cy="156710"/>
              </a:xfrm>
              <a:prstGeom prst="rect">
                <a:avLst/>
              </a:prstGeom>
              <a:blipFill>
                <a:blip r:embed="rId47"/>
                <a:stretch>
                  <a:fillRect l="-29167" t="-4000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4189171" y="5817934"/>
            <a:ext cx="154548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91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1272240" y="5817934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2" name="TextBox 39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1379216" y="5859168"/>
                <a:ext cx="80829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𝐽𝑜𝑏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𝑟𝑒𝑙𝑒𝑎𝑠𝑒</m:t>
                      </m:r>
                    </m:oMath>
                  </m:oMathPara>
                </a14:m>
                <a:endParaRPr lang="en-RU" sz="1200" i="1" dirty="0"/>
              </a:p>
            </p:txBody>
          </p:sp>
        </mc:Choice>
        <mc:Fallback xmlns="">
          <p:sp>
            <p:nvSpPr>
              <p:cNvPr id="392" name="TextBox 39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216" y="5859168"/>
                <a:ext cx="808298" cy="184666"/>
              </a:xfrm>
              <a:prstGeom prst="rect">
                <a:avLst/>
              </a:prstGeom>
              <a:blipFill>
                <a:blip r:embed="rId48"/>
                <a:stretch>
                  <a:fillRect l="-6015" t="-3333" r="-3759" b="-3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3" name="Straight Connector 36">
            <a:extLst>
              <a:ext uri="{FF2B5EF4-FFF2-40B4-BE49-F238E27FC236}">
                <a16:creationId xmlns:a16="http://schemas.microsoft.com/office/drawing/2014/main" id="{C2A2BFF7-883F-BC7A-DFD7-AFEF2FCE255D}"/>
              </a:ext>
            </a:extLst>
          </p:cNvPr>
          <p:cNvCxnSpPr/>
          <p:nvPr/>
        </p:nvCxnSpPr>
        <p:spPr>
          <a:xfrm>
            <a:off x="2847476" y="5817934"/>
            <a:ext cx="4008" cy="367310"/>
          </a:xfrm>
          <a:prstGeom prst="line">
            <a:avLst/>
          </a:prstGeom>
          <a:ln w="28575" cmpd="sng">
            <a:solidFill>
              <a:schemeClr val="accent5">
                <a:lumMod val="75000"/>
              </a:schemeClr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2993807" y="5859168"/>
                <a:ext cx="8554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𝑃𝑟𝑒𝑒𝑚𝑝𝑡𝑖𝑜𝑛</m:t>
                      </m:r>
                    </m:oMath>
                  </m:oMathPara>
                </a14:m>
                <a:endParaRPr lang="en-RU" sz="1200" i="1" dirty="0"/>
              </a:p>
            </p:txBody>
          </p:sp>
        </mc:Choice>
        <mc:Fallback xmlns=""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807" y="5859168"/>
                <a:ext cx="855427" cy="184666"/>
              </a:xfrm>
              <a:prstGeom prst="rect">
                <a:avLst/>
              </a:prstGeom>
              <a:blipFill>
                <a:blip r:embed="rId49"/>
                <a:stretch>
                  <a:fillRect l="-5714" r="-5000" b="-3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4492284" y="5866196"/>
                <a:ext cx="59599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𝐶h𝑢𝑛𝑘</m:t>
                      </m:r>
                    </m:oMath>
                  </m:oMathPara>
                </a14:m>
                <a:endParaRPr lang="en-RU" sz="1200" i="1" dirty="0"/>
              </a:p>
            </p:txBody>
          </p:sp>
        </mc:Choice>
        <mc:Fallback xmlns=""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284" y="5866196"/>
                <a:ext cx="595997" cy="184666"/>
              </a:xfrm>
              <a:prstGeom prst="rect">
                <a:avLst/>
              </a:prstGeom>
              <a:blipFill>
                <a:blip r:embed="rId50"/>
                <a:stretch>
                  <a:fillRect l="-6122" r="-5102" b="-64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937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B3083CB-1115-AB7E-006C-90B205ADC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2922523"/>
                  </p:ext>
                </p:extLst>
              </p:nvPr>
            </p:nvGraphicFramePr>
            <p:xfrm>
              <a:off x="900167" y="418878"/>
              <a:ext cx="3298854" cy="12640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9875">
                      <a:extLst>
                        <a:ext uri="{9D8B030D-6E8A-4147-A177-3AD203B41FA5}">
                          <a16:colId xmlns:a16="http://schemas.microsoft.com/office/drawing/2014/main" val="336978170"/>
                        </a:ext>
                      </a:extLst>
                    </a:gridCol>
                    <a:gridCol w="2658979">
                      <a:extLst>
                        <a:ext uri="{9D8B030D-6E8A-4147-A177-3AD203B41FA5}">
                          <a16:colId xmlns:a16="http://schemas.microsoft.com/office/drawing/2014/main" val="2067185088"/>
                        </a:ext>
                      </a:extLst>
                    </a:gridCol>
                  </a:tblGrid>
                  <a:tr h="270336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chemeClr val="tx1"/>
                              </a:solidFill>
                            </a:rPr>
                            <a:t>Optimization objectives, to</a:t>
                          </a:r>
                          <a:r>
                            <a:rPr lang="en-US" sz="1400" baseline="0" dirty="0" smtClean="0">
                              <a:solidFill>
                                <a:schemeClr val="tx1"/>
                              </a:solidFill>
                            </a:rPr>
                            <a:t> be minimized</a:t>
                          </a:r>
                          <a:r>
                            <a:rPr lang="en-US" sz="1400" dirty="0" smtClean="0">
                              <a:solidFill>
                                <a:schemeClr val="tx1"/>
                              </a:solidFill>
                            </a:rPr>
                            <a:t>: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46059549"/>
                      </a:ext>
                    </a:extLst>
                  </a:tr>
                  <a:tr h="3071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dm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aseline="0" dirty="0" smtClean="0"/>
                            <a:t>The number of deadline misses</a:t>
                          </a:r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29024742"/>
                      </a:ext>
                    </a:extLst>
                  </a:tr>
                  <a:tr h="27185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cs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aseline="0" dirty="0" smtClean="0"/>
                            <a:t>The number of context switches</a:t>
                          </a:r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811875"/>
                      </a:ext>
                    </a:extLst>
                  </a:tr>
                  <a:tr h="27185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The number of preemptions</a:t>
                          </a:r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9888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2922523"/>
                  </p:ext>
                </p:extLst>
              </p:nvPr>
            </p:nvGraphicFramePr>
            <p:xfrm>
              <a:off x="900167" y="418878"/>
              <a:ext cx="3298854" cy="12640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9875">
                      <a:extLst>
                        <a:ext uri="{9D8B030D-6E8A-4147-A177-3AD203B41FA5}">
                          <a16:colId xmlns:a16="http://schemas.microsoft.com/office/drawing/2014/main" val="336978170"/>
                        </a:ext>
                      </a:extLst>
                    </a:gridCol>
                    <a:gridCol w="2658979">
                      <a:extLst>
                        <a:ext uri="{9D8B030D-6E8A-4147-A177-3AD203B41FA5}">
                          <a16:colId xmlns:a16="http://schemas.microsoft.com/office/drawing/2014/main" val="2067185088"/>
                        </a:ext>
                      </a:extLst>
                    </a:gridCol>
                  </a:tblGrid>
                  <a:tr h="304800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chemeClr val="tx1"/>
                              </a:solidFill>
                            </a:rPr>
                            <a:t>Optimization objectives, to</a:t>
                          </a:r>
                          <a:r>
                            <a:rPr lang="en-US" sz="1400" baseline="0" dirty="0" smtClean="0">
                              <a:solidFill>
                                <a:schemeClr val="tx1"/>
                              </a:solidFill>
                            </a:rPr>
                            <a:t> be minimized</a:t>
                          </a:r>
                          <a:r>
                            <a:rPr lang="en-US" sz="1400" dirty="0" smtClean="0">
                              <a:solidFill>
                                <a:schemeClr val="tx1"/>
                              </a:solidFill>
                            </a:rPr>
                            <a:t>: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46059549"/>
                      </a:ext>
                    </a:extLst>
                  </a:tr>
                  <a:tr h="346266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87931" r="-417143" b="-189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aseline="0" dirty="0" smtClean="0"/>
                            <a:t>The number of deadline misses</a:t>
                          </a:r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29024742"/>
                      </a:ext>
                    </a:extLst>
                  </a:tr>
                  <a:tr h="30651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18000" r="-417143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aseline="0" dirty="0" smtClean="0"/>
                            <a:t>The number of context switches</a:t>
                          </a:r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811875"/>
                      </a:ext>
                    </a:extLst>
                  </a:tr>
                  <a:tr h="30651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11765" r="-417143" b="-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The number of preemptions</a:t>
                          </a:r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98887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67" y="1870232"/>
            <a:ext cx="5115622" cy="214673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67" y="4651532"/>
            <a:ext cx="5115622" cy="21467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8951287"/>
                  </p:ext>
                </p:extLst>
              </p:nvPr>
            </p:nvGraphicFramePr>
            <p:xfrm>
              <a:off x="6635218" y="1870232"/>
              <a:ext cx="1239449" cy="13250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1934">
                      <a:extLst>
                        <a:ext uri="{9D8B030D-6E8A-4147-A177-3AD203B41FA5}">
                          <a16:colId xmlns:a16="http://schemas.microsoft.com/office/drawing/2014/main" val="336978170"/>
                        </a:ext>
                      </a:extLst>
                    </a:gridCol>
                    <a:gridCol w="577515">
                      <a:extLst>
                        <a:ext uri="{9D8B030D-6E8A-4147-A177-3AD203B41FA5}">
                          <a16:colId xmlns:a16="http://schemas.microsoft.com/office/drawing/2014/main" val="2067185088"/>
                        </a:ext>
                      </a:extLst>
                    </a:gridCol>
                  </a:tblGrid>
                  <a:tr h="327017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chemeClr val="tx1"/>
                              </a:solidFill>
                            </a:rPr>
                            <a:t>Scenario 1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46059549"/>
                      </a:ext>
                    </a:extLst>
                  </a:tr>
                  <a:tr h="36284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dm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29024742"/>
                      </a:ext>
                    </a:extLst>
                  </a:tr>
                  <a:tr h="31758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cs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40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811875"/>
                      </a:ext>
                    </a:extLst>
                  </a:tr>
                  <a:tr h="31758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9888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8951287"/>
                  </p:ext>
                </p:extLst>
              </p:nvPr>
            </p:nvGraphicFramePr>
            <p:xfrm>
              <a:off x="6635218" y="1870232"/>
              <a:ext cx="1239449" cy="13250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1934">
                      <a:extLst>
                        <a:ext uri="{9D8B030D-6E8A-4147-A177-3AD203B41FA5}">
                          <a16:colId xmlns:a16="http://schemas.microsoft.com/office/drawing/2014/main" val="336978170"/>
                        </a:ext>
                      </a:extLst>
                    </a:gridCol>
                    <a:gridCol w="577515">
                      <a:extLst>
                        <a:ext uri="{9D8B030D-6E8A-4147-A177-3AD203B41FA5}">
                          <a16:colId xmlns:a16="http://schemas.microsoft.com/office/drawing/2014/main" val="2067185088"/>
                        </a:ext>
                      </a:extLst>
                    </a:gridCol>
                  </a:tblGrid>
                  <a:tr h="327017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chemeClr val="tx1"/>
                              </a:solidFill>
                            </a:rPr>
                            <a:t>Scenario 1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46059549"/>
                      </a:ext>
                    </a:extLst>
                  </a:tr>
                  <a:tr h="36284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17" t="-91667" r="-88073" b="-18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29024742"/>
                      </a:ext>
                    </a:extLst>
                  </a:tr>
                  <a:tr h="31758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17" t="-216981" r="-88073" b="-113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40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811875"/>
                      </a:ext>
                    </a:extLst>
                  </a:tr>
                  <a:tr h="31758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17" t="-323077" r="-88073" b="-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98887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911210"/>
                  </p:ext>
                </p:extLst>
              </p:nvPr>
            </p:nvGraphicFramePr>
            <p:xfrm>
              <a:off x="6635219" y="4651532"/>
              <a:ext cx="1239449" cy="132570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1934">
                      <a:extLst>
                        <a:ext uri="{9D8B030D-6E8A-4147-A177-3AD203B41FA5}">
                          <a16:colId xmlns:a16="http://schemas.microsoft.com/office/drawing/2014/main" val="336978170"/>
                        </a:ext>
                      </a:extLst>
                    </a:gridCol>
                    <a:gridCol w="577515">
                      <a:extLst>
                        <a:ext uri="{9D8B030D-6E8A-4147-A177-3AD203B41FA5}">
                          <a16:colId xmlns:a16="http://schemas.microsoft.com/office/drawing/2014/main" val="2067185088"/>
                        </a:ext>
                      </a:extLst>
                    </a:gridCol>
                  </a:tblGrid>
                  <a:tr h="327696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chemeClr val="tx1"/>
                              </a:solidFill>
                            </a:rPr>
                            <a:t>Scenario 2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46059549"/>
                      </a:ext>
                    </a:extLst>
                  </a:tr>
                  <a:tr h="36284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dm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29024742"/>
                      </a:ext>
                    </a:extLst>
                  </a:tr>
                  <a:tr h="31758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cs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40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811875"/>
                      </a:ext>
                    </a:extLst>
                  </a:tr>
                  <a:tr h="31758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9888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911210"/>
                  </p:ext>
                </p:extLst>
              </p:nvPr>
            </p:nvGraphicFramePr>
            <p:xfrm>
              <a:off x="6635219" y="4651532"/>
              <a:ext cx="1239449" cy="132570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1934">
                      <a:extLst>
                        <a:ext uri="{9D8B030D-6E8A-4147-A177-3AD203B41FA5}">
                          <a16:colId xmlns:a16="http://schemas.microsoft.com/office/drawing/2014/main" val="336978170"/>
                        </a:ext>
                      </a:extLst>
                    </a:gridCol>
                    <a:gridCol w="577515">
                      <a:extLst>
                        <a:ext uri="{9D8B030D-6E8A-4147-A177-3AD203B41FA5}">
                          <a16:colId xmlns:a16="http://schemas.microsoft.com/office/drawing/2014/main" val="2067185088"/>
                        </a:ext>
                      </a:extLst>
                    </a:gridCol>
                  </a:tblGrid>
                  <a:tr h="327696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chemeClr val="tx1"/>
                              </a:solidFill>
                            </a:rPr>
                            <a:t>Scenario 2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46059549"/>
                      </a:ext>
                    </a:extLst>
                  </a:tr>
                  <a:tr h="36284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17" t="-93333" r="-88073" b="-18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29024742"/>
                      </a:ext>
                    </a:extLst>
                  </a:tr>
                  <a:tr h="31758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17" t="-223077" r="-88073" b="-1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40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811875"/>
                      </a:ext>
                    </a:extLst>
                  </a:tr>
                  <a:tr h="31758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17" t="-323077" r="-88073" b="-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98887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889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B3083CB-1115-AB7E-006C-90B205ADC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00167" y="635445"/>
              <a:ext cx="8128000" cy="190595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86723">
                      <a:extLst>
                        <a:ext uri="{9D8B030D-6E8A-4147-A177-3AD203B41FA5}">
                          <a16:colId xmlns:a16="http://schemas.microsoft.com/office/drawing/2014/main" val="336978170"/>
                        </a:ext>
                      </a:extLst>
                    </a:gridCol>
                    <a:gridCol w="5641277">
                      <a:extLst>
                        <a:ext uri="{9D8B030D-6E8A-4147-A177-3AD203B41FA5}">
                          <a16:colId xmlns:a16="http://schemas.microsoft.com/office/drawing/2014/main" val="2067185088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Optimization objectives, to</a:t>
                          </a:r>
                          <a:r>
                            <a:rPr lang="en-US" sz="2400" baseline="0" dirty="0" smtClean="0">
                              <a:solidFill>
                                <a:schemeClr val="tx1"/>
                              </a:solidFill>
                            </a:rPr>
                            <a:t> be minimized</a:t>
                          </a: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: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46059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dm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aseline="0" dirty="0" smtClean="0"/>
                            <a:t>The number of deadline misses</a:t>
                          </a:r>
                          <a:endParaRPr lang="ru-RU" sz="2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290247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cs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aseline="0" dirty="0" smtClean="0"/>
                            <a:t>The number of context switches</a:t>
                          </a:r>
                          <a:endParaRPr lang="ru-RU" sz="2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8118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 smtClean="0"/>
                            <a:t>The number of preemptions</a:t>
                          </a:r>
                          <a:endParaRPr lang="ru-RU" sz="2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9888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00167" y="635445"/>
              <a:ext cx="8128000" cy="190595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86723">
                      <a:extLst>
                        <a:ext uri="{9D8B030D-6E8A-4147-A177-3AD203B41FA5}">
                          <a16:colId xmlns:a16="http://schemas.microsoft.com/office/drawing/2014/main" val="336978170"/>
                        </a:ext>
                      </a:extLst>
                    </a:gridCol>
                    <a:gridCol w="5641277">
                      <a:extLst>
                        <a:ext uri="{9D8B030D-6E8A-4147-A177-3AD203B41FA5}">
                          <a16:colId xmlns:a16="http://schemas.microsoft.com/office/drawing/2014/main" val="2067185088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Optimization objectives, to</a:t>
                          </a:r>
                          <a:r>
                            <a:rPr lang="en-US" sz="2400" baseline="0" dirty="0" smtClean="0">
                              <a:solidFill>
                                <a:schemeClr val="tx1"/>
                              </a:solidFill>
                            </a:rPr>
                            <a:t> be minimized</a:t>
                          </a: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: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46059549"/>
                      </a:ext>
                    </a:extLst>
                  </a:tr>
                  <a:tr h="52838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95402" r="-227451" b="-198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aseline="0" dirty="0" smtClean="0"/>
                            <a:t>The number of deadline misses</a:t>
                          </a:r>
                          <a:endParaRPr lang="ru-RU" sz="2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29024742"/>
                      </a:ext>
                    </a:extLst>
                  </a:tr>
                  <a:tr h="46018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26667" r="-227451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aseline="0" dirty="0" smtClean="0"/>
                            <a:t>The number of context switches</a:t>
                          </a:r>
                          <a:endParaRPr lang="ru-RU" sz="2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811875"/>
                      </a:ext>
                    </a:extLst>
                  </a:tr>
                  <a:tr h="46018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22368" r="-227451" b="-2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 smtClean="0"/>
                            <a:t>The number of preemptions</a:t>
                          </a:r>
                          <a:endParaRPr lang="ru-RU" sz="2400" dirty="0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98887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900167" y="3398698"/>
          <a:ext cx="81280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6723">
                  <a:extLst>
                    <a:ext uri="{9D8B030D-6E8A-4147-A177-3AD203B41FA5}">
                      <a16:colId xmlns:a16="http://schemas.microsoft.com/office/drawing/2014/main" val="336978170"/>
                    </a:ext>
                  </a:extLst>
                </a:gridCol>
                <a:gridCol w="5641277">
                  <a:extLst>
                    <a:ext uri="{9D8B030D-6E8A-4147-A177-3AD203B41FA5}">
                      <a16:colId xmlns:a16="http://schemas.microsoft.com/office/drawing/2014/main" val="206718508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STM32 scheduling overheads: to be investigated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6059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Overhead</a:t>
                      </a:r>
                      <a:endParaRPr lang="ru-RU" sz="2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Cost, cycles</a:t>
                      </a:r>
                      <a:endParaRPr lang="ru-RU" sz="2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9024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Context</a:t>
                      </a:r>
                      <a:r>
                        <a:rPr lang="en-US" sz="2400" baseline="0" dirty="0" smtClean="0"/>
                        <a:t> switch</a:t>
                      </a:r>
                      <a:endParaRPr lang="ru-RU" sz="2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481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Preemption</a:t>
                      </a:r>
                      <a:endParaRPr lang="ru-RU" sz="2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988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762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F2A8C-7B47-4B2A-0BC9-C3E6E3E98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Rectangle 771">
            <a:extLst>
              <a:ext uri="{FF2B5EF4-FFF2-40B4-BE49-F238E27FC236}">
                <a16:creationId xmlns:a16="http://schemas.microsoft.com/office/drawing/2014/main" id="{FF7687A2-2573-7D45-B2DF-13FDA52575EB}"/>
              </a:ext>
            </a:extLst>
          </p:cNvPr>
          <p:cNvSpPr/>
          <p:nvPr/>
        </p:nvSpPr>
        <p:spPr>
          <a:xfrm flipH="1">
            <a:off x="11502442" y="3431656"/>
            <a:ext cx="51090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A9170AE8-DCB5-62C0-464F-C830ECC9368F}"/>
              </a:ext>
            </a:extLst>
          </p:cNvPr>
          <p:cNvCxnSpPr>
            <a:cxnSpLocks/>
          </p:cNvCxnSpPr>
          <p:nvPr/>
        </p:nvCxnSpPr>
        <p:spPr>
          <a:xfrm>
            <a:off x="193964" y="1637823"/>
            <a:ext cx="9955188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584DCA95-5514-5836-D965-E8E64DD84F25}"/>
              </a:ext>
            </a:extLst>
          </p:cNvPr>
          <p:cNvCxnSpPr>
            <a:cxnSpLocks/>
          </p:cNvCxnSpPr>
          <p:nvPr/>
        </p:nvCxnSpPr>
        <p:spPr>
          <a:xfrm>
            <a:off x="3020580" y="1604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69F0706-FB46-644B-4815-C306C7CC41D4}"/>
              </a:ext>
            </a:extLst>
          </p:cNvPr>
          <p:cNvCxnSpPr>
            <a:cxnSpLocks/>
          </p:cNvCxnSpPr>
          <p:nvPr/>
        </p:nvCxnSpPr>
        <p:spPr>
          <a:xfrm>
            <a:off x="2019965" y="1943736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4FAB8A1-C730-1004-703E-ADE07425DC59}"/>
              </a:ext>
            </a:extLst>
          </p:cNvPr>
          <p:cNvCxnSpPr>
            <a:cxnSpLocks/>
          </p:cNvCxnSpPr>
          <p:nvPr/>
        </p:nvCxnSpPr>
        <p:spPr>
          <a:xfrm>
            <a:off x="2040619" y="457059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9A911F5-D21D-8E7F-21CC-0DE3FD9A2816}"/>
              </a:ext>
            </a:extLst>
          </p:cNvPr>
          <p:cNvCxnSpPr>
            <a:cxnSpLocks/>
          </p:cNvCxnSpPr>
          <p:nvPr/>
        </p:nvCxnSpPr>
        <p:spPr>
          <a:xfrm>
            <a:off x="205264" y="752232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7E6E73E-CC19-B337-2768-F1F571F0665E}"/>
              </a:ext>
            </a:extLst>
          </p:cNvPr>
          <p:cNvCxnSpPr>
            <a:cxnSpLocks/>
          </p:cNvCxnSpPr>
          <p:nvPr/>
        </p:nvCxnSpPr>
        <p:spPr>
          <a:xfrm>
            <a:off x="166255" y="1045627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C50705E-8215-DAD0-22DD-C81CF184B6A1}"/>
              </a:ext>
            </a:extLst>
          </p:cNvPr>
          <p:cNvCxnSpPr>
            <a:cxnSpLocks/>
          </p:cNvCxnSpPr>
          <p:nvPr/>
        </p:nvCxnSpPr>
        <p:spPr>
          <a:xfrm>
            <a:off x="207818" y="1348751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0DC8EA47-DCE3-E873-0DCB-A2A56A47B58B}"/>
              </a:ext>
            </a:extLst>
          </p:cNvPr>
          <p:cNvCxnSpPr>
            <a:cxnSpLocks/>
          </p:cNvCxnSpPr>
          <p:nvPr/>
        </p:nvCxnSpPr>
        <p:spPr>
          <a:xfrm>
            <a:off x="2378482" y="166578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D572843-D5E9-7A9D-1023-57D2CA953CAC}"/>
              </a:ext>
            </a:extLst>
          </p:cNvPr>
          <p:cNvCxnSpPr>
            <a:cxnSpLocks/>
          </p:cNvCxnSpPr>
          <p:nvPr/>
        </p:nvCxnSpPr>
        <p:spPr>
          <a:xfrm>
            <a:off x="3800863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DE5CDD2-D244-A825-1748-02413EDE846C}"/>
              </a:ext>
            </a:extLst>
          </p:cNvPr>
          <p:cNvCxnSpPr>
            <a:cxnSpLocks/>
          </p:cNvCxnSpPr>
          <p:nvPr/>
        </p:nvCxnSpPr>
        <p:spPr>
          <a:xfrm flipH="1">
            <a:off x="4569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15241C92-C84F-9AAF-B581-97397B752A18}"/>
              </a:ext>
            </a:extLst>
          </p:cNvPr>
          <p:cNvCxnSpPr>
            <a:cxnSpLocks/>
          </p:cNvCxnSpPr>
          <p:nvPr/>
        </p:nvCxnSpPr>
        <p:spPr>
          <a:xfrm>
            <a:off x="5354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F9515D1-7179-2ABB-9C39-438A0141AC28}"/>
              </a:ext>
            </a:extLst>
          </p:cNvPr>
          <p:cNvCxnSpPr>
            <a:cxnSpLocks/>
          </p:cNvCxnSpPr>
          <p:nvPr/>
        </p:nvCxnSpPr>
        <p:spPr>
          <a:xfrm flipH="1">
            <a:off x="6107604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D57DE0C-07E9-0813-06A6-024F91F3467B}"/>
              </a:ext>
            </a:extLst>
          </p:cNvPr>
          <p:cNvCxnSpPr>
            <a:cxnSpLocks/>
          </p:cNvCxnSpPr>
          <p:nvPr/>
        </p:nvCxnSpPr>
        <p:spPr>
          <a:xfrm>
            <a:off x="6888266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53FF0CF-6ED6-0734-1070-47C082082012}"/>
              </a:ext>
            </a:extLst>
          </p:cNvPr>
          <p:cNvCxnSpPr/>
          <p:nvPr/>
        </p:nvCxnSpPr>
        <p:spPr>
          <a:xfrm>
            <a:off x="7660116" y="16657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D754A168-F66E-B713-6DF1-638400DC27BC}"/>
              </a:ext>
            </a:extLst>
          </p:cNvPr>
          <p:cNvCxnSpPr/>
          <p:nvPr/>
        </p:nvCxnSpPr>
        <p:spPr>
          <a:xfrm flipV="1">
            <a:off x="380231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6E66EDA8-811E-6C9B-2F9B-18081BDD77AE}"/>
              </a:ext>
            </a:extLst>
          </p:cNvPr>
          <p:cNvCxnSpPr>
            <a:cxnSpLocks/>
          </p:cNvCxnSpPr>
          <p:nvPr/>
        </p:nvCxnSpPr>
        <p:spPr>
          <a:xfrm flipV="1">
            <a:off x="5350381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1D6ED0BF-A64B-FCCD-9D47-49D935A7C637}"/>
              </a:ext>
            </a:extLst>
          </p:cNvPr>
          <p:cNvCxnSpPr>
            <a:cxnSpLocks/>
          </p:cNvCxnSpPr>
          <p:nvPr/>
        </p:nvCxnSpPr>
        <p:spPr>
          <a:xfrm flipV="1">
            <a:off x="4575850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4179AE8C-DC82-1D46-F723-EF39AF7AE880}"/>
              </a:ext>
            </a:extLst>
          </p:cNvPr>
          <p:cNvCxnSpPr>
            <a:cxnSpLocks/>
          </p:cNvCxnSpPr>
          <p:nvPr/>
        </p:nvCxnSpPr>
        <p:spPr>
          <a:xfrm flipV="1">
            <a:off x="612176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93C1B85-59AE-2BCA-3005-9210004A62EE}"/>
              </a:ext>
            </a:extLst>
          </p:cNvPr>
          <p:cNvCxnSpPr>
            <a:cxnSpLocks/>
          </p:cNvCxnSpPr>
          <p:nvPr/>
        </p:nvCxnSpPr>
        <p:spPr>
          <a:xfrm flipV="1">
            <a:off x="689127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658A71F6-1992-F8E2-4B01-B9B81342C523}"/>
              </a:ext>
            </a:extLst>
          </p:cNvPr>
          <p:cNvCxnSpPr>
            <a:cxnSpLocks/>
          </p:cNvCxnSpPr>
          <p:nvPr/>
        </p:nvCxnSpPr>
        <p:spPr>
          <a:xfrm flipV="1">
            <a:off x="766238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D8F7D2-70B9-DA5B-6A09-D6CB5A4506FB}"/>
                  </a:ext>
                </a:extLst>
              </p:cNvPr>
              <p:cNvSpPr txBox="1"/>
              <p:nvPr/>
            </p:nvSpPr>
            <p:spPr>
              <a:xfrm>
                <a:off x="684713" y="759846"/>
                <a:ext cx="1655390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LIDAR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20,50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13" y="759846"/>
                <a:ext cx="1655390" cy="257186"/>
              </a:xfrm>
              <a:prstGeom prst="rect">
                <a:avLst/>
              </a:prstGeom>
              <a:blipFill>
                <a:blip r:embed="rId2"/>
                <a:stretch>
                  <a:fillRect l="-1103" b="-26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18BC59-D347-3353-CEC2-F068B93F4BD6}"/>
                  </a:ext>
                </a:extLst>
              </p:cNvPr>
              <p:cNvSpPr txBox="1"/>
              <p:nvPr/>
            </p:nvSpPr>
            <p:spPr>
              <a:xfrm>
                <a:off x="953726" y="1055739"/>
                <a:ext cx="1337995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IMU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18BC59-D347-3353-CEC2-F068B93F4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726" y="1055739"/>
                <a:ext cx="1337995" cy="257186"/>
              </a:xfrm>
              <a:prstGeom prst="rect">
                <a:avLst/>
              </a:prstGeom>
              <a:blipFill>
                <a:blip r:embed="rId3"/>
                <a:stretch>
                  <a:fillRect l="-1364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64D050-A4FA-60CE-CD5B-EEEDE7E9A973}"/>
                  </a:ext>
                </a:extLst>
              </p:cNvPr>
              <p:cNvSpPr txBox="1"/>
              <p:nvPr/>
            </p:nvSpPr>
            <p:spPr>
              <a:xfrm>
                <a:off x="674426" y="1361276"/>
                <a:ext cx="1982402" cy="258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CAMERA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40,200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D5E1F4-6BD1-3A83-555C-C9E06D958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26" y="1361276"/>
                <a:ext cx="1982402" cy="258789"/>
              </a:xfrm>
              <a:prstGeom prst="rect">
                <a:avLst/>
              </a:prstGeom>
              <a:blipFill>
                <a:blip r:embed="rId4"/>
                <a:stretch>
                  <a:fillRect l="-1274" b="-2381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EA776F-F872-A9D7-048C-39C6F9FFE334}"/>
                  </a:ext>
                </a:extLst>
              </p:cNvPr>
              <p:cNvSpPr txBox="1"/>
              <p:nvPr/>
            </p:nvSpPr>
            <p:spPr>
              <a:xfrm>
                <a:off x="3696760" y="173060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760" y="1730609"/>
                <a:ext cx="343043" cy="307777"/>
              </a:xfrm>
              <a:prstGeom prst="rect">
                <a:avLst/>
              </a:prstGeom>
              <a:blipFill>
                <a:blip r:embed="rId5"/>
                <a:stretch>
                  <a:fillRect l="-13793" r="-13793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FDE613-9FDF-C258-758A-4195D3BEA620}"/>
                  </a:ext>
                </a:extLst>
              </p:cNvPr>
              <p:cNvSpPr txBox="1"/>
              <p:nvPr/>
            </p:nvSpPr>
            <p:spPr>
              <a:xfrm>
                <a:off x="4470680" y="173060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680" y="1730609"/>
                <a:ext cx="343043" cy="307777"/>
              </a:xfrm>
              <a:prstGeom prst="rect">
                <a:avLst/>
              </a:prstGeom>
              <a:blipFill>
                <a:blip r:embed="rId6"/>
                <a:stretch>
                  <a:fillRect l="-13793" r="-13793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EB9A1FD-BB7C-A0D6-5FF3-436518E1AF54}"/>
                  </a:ext>
                </a:extLst>
              </p:cNvPr>
              <p:cNvSpPr txBox="1"/>
              <p:nvPr/>
            </p:nvSpPr>
            <p:spPr>
              <a:xfrm>
                <a:off x="5232036" y="173060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036" y="1730609"/>
                <a:ext cx="343043" cy="307777"/>
              </a:xfrm>
              <a:prstGeom prst="rect">
                <a:avLst/>
              </a:prstGeom>
              <a:blipFill>
                <a:blip r:embed="rId7"/>
                <a:stretch>
                  <a:fillRect l="-13793" r="-13793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103E626-6B44-3A7A-7580-54803379C31C}"/>
                  </a:ext>
                </a:extLst>
              </p:cNvPr>
              <p:cNvSpPr txBox="1"/>
              <p:nvPr/>
            </p:nvSpPr>
            <p:spPr>
              <a:xfrm>
                <a:off x="6015324" y="173060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24" y="1730609"/>
                <a:ext cx="343043" cy="307777"/>
              </a:xfrm>
              <a:prstGeom prst="rect">
                <a:avLst/>
              </a:prstGeom>
              <a:blipFill>
                <a:blip r:embed="rId8"/>
                <a:stretch>
                  <a:fillRect l="-14286" r="-1428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EA6E04-1EA6-BCCE-FC1C-E86B642FFB39}"/>
                  </a:ext>
                </a:extLst>
              </p:cNvPr>
              <p:cNvSpPr txBox="1"/>
              <p:nvPr/>
            </p:nvSpPr>
            <p:spPr>
              <a:xfrm>
                <a:off x="6645878" y="1730609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878" y="1730609"/>
                <a:ext cx="485710" cy="307777"/>
              </a:xfrm>
              <a:prstGeom prst="rect">
                <a:avLst/>
              </a:prstGeom>
              <a:blipFill>
                <a:blip r:embed="rId9"/>
                <a:stretch>
                  <a:fillRect l="-12821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831E62-A21D-F929-7A94-B7EC315DD377}"/>
                  </a:ext>
                </a:extLst>
              </p:cNvPr>
              <p:cNvSpPr txBox="1"/>
              <p:nvPr/>
            </p:nvSpPr>
            <p:spPr>
              <a:xfrm>
                <a:off x="7550965" y="1730609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965" y="1730609"/>
                <a:ext cx="485710" cy="307777"/>
              </a:xfrm>
              <a:prstGeom prst="rect">
                <a:avLst/>
              </a:prstGeom>
              <a:blipFill>
                <a:blip r:embed="rId10"/>
                <a:stretch>
                  <a:fillRect l="-10256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C23A88D-0BA1-9E09-B5EB-BAD7906636D6}"/>
              </a:ext>
            </a:extLst>
          </p:cNvPr>
          <p:cNvCxnSpPr>
            <a:cxnSpLocks/>
          </p:cNvCxnSpPr>
          <p:nvPr/>
        </p:nvCxnSpPr>
        <p:spPr>
          <a:xfrm>
            <a:off x="2018290" y="1572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2E9A995E-CB2D-CB21-0C91-55BD3C6872B8}"/>
                  </a:ext>
                </a:extLst>
              </p:cNvPr>
              <p:cNvSpPr txBox="1"/>
              <p:nvPr/>
            </p:nvSpPr>
            <p:spPr>
              <a:xfrm>
                <a:off x="2934514" y="1730609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514" y="1730609"/>
                <a:ext cx="200376" cy="307777"/>
              </a:xfrm>
              <a:prstGeom prst="rect">
                <a:avLst/>
              </a:prstGeom>
              <a:blipFill>
                <a:blip r:embed="rId11"/>
                <a:stretch>
                  <a:fillRect l="-23529" r="-29412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77A9042-B215-2FF8-ED3B-237FB83DBE35}"/>
              </a:ext>
            </a:extLst>
          </p:cNvPr>
          <p:cNvCxnSpPr>
            <a:cxnSpLocks/>
          </p:cNvCxnSpPr>
          <p:nvPr/>
        </p:nvCxnSpPr>
        <p:spPr>
          <a:xfrm flipH="1" flipV="1">
            <a:off x="3019187" y="761807"/>
            <a:ext cx="1346" cy="281191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47C03849-FC85-323D-1FD6-5058F01F6BEB}"/>
              </a:ext>
            </a:extLst>
          </p:cNvPr>
          <p:cNvCxnSpPr>
            <a:cxnSpLocks/>
          </p:cNvCxnSpPr>
          <p:nvPr/>
        </p:nvCxnSpPr>
        <p:spPr>
          <a:xfrm flipV="1">
            <a:off x="3019371" y="1334084"/>
            <a:ext cx="0" cy="308495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8914361B-AE66-941E-1E40-466ECD654083}"/>
              </a:ext>
            </a:extLst>
          </p:cNvPr>
          <p:cNvGrpSpPr/>
          <p:nvPr/>
        </p:nvGrpSpPr>
        <p:grpSpPr>
          <a:xfrm>
            <a:off x="4540137" y="747527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C2CBEC61-FB3F-DEFE-012C-121CD1EF0812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AFA51A1-9990-1F48-6247-F270F3594207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8F35ED9-C04C-2EA7-800A-BC80E72A705C}"/>
              </a:ext>
            </a:extLst>
          </p:cNvPr>
          <p:cNvCxnSpPr>
            <a:cxnSpLocks/>
          </p:cNvCxnSpPr>
          <p:nvPr/>
        </p:nvCxnSpPr>
        <p:spPr>
          <a:xfrm>
            <a:off x="8431968" y="15724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F876835-5509-696E-3975-8D3E43034040}"/>
              </a:ext>
            </a:extLst>
          </p:cNvPr>
          <p:cNvCxnSpPr/>
          <p:nvPr/>
        </p:nvCxnSpPr>
        <p:spPr>
          <a:xfrm>
            <a:off x="9203818" y="15724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B198123A-582E-7935-6CD1-039601DD81EC}"/>
              </a:ext>
            </a:extLst>
          </p:cNvPr>
          <p:cNvCxnSpPr>
            <a:cxnSpLocks/>
          </p:cNvCxnSpPr>
          <p:nvPr/>
        </p:nvCxnSpPr>
        <p:spPr>
          <a:xfrm flipV="1">
            <a:off x="843484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42B4ACFF-A1D4-566F-4047-5C735F0957DC}"/>
              </a:ext>
            </a:extLst>
          </p:cNvPr>
          <p:cNvCxnSpPr>
            <a:cxnSpLocks/>
          </p:cNvCxnSpPr>
          <p:nvPr/>
        </p:nvCxnSpPr>
        <p:spPr>
          <a:xfrm flipV="1">
            <a:off x="920595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948EC1EB-D2B6-2185-C711-2787FFB5949A}"/>
                  </a:ext>
                </a:extLst>
              </p:cNvPr>
              <p:cNvSpPr txBox="1"/>
              <p:nvPr/>
            </p:nvSpPr>
            <p:spPr>
              <a:xfrm>
                <a:off x="8331561" y="1731955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561" y="1731955"/>
                <a:ext cx="485710" cy="307777"/>
              </a:xfrm>
              <a:prstGeom prst="rect">
                <a:avLst/>
              </a:prstGeom>
              <a:blipFill>
                <a:blip r:embed="rId12"/>
                <a:stretch>
                  <a:fillRect l="-12821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CDB2573C-A87F-50E1-3996-B0BDD045F274}"/>
                  </a:ext>
                </a:extLst>
              </p:cNvPr>
              <p:cNvSpPr txBox="1"/>
              <p:nvPr/>
            </p:nvSpPr>
            <p:spPr>
              <a:xfrm>
                <a:off x="9094537" y="1731955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537" y="1731955"/>
                <a:ext cx="485710" cy="307777"/>
              </a:xfrm>
              <a:prstGeom prst="rect">
                <a:avLst/>
              </a:prstGeom>
              <a:blipFill>
                <a:blip r:embed="rId13"/>
                <a:stretch>
                  <a:fillRect l="-12821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BA18D5AD-D361-9D6D-5CF0-625A107D22A3}"/>
              </a:ext>
            </a:extLst>
          </p:cNvPr>
          <p:cNvCxnSpPr>
            <a:cxnSpLocks/>
          </p:cNvCxnSpPr>
          <p:nvPr/>
        </p:nvCxnSpPr>
        <p:spPr>
          <a:xfrm flipV="1">
            <a:off x="3028425" y="1620065"/>
            <a:ext cx="8979091" cy="17758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52602B71-CB21-7491-39FB-323E91F40218}"/>
              </a:ext>
            </a:extLst>
          </p:cNvPr>
          <p:cNvCxnSpPr/>
          <p:nvPr/>
        </p:nvCxnSpPr>
        <p:spPr>
          <a:xfrm>
            <a:off x="9813744" y="166578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A1F84F2-A01F-B8D4-BA7E-8659CE21D1F7}"/>
              </a:ext>
            </a:extLst>
          </p:cNvPr>
          <p:cNvSpPr txBox="1"/>
          <p:nvPr/>
        </p:nvSpPr>
        <p:spPr>
          <a:xfrm>
            <a:off x="2187514" y="314173"/>
            <a:ext cx="1094274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/>
              <a:t>Jobs </a:t>
            </a:r>
            <a:r>
              <a:rPr lang="en-RU" sz="1500" b="1" dirty="0"/>
              <a:t>Arrival    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56EFE387-2939-5417-B9B4-04E948CEEA99}"/>
              </a:ext>
            </a:extLst>
          </p:cNvPr>
          <p:cNvCxnSpPr>
            <a:cxnSpLocks/>
          </p:cNvCxnSpPr>
          <p:nvPr/>
        </p:nvCxnSpPr>
        <p:spPr>
          <a:xfrm>
            <a:off x="9814277" y="14819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F3971C4-0AE3-3025-C9AE-B9EF250F859E}"/>
              </a:ext>
            </a:extLst>
          </p:cNvPr>
          <p:cNvCxnSpPr/>
          <p:nvPr/>
        </p:nvCxnSpPr>
        <p:spPr>
          <a:xfrm>
            <a:off x="10597279" y="14819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5A97C0EA-B3CB-B1F2-C176-4E7A92097810}"/>
              </a:ext>
            </a:extLst>
          </p:cNvPr>
          <p:cNvCxnSpPr>
            <a:cxnSpLocks/>
          </p:cNvCxnSpPr>
          <p:nvPr/>
        </p:nvCxnSpPr>
        <p:spPr>
          <a:xfrm>
            <a:off x="11369131" y="13886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94CDEB6-BC4F-592C-036D-EA644E20812A}"/>
                  </a:ext>
                </a:extLst>
              </p:cNvPr>
              <p:cNvSpPr txBox="1"/>
              <p:nvPr/>
            </p:nvSpPr>
            <p:spPr>
              <a:xfrm>
                <a:off x="11835824" y="171145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5824" y="1711450"/>
                <a:ext cx="231602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71BB47AC-0D3F-5630-CC42-545164A9502E}"/>
                  </a:ext>
                </a:extLst>
              </p:cNvPr>
              <p:cNvSpPr txBox="1"/>
              <p:nvPr/>
            </p:nvSpPr>
            <p:spPr>
              <a:xfrm>
                <a:off x="9746711" y="1732387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711" y="1732387"/>
                <a:ext cx="485710" cy="307777"/>
              </a:xfrm>
              <a:prstGeom prst="rect">
                <a:avLst/>
              </a:prstGeom>
              <a:blipFill>
                <a:blip r:embed="rId15"/>
                <a:stretch>
                  <a:fillRect l="-10256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7D3DD825-1DCA-66E9-0E6B-9007044415A8}"/>
                  </a:ext>
                </a:extLst>
              </p:cNvPr>
              <p:cNvSpPr txBox="1"/>
              <p:nvPr/>
            </p:nvSpPr>
            <p:spPr>
              <a:xfrm>
                <a:off x="10343427" y="1732387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427" y="1732387"/>
                <a:ext cx="485710" cy="307777"/>
              </a:xfrm>
              <a:prstGeom prst="rect">
                <a:avLst/>
              </a:prstGeom>
              <a:blipFill>
                <a:blip r:embed="rId16"/>
                <a:stretch>
                  <a:fillRect l="-10256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B644E55F-BDA2-DDA4-DEAF-A3CCD221A577}"/>
              </a:ext>
            </a:extLst>
          </p:cNvPr>
          <p:cNvCxnSpPr>
            <a:cxnSpLocks/>
          </p:cNvCxnSpPr>
          <p:nvPr/>
        </p:nvCxnSpPr>
        <p:spPr>
          <a:xfrm flipH="1" flipV="1">
            <a:off x="3021409" y="1053508"/>
            <a:ext cx="1346" cy="281191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1880ECA9-B2CA-0519-E6FB-1264F3C2E1EF}"/>
              </a:ext>
            </a:extLst>
          </p:cNvPr>
          <p:cNvCxnSpPr>
            <a:cxnSpLocks/>
          </p:cNvCxnSpPr>
          <p:nvPr/>
        </p:nvCxnSpPr>
        <p:spPr>
          <a:xfrm flipH="1" flipV="1">
            <a:off x="6887687" y="753730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7BAA3A26-BA15-AF81-9B56-3092DC7ED901}"/>
              </a:ext>
            </a:extLst>
          </p:cNvPr>
          <p:cNvCxnSpPr>
            <a:cxnSpLocks/>
          </p:cNvCxnSpPr>
          <p:nvPr/>
        </p:nvCxnSpPr>
        <p:spPr>
          <a:xfrm flipH="1" flipV="1">
            <a:off x="3809379" y="1076332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832E2295-1F31-2776-F468-4F253BD919B7}"/>
              </a:ext>
            </a:extLst>
          </p:cNvPr>
          <p:cNvCxnSpPr>
            <a:cxnSpLocks/>
          </p:cNvCxnSpPr>
          <p:nvPr/>
        </p:nvCxnSpPr>
        <p:spPr>
          <a:xfrm flipH="1" flipV="1">
            <a:off x="3415084" y="1069119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B9BB7348-8D58-04A0-CA25-5B81B36A2A05}"/>
              </a:ext>
            </a:extLst>
          </p:cNvPr>
          <p:cNvCxnSpPr>
            <a:cxnSpLocks/>
          </p:cNvCxnSpPr>
          <p:nvPr/>
        </p:nvCxnSpPr>
        <p:spPr>
          <a:xfrm flipH="1" flipV="1">
            <a:off x="4568649" y="106038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9AA7BACE-A963-566B-4BD2-68355AFEBA07}"/>
              </a:ext>
            </a:extLst>
          </p:cNvPr>
          <p:cNvCxnSpPr>
            <a:cxnSpLocks/>
          </p:cNvCxnSpPr>
          <p:nvPr/>
        </p:nvCxnSpPr>
        <p:spPr>
          <a:xfrm flipH="1" flipV="1">
            <a:off x="4196870" y="1066112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BBF06E15-B701-433E-2EF2-E683DE6A2B9F}"/>
              </a:ext>
            </a:extLst>
          </p:cNvPr>
          <p:cNvCxnSpPr>
            <a:cxnSpLocks/>
          </p:cNvCxnSpPr>
          <p:nvPr/>
        </p:nvCxnSpPr>
        <p:spPr>
          <a:xfrm flipH="1" flipV="1">
            <a:off x="5355472" y="1049403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1D9CA2DE-3CCA-EF78-CBA7-36F6FC5C6F77}"/>
              </a:ext>
            </a:extLst>
          </p:cNvPr>
          <p:cNvCxnSpPr>
            <a:cxnSpLocks/>
          </p:cNvCxnSpPr>
          <p:nvPr/>
        </p:nvCxnSpPr>
        <p:spPr>
          <a:xfrm flipH="1" flipV="1">
            <a:off x="5006014" y="1062435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76F7C83F-46CC-4834-0B80-4381CBFDF9BB}"/>
              </a:ext>
            </a:extLst>
          </p:cNvPr>
          <p:cNvCxnSpPr>
            <a:cxnSpLocks/>
          </p:cNvCxnSpPr>
          <p:nvPr/>
        </p:nvCxnSpPr>
        <p:spPr>
          <a:xfrm flipH="1" flipV="1">
            <a:off x="6109271" y="1056280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AA8E8FFE-683D-A9B8-9E78-08304A77A146}"/>
              </a:ext>
            </a:extLst>
          </p:cNvPr>
          <p:cNvCxnSpPr>
            <a:cxnSpLocks/>
          </p:cNvCxnSpPr>
          <p:nvPr/>
        </p:nvCxnSpPr>
        <p:spPr>
          <a:xfrm flipH="1" flipV="1">
            <a:off x="5748788" y="1062435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4A4F08AA-4D48-5494-FBA2-6641BD084379}"/>
              </a:ext>
            </a:extLst>
          </p:cNvPr>
          <p:cNvCxnSpPr>
            <a:cxnSpLocks/>
          </p:cNvCxnSpPr>
          <p:nvPr/>
        </p:nvCxnSpPr>
        <p:spPr>
          <a:xfrm flipH="1" flipV="1">
            <a:off x="6888399" y="1061237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945EB049-555D-D9BB-C087-D3534F7C1016}"/>
              </a:ext>
            </a:extLst>
          </p:cNvPr>
          <p:cNvCxnSpPr>
            <a:cxnSpLocks/>
          </p:cNvCxnSpPr>
          <p:nvPr/>
        </p:nvCxnSpPr>
        <p:spPr>
          <a:xfrm flipH="1" flipV="1">
            <a:off x="7277850" y="1056279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B6D688A6-68E1-1CB2-84FE-9864A956EA76}"/>
              </a:ext>
            </a:extLst>
          </p:cNvPr>
          <p:cNvCxnSpPr>
            <a:cxnSpLocks/>
          </p:cNvCxnSpPr>
          <p:nvPr/>
        </p:nvCxnSpPr>
        <p:spPr>
          <a:xfrm flipH="1" flipV="1">
            <a:off x="7653350" y="1068114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AFA1EC9D-A3E8-92D1-9DBA-6F13086B05C8}"/>
              </a:ext>
            </a:extLst>
          </p:cNvPr>
          <p:cNvCxnSpPr>
            <a:cxnSpLocks/>
          </p:cNvCxnSpPr>
          <p:nvPr/>
        </p:nvCxnSpPr>
        <p:spPr>
          <a:xfrm flipH="1" flipV="1">
            <a:off x="8051582" y="1069500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E6564E1B-CC9F-C18E-98DD-396CF129B412}"/>
              </a:ext>
            </a:extLst>
          </p:cNvPr>
          <p:cNvCxnSpPr>
            <a:cxnSpLocks/>
          </p:cNvCxnSpPr>
          <p:nvPr/>
        </p:nvCxnSpPr>
        <p:spPr>
          <a:xfrm flipH="1" flipV="1">
            <a:off x="8445654" y="1057867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01B16ABB-83A5-97ED-C109-87A0D1EE4592}"/>
              </a:ext>
            </a:extLst>
          </p:cNvPr>
          <p:cNvCxnSpPr>
            <a:cxnSpLocks/>
          </p:cNvCxnSpPr>
          <p:nvPr/>
        </p:nvCxnSpPr>
        <p:spPr>
          <a:xfrm flipH="1" flipV="1">
            <a:off x="8836171" y="1069500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01279DD0-3268-07D2-297B-D1151D07763C}"/>
              </a:ext>
            </a:extLst>
          </p:cNvPr>
          <p:cNvCxnSpPr>
            <a:cxnSpLocks/>
          </p:cNvCxnSpPr>
          <p:nvPr/>
        </p:nvCxnSpPr>
        <p:spPr>
          <a:xfrm flipH="1" flipV="1">
            <a:off x="9205124" y="1064009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087B8F15-F9ED-C0F0-312A-D1BF6821465F}"/>
              </a:ext>
            </a:extLst>
          </p:cNvPr>
          <p:cNvCxnSpPr>
            <a:cxnSpLocks/>
          </p:cNvCxnSpPr>
          <p:nvPr/>
        </p:nvCxnSpPr>
        <p:spPr>
          <a:xfrm flipH="1" flipV="1">
            <a:off x="9811993" y="1056448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A5E190D0-CCBF-EE73-F5DA-224C2A6F2AD9}"/>
              </a:ext>
            </a:extLst>
          </p:cNvPr>
          <p:cNvCxnSpPr>
            <a:cxnSpLocks/>
          </p:cNvCxnSpPr>
          <p:nvPr/>
        </p:nvCxnSpPr>
        <p:spPr>
          <a:xfrm flipH="1" flipV="1">
            <a:off x="10960792" y="1045466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D2D84A4E-2EBF-7F9D-4398-BFE24ACD65BA}"/>
              </a:ext>
            </a:extLst>
          </p:cNvPr>
          <p:cNvCxnSpPr>
            <a:cxnSpLocks/>
          </p:cNvCxnSpPr>
          <p:nvPr/>
        </p:nvCxnSpPr>
        <p:spPr>
          <a:xfrm flipH="1" flipV="1">
            <a:off x="10203759" y="1069119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B14AB786-47E0-EB93-4554-4D0701DF8189}"/>
              </a:ext>
            </a:extLst>
          </p:cNvPr>
          <p:cNvCxnSpPr>
            <a:cxnSpLocks/>
          </p:cNvCxnSpPr>
          <p:nvPr/>
        </p:nvCxnSpPr>
        <p:spPr>
          <a:xfrm flipH="1" flipV="1">
            <a:off x="9521907" y="1058286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Freeform 336">
            <a:extLst>
              <a:ext uri="{FF2B5EF4-FFF2-40B4-BE49-F238E27FC236}">
                <a16:creationId xmlns:a16="http://schemas.microsoft.com/office/drawing/2014/main" id="{04DE1FF4-14FB-2D0F-FAE0-3194B53DA0A4}"/>
              </a:ext>
            </a:extLst>
          </p:cNvPr>
          <p:cNvSpPr/>
          <p:nvPr/>
        </p:nvSpPr>
        <p:spPr>
          <a:xfrm>
            <a:off x="2755988" y="691762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9525">
            <a:solidFill>
              <a:srgbClr val="C0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762247A3-804C-246A-EA1D-382FDAB6D531}"/>
              </a:ext>
            </a:extLst>
          </p:cNvPr>
          <p:cNvCxnSpPr>
            <a:cxnSpLocks/>
          </p:cNvCxnSpPr>
          <p:nvPr/>
        </p:nvCxnSpPr>
        <p:spPr>
          <a:xfrm>
            <a:off x="193964" y="3722311"/>
            <a:ext cx="9955188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577">
            <a:extLst>
              <a:ext uri="{FF2B5EF4-FFF2-40B4-BE49-F238E27FC236}">
                <a16:creationId xmlns:a16="http://schemas.microsoft.com/office/drawing/2014/main" id="{A6A7E55E-518B-4707-71F2-88FF40629F44}"/>
              </a:ext>
            </a:extLst>
          </p:cNvPr>
          <p:cNvCxnSpPr>
            <a:cxnSpLocks/>
          </p:cNvCxnSpPr>
          <p:nvPr/>
        </p:nvCxnSpPr>
        <p:spPr>
          <a:xfrm>
            <a:off x="3020580" y="22449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146A3EEF-D027-EF80-866F-1F1D33A891C9}"/>
              </a:ext>
            </a:extLst>
          </p:cNvPr>
          <p:cNvCxnSpPr>
            <a:cxnSpLocks/>
          </p:cNvCxnSpPr>
          <p:nvPr/>
        </p:nvCxnSpPr>
        <p:spPr>
          <a:xfrm>
            <a:off x="2019965" y="4028224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Connector 579">
            <a:extLst>
              <a:ext uri="{FF2B5EF4-FFF2-40B4-BE49-F238E27FC236}">
                <a16:creationId xmlns:a16="http://schemas.microsoft.com/office/drawing/2014/main" id="{B22D2BB7-09F1-E38E-BF87-14DC03CF38DB}"/>
              </a:ext>
            </a:extLst>
          </p:cNvPr>
          <p:cNvCxnSpPr>
            <a:cxnSpLocks/>
          </p:cNvCxnSpPr>
          <p:nvPr/>
        </p:nvCxnSpPr>
        <p:spPr>
          <a:xfrm>
            <a:off x="2040619" y="25415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B82DFBE3-A3B6-4F73-25F7-AB1B4F8DF03E}"/>
              </a:ext>
            </a:extLst>
          </p:cNvPr>
          <p:cNvCxnSpPr>
            <a:cxnSpLocks/>
          </p:cNvCxnSpPr>
          <p:nvPr/>
        </p:nvCxnSpPr>
        <p:spPr>
          <a:xfrm>
            <a:off x="180109" y="2837041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E08A6748-0F1D-E27D-4766-5CCD5053CA0B}"/>
              </a:ext>
            </a:extLst>
          </p:cNvPr>
          <p:cNvCxnSpPr>
            <a:cxnSpLocks/>
          </p:cNvCxnSpPr>
          <p:nvPr/>
        </p:nvCxnSpPr>
        <p:spPr>
          <a:xfrm>
            <a:off x="166255" y="3130115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63030577-39CD-D1DF-3326-CFC47D86CA16}"/>
              </a:ext>
            </a:extLst>
          </p:cNvPr>
          <p:cNvCxnSpPr>
            <a:cxnSpLocks/>
          </p:cNvCxnSpPr>
          <p:nvPr/>
        </p:nvCxnSpPr>
        <p:spPr>
          <a:xfrm>
            <a:off x="207818" y="3433239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DDE1BB14-E674-9EB9-1B21-99F8DB10BB9E}"/>
              </a:ext>
            </a:extLst>
          </p:cNvPr>
          <p:cNvCxnSpPr>
            <a:cxnSpLocks/>
          </p:cNvCxnSpPr>
          <p:nvPr/>
        </p:nvCxnSpPr>
        <p:spPr>
          <a:xfrm>
            <a:off x="2378482" y="2251066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4E8806FC-B9A3-BC50-9182-1D6A85D695BD}"/>
              </a:ext>
            </a:extLst>
          </p:cNvPr>
          <p:cNvCxnSpPr>
            <a:cxnSpLocks/>
          </p:cNvCxnSpPr>
          <p:nvPr/>
        </p:nvCxnSpPr>
        <p:spPr>
          <a:xfrm>
            <a:off x="3800863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29103D63-3FF6-72DD-F048-008D8C9533CA}"/>
              </a:ext>
            </a:extLst>
          </p:cNvPr>
          <p:cNvCxnSpPr>
            <a:cxnSpLocks/>
          </p:cNvCxnSpPr>
          <p:nvPr/>
        </p:nvCxnSpPr>
        <p:spPr>
          <a:xfrm flipH="1">
            <a:off x="4569840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BE3772E0-926D-E8B3-CF88-62060F235544}"/>
              </a:ext>
            </a:extLst>
          </p:cNvPr>
          <p:cNvCxnSpPr>
            <a:cxnSpLocks/>
          </p:cNvCxnSpPr>
          <p:nvPr/>
        </p:nvCxnSpPr>
        <p:spPr>
          <a:xfrm>
            <a:off x="5354840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9430C7BD-EE17-BB64-A04E-F2A72DB6E026}"/>
              </a:ext>
            </a:extLst>
          </p:cNvPr>
          <p:cNvCxnSpPr>
            <a:cxnSpLocks/>
          </p:cNvCxnSpPr>
          <p:nvPr/>
        </p:nvCxnSpPr>
        <p:spPr>
          <a:xfrm flipH="1">
            <a:off x="6107604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C1370C71-BCC6-C5C7-C53B-016D5F0BD701}"/>
              </a:ext>
            </a:extLst>
          </p:cNvPr>
          <p:cNvCxnSpPr>
            <a:cxnSpLocks/>
          </p:cNvCxnSpPr>
          <p:nvPr/>
        </p:nvCxnSpPr>
        <p:spPr>
          <a:xfrm>
            <a:off x="6888266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A930EF01-B290-51E1-90F8-0CFCCBBF25B9}"/>
              </a:ext>
            </a:extLst>
          </p:cNvPr>
          <p:cNvCxnSpPr/>
          <p:nvPr/>
        </p:nvCxnSpPr>
        <p:spPr>
          <a:xfrm>
            <a:off x="7660116" y="225106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657549B9-B54E-F807-5EE7-4CF6C6176744}"/>
              </a:ext>
            </a:extLst>
          </p:cNvPr>
          <p:cNvCxnSpPr/>
          <p:nvPr/>
        </p:nvCxnSpPr>
        <p:spPr>
          <a:xfrm flipV="1">
            <a:off x="3802319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A2C199BC-CF63-D7DB-AB1F-FD547C0B6AC9}"/>
              </a:ext>
            </a:extLst>
          </p:cNvPr>
          <p:cNvCxnSpPr>
            <a:cxnSpLocks/>
          </p:cNvCxnSpPr>
          <p:nvPr/>
        </p:nvCxnSpPr>
        <p:spPr>
          <a:xfrm flipV="1">
            <a:off x="5350381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0EB9B5E7-1329-7C65-BDC7-3A01F18FED70}"/>
              </a:ext>
            </a:extLst>
          </p:cNvPr>
          <p:cNvCxnSpPr>
            <a:cxnSpLocks/>
          </p:cNvCxnSpPr>
          <p:nvPr/>
        </p:nvCxnSpPr>
        <p:spPr>
          <a:xfrm flipV="1">
            <a:off x="4575850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87FFDF2B-E190-2FAF-9774-9EF0A5D87485}"/>
              </a:ext>
            </a:extLst>
          </p:cNvPr>
          <p:cNvCxnSpPr>
            <a:cxnSpLocks/>
          </p:cNvCxnSpPr>
          <p:nvPr/>
        </p:nvCxnSpPr>
        <p:spPr>
          <a:xfrm flipV="1">
            <a:off x="6121769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6F6BC50D-D0BD-AC20-8BDD-C51A2F82A638}"/>
              </a:ext>
            </a:extLst>
          </p:cNvPr>
          <p:cNvCxnSpPr>
            <a:cxnSpLocks/>
          </p:cNvCxnSpPr>
          <p:nvPr/>
        </p:nvCxnSpPr>
        <p:spPr>
          <a:xfrm flipV="1">
            <a:off x="6891276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E415E3B7-BC2A-A1D2-A9F1-8590B7F8C0EC}"/>
              </a:ext>
            </a:extLst>
          </p:cNvPr>
          <p:cNvCxnSpPr>
            <a:cxnSpLocks/>
          </p:cNvCxnSpPr>
          <p:nvPr/>
        </p:nvCxnSpPr>
        <p:spPr>
          <a:xfrm flipV="1">
            <a:off x="7662386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8CEF3F75-AAD0-A538-D575-AE8CC382E817}"/>
                  </a:ext>
                </a:extLst>
              </p:cNvPr>
              <p:cNvSpPr txBox="1"/>
              <p:nvPr/>
            </p:nvSpPr>
            <p:spPr>
              <a:xfrm>
                <a:off x="673512" y="2838790"/>
                <a:ext cx="1655390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LIDAR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12" y="2838790"/>
                <a:ext cx="1655390" cy="257186"/>
              </a:xfrm>
              <a:prstGeom prst="rect">
                <a:avLst/>
              </a:prstGeom>
              <a:blipFill>
                <a:blip r:embed="rId17"/>
                <a:stretch>
                  <a:fillRect l="-1103" b="-26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29424E0F-C330-5C39-9432-9D61B112E50D}"/>
                  </a:ext>
                </a:extLst>
              </p:cNvPr>
              <p:cNvSpPr txBox="1"/>
              <p:nvPr/>
            </p:nvSpPr>
            <p:spPr>
              <a:xfrm>
                <a:off x="949526" y="3142224"/>
                <a:ext cx="1337995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IMU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29424E0F-C330-5C39-9432-9D61B112E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526" y="3142224"/>
                <a:ext cx="1337995" cy="257186"/>
              </a:xfrm>
              <a:prstGeom prst="rect">
                <a:avLst/>
              </a:prstGeom>
              <a:blipFill>
                <a:blip r:embed="rId18"/>
                <a:stretch>
                  <a:fillRect l="-1826" b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9" name="TextBox 598">
                <a:extLst>
                  <a:ext uri="{FF2B5EF4-FFF2-40B4-BE49-F238E27FC236}">
                    <a16:creationId xmlns:a16="http://schemas.microsoft.com/office/drawing/2014/main" id="{27A00F79-FCBB-E616-FF0F-2FCA8C8957BA}"/>
                  </a:ext>
                </a:extLst>
              </p:cNvPr>
              <p:cNvSpPr txBox="1"/>
              <p:nvPr/>
            </p:nvSpPr>
            <p:spPr>
              <a:xfrm>
                <a:off x="674426" y="3445764"/>
                <a:ext cx="1982402" cy="258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CAMERA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40,200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99" name="TextBox 598">
                <a:extLst>
                  <a:ext uri="{FF2B5EF4-FFF2-40B4-BE49-F238E27FC236}">
                    <a16:creationId xmlns:a16="http://schemas.microsoft.com/office/drawing/2014/main" id="{B2D7A268-36EE-F00F-A951-93FECCD92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26" y="3445764"/>
                <a:ext cx="1982402" cy="258789"/>
              </a:xfrm>
              <a:prstGeom prst="rect">
                <a:avLst/>
              </a:prstGeom>
              <a:blipFill>
                <a:blip r:embed="rId19"/>
                <a:stretch>
                  <a:fillRect l="-1274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BA1D3543-EA69-A816-D940-6A8BE726C840}"/>
                  </a:ext>
                </a:extLst>
              </p:cNvPr>
              <p:cNvSpPr txBox="1"/>
              <p:nvPr/>
            </p:nvSpPr>
            <p:spPr>
              <a:xfrm>
                <a:off x="3696760" y="381509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760" y="3815097"/>
                <a:ext cx="343043" cy="307777"/>
              </a:xfrm>
              <a:prstGeom prst="rect">
                <a:avLst/>
              </a:prstGeom>
              <a:blipFill>
                <a:blip r:embed="rId20"/>
                <a:stretch>
                  <a:fillRect l="-13793" r="-13793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95847ED5-588A-98B4-11F2-2BAD05771166}"/>
                  </a:ext>
                </a:extLst>
              </p:cNvPr>
              <p:cNvSpPr txBox="1"/>
              <p:nvPr/>
            </p:nvSpPr>
            <p:spPr>
              <a:xfrm>
                <a:off x="4470680" y="381509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680" y="3815097"/>
                <a:ext cx="343043" cy="307777"/>
              </a:xfrm>
              <a:prstGeom prst="rect">
                <a:avLst/>
              </a:prstGeom>
              <a:blipFill>
                <a:blip r:embed="rId21"/>
                <a:stretch>
                  <a:fillRect l="-13793" r="-13793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8A37C2ED-E289-3FFC-A74E-0275CE272C60}"/>
                  </a:ext>
                </a:extLst>
              </p:cNvPr>
              <p:cNvSpPr txBox="1"/>
              <p:nvPr/>
            </p:nvSpPr>
            <p:spPr>
              <a:xfrm>
                <a:off x="5232036" y="381509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036" y="3815097"/>
                <a:ext cx="343043" cy="307777"/>
              </a:xfrm>
              <a:prstGeom prst="rect">
                <a:avLst/>
              </a:prstGeom>
              <a:blipFill>
                <a:blip r:embed="rId22"/>
                <a:stretch>
                  <a:fillRect l="-13793" r="-13793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432AC5B9-F2CF-81D7-D218-1C0DAA5EF147}"/>
                  </a:ext>
                </a:extLst>
              </p:cNvPr>
              <p:cNvSpPr txBox="1"/>
              <p:nvPr/>
            </p:nvSpPr>
            <p:spPr>
              <a:xfrm>
                <a:off x="6015324" y="381509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24" y="3815097"/>
                <a:ext cx="343043" cy="307777"/>
              </a:xfrm>
              <a:prstGeom prst="rect">
                <a:avLst/>
              </a:prstGeom>
              <a:blipFill>
                <a:blip r:embed="rId23"/>
                <a:stretch>
                  <a:fillRect l="-14286" r="-1428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7EEE693D-9A0A-A260-24AC-D7108B9259A0}"/>
                  </a:ext>
                </a:extLst>
              </p:cNvPr>
              <p:cNvSpPr txBox="1"/>
              <p:nvPr/>
            </p:nvSpPr>
            <p:spPr>
              <a:xfrm>
                <a:off x="6645878" y="3815097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878" y="3815097"/>
                <a:ext cx="485710" cy="307777"/>
              </a:xfrm>
              <a:prstGeom prst="rect">
                <a:avLst/>
              </a:prstGeom>
              <a:blipFill>
                <a:blip r:embed="rId24"/>
                <a:stretch>
                  <a:fillRect l="-12821" r="-1025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D1E69EDF-5CC0-8E61-D391-AD8C7FC47E37}"/>
                  </a:ext>
                </a:extLst>
              </p:cNvPr>
              <p:cNvSpPr txBox="1"/>
              <p:nvPr/>
            </p:nvSpPr>
            <p:spPr>
              <a:xfrm>
                <a:off x="7550965" y="3815097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965" y="3815097"/>
                <a:ext cx="485710" cy="307777"/>
              </a:xfrm>
              <a:prstGeom prst="rect">
                <a:avLst/>
              </a:prstGeom>
              <a:blipFill>
                <a:blip r:embed="rId25"/>
                <a:stretch>
                  <a:fillRect l="-10256" r="-1025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AF05D7FE-97D0-355E-6985-A757F3B98167}"/>
              </a:ext>
            </a:extLst>
          </p:cNvPr>
          <p:cNvCxnSpPr>
            <a:cxnSpLocks/>
          </p:cNvCxnSpPr>
          <p:nvPr/>
        </p:nvCxnSpPr>
        <p:spPr>
          <a:xfrm>
            <a:off x="2018290" y="2241735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ECDABBB1-1E1D-8D63-4F9B-673B4A6529AF}"/>
                  </a:ext>
                </a:extLst>
              </p:cNvPr>
              <p:cNvSpPr txBox="1"/>
              <p:nvPr/>
            </p:nvSpPr>
            <p:spPr>
              <a:xfrm>
                <a:off x="2934514" y="3815097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514" y="3815097"/>
                <a:ext cx="200376" cy="307777"/>
              </a:xfrm>
              <a:prstGeom prst="rect">
                <a:avLst/>
              </a:prstGeom>
              <a:blipFill>
                <a:blip r:embed="rId26"/>
                <a:stretch>
                  <a:fillRect l="-23529" r="-29412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0" name="Group 609">
            <a:extLst>
              <a:ext uri="{FF2B5EF4-FFF2-40B4-BE49-F238E27FC236}">
                <a16:creationId xmlns:a16="http://schemas.microsoft.com/office/drawing/2014/main" id="{8C8517C4-9307-CB51-94F3-1E781583884C}"/>
              </a:ext>
            </a:extLst>
          </p:cNvPr>
          <p:cNvGrpSpPr/>
          <p:nvPr/>
        </p:nvGrpSpPr>
        <p:grpSpPr>
          <a:xfrm>
            <a:off x="4540137" y="2832015"/>
            <a:ext cx="45719" cy="296189"/>
            <a:chOff x="3509152" y="253612"/>
            <a:chExt cx="45719" cy="296189"/>
          </a:xfrm>
        </p:grpSpPr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7A87783D-BB9A-1F4A-582B-B27DE7243C76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E9AE5063-1C6D-D920-BE8B-768B55879205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442ED938-497A-F59B-E4ED-0B4ED7993649}"/>
              </a:ext>
            </a:extLst>
          </p:cNvPr>
          <p:cNvCxnSpPr>
            <a:cxnSpLocks/>
          </p:cNvCxnSpPr>
          <p:nvPr/>
        </p:nvCxnSpPr>
        <p:spPr>
          <a:xfrm>
            <a:off x="8431968" y="224173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7E9DCA83-A7C8-1213-59D8-C624C72F101A}"/>
              </a:ext>
            </a:extLst>
          </p:cNvPr>
          <p:cNvCxnSpPr/>
          <p:nvPr/>
        </p:nvCxnSpPr>
        <p:spPr>
          <a:xfrm>
            <a:off x="9203818" y="224173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9E2FD408-5A0A-196A-BE65-8806DE5045BC}"/>
              </a:ext>
            </a:extLst>
          </p:cNvPr>
          <p:cNvCxnSpPr>
            <a:cxnSpLocks/>
          </p:cNvCxnSpPr>
          <p:nvPr/>
        </p:nvCxnSpPr>
        <p:spPr>
          <a:xfrm flipV="1">
            <a:off x="8434848" y="37284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44E869B7-A3DB-7B7D-489E-70D0B3EFC237}"/>
              </a:ext>
            </a:extLst>
          </p:cNvPr>
          <p:cNvCxnSpPr>
            <a:cxnSpLocks/>
          </p:cNvCxnSpPr>
          <p:nvPr/>
        </p:nvCxnSpPr>
        <p:spPr>
          <a:xfrm flipV="1">
            <a:off x="9205958" y="37284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F0F49D82-0C1D-0623-BE5E-FEBB47F16069}"/>
                  </a:ext>
                </a:extLst>
              </p:cNvPr>
              <p:cNvSpPr txBox="1"/>
              <p:nvPr/>
            </p:nvSpPr>
            <p:spPr>
              <a:xfrm>
                <a:off x="8331561" y="3816443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561" y="3816443"/>
                <a:ext cx="485710" cy="307777"/>
              </a:xfrm>
              <a:prstGeom prst="rect">
                <a:avLst/>
              </a:prstGeom>
              <a:blipFill>
                <a:blip r:embed="rId27"/>
                <a:stretch>
                  <a:fillRect l="-12821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B2587B25-FB06-425F-BA13-334C8D7C7660}"/>
                  </a:ext>
                </a:extLst>
              </p:cNvPr>
              <p:cNvSpPr txBox="1"/>
              <p:nvPr/>
            </p:nvSpPr>
            <p:spPr>
              <a:xfrm>
                <a:off x="9094537" y="3816443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537" y="3816443"/>
                <a:ext cx="485710" cy="307777"/>
              </a:xfrm>
              <a:prstGeom prst="rect">
                <a:avLst/>
              </a:prstGeom>
              <a:blipFill>
                <a:blip r:embed="rId28"/>
                <a:stretch>
                  <a:fillRect l="-12821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7" name="Straight Arrow Connector 616">
            <a:extLst>
              <a:ext uri="{FF2B5EF4-FFF2-40B4-BE49-F238E27FC236}">
                <a16:creationId xmlns:a16="http://schemas.microsoft.com/office/drawing/2014/main" id="{EBE6953C-1D30-45F5-1250-0247576537AB}"/>
              </a:ext>
            </a:extLst>
          </p:cNvPr>
          <p:cNvCxnSpPr>
            <a:cxnSpLocks/>
          </p:cNvCxnSpPr>
          <p:nvPr/>
        </p:nvCxnSpPr>
        <p:spPr>
          <a:xfrm>
            <a:off x="3028425" y="3722311"/>
            <a:ext cx="8979091" cy="4756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8F0835C7-0394-4C19-0004-C421A1414A9F}"/>
              </a:ext>
            </a:extLst>
          </p:cNvPr>
          <p:cNvCxnSpPr/>
          <p:nvPr/>
        </p:nvCxnSpPr>
        <p:spPr>
          <a:xfrm>
            <a:off x="9813744" y="2251066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TextBox 618">
            <a:extLst>
              <a:ext uri="{FF2B5EF4-FFF2-40B4-BE49-F238E27FC236}">
                <a16:creationId xmlns:a16="http://schemas.microsoft.com/office/drawing/2014/main" id="{B7FA430B-D612-F694-2138-F21EDDD7540C}"/>
              </a:ext>
            </a:extLst>
          </p:cNvPr>
          <p:cNvSpPr txBox="1"/>
          <p:nvPr/>
        </p:nvSpPr>
        <p:spPr>
          <a:xfrm>
            <a:off x="2187514" y="2481786"/>
            <a:ext cx="2161874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 dirty="0"/>
              <a:t>Exec. Scenario A: No opt.    </a:t>
            </a:r>
          </a:p>
        </p:txBody>
      </p: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DE722E30-8447-1E11-FF96-6B679A929CC7}"/>
              </a:ext>
            </a:extLst>
          </p:cNvPr>
          <p:cNvCxnSpPr>
            <a:cxnSpLocks/>
          </p:cNvCxnSpPr>
          <p:nvPr/>
        </p:nvCxnSpPr>
        <p:spPr>
          <a:xfrm>
            <a:off x="9814277" y="223268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A05E85EA-355B-E11B-468F-CA88D7A7E2F3}"/>
              </a:ext>
            </a:extLst>
          </p:cNvPr>
          <p:cNvCxnSpPr/>
          <p:nvPr/>
        </p:nvCxnSpPr>
        <p:spPr>
          <a:xfrm>
            <a:off x="10597279" y="223268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265895C5-2977-F723-8723-29B45BDCE13D}"/>
              </a:ext>
            </a:extLst>
          </p:cNvPr>
          <p:cNvCxnSpPr>
            <a:cxnSpLocks/>
          </p:cNvCxnSpPr>
          <p:nvPr/>
        </p:nvCxnSpPr>
        <p:spPr>
          <a:xfrm>
            <a:off x="11369131" y="222335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8E89326C-F64D-C5BF-2F70-BB1486D0A67C}"/>
                  </a:ext>
                </a:extLst>
              </p:cNvPr>
              <p:cNvSpPr txBox="1"/>
              <p:nvPr/>
            </p:nvSpPr>
            <p:spPr>
              <a:xfrm>
                <a:off x="11835824" y="383827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5824" y="3838270"/>
                <a:ext cx="231602" cy="43088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CAD0D72F-7AC7-8249-A99A-7D946E09E8D6}"/>
                  </a:ext>
                </a:extLst>
              </p:cNvPr>
              <p:cNvSpPr txBox="1"/>
              <p:nvPr/>
            </p:nvSpPr>
            <p:spPr>
              <a:xfrm>
                <a:off x="9746711" y="3816875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711" y="3816875"/>
                <a:ext cx="485710" cy="307777"/>
              </a:xfrm>
              <a:prstGeom prst="rect">
                <a:avLst/>
              </a:prstGeom>
              <a:blipFill>
                <a:blip r:embed="rId30"/>
                <a:stretch>
                  <a:fillRect l="-10256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8F3F19C6-4159-BE71-D7D4-F7D4D43BF909}"/>
                  </a:ext>
                </a:extLst>
              </p:cNvPr>
              <p:cNvSpPr txBox="1"/>
              <p:nvPr/>
            </p:nvSpPr>
            <p:spPr>
              <a:xfrm>
                <a:off x="10343427" y="3816875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427" y="3816875"/>
                <a:ext cx="485710" cy="307777"/>
              </a:xfrm>
              <a:prstGeom prst="rect">
                <a:avLst/>
              </a:prstGeom>
              <a:blipFill>
                <a:blip r:embed="rId31"/>
                <a:stretch>
                  <a:fillRect l="-10256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1" name="Freeform 660">
            <a:extLst>
              <a:ext uri="{FF2B5EF4-FFF2-40B4-BE49-F238E27FC236}">
                <a16:creationId xmlns:a16="http://schemas.microsoft.com/office/drawing/2014/main" id="{14DBC8BA-C682-BEE2-5681-681FB3511D99}"/>
              </a:ext>
            </a:extLst>
          </p:cNvPr>
          <p:cNvSpPr/>
          <p:nvPr/>
        </p:nvSpPr>
        <p:spPr>
          <a:xfrm>
            <a:off x="2755988" y="2776250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9525">
            <a:solidFill>
              <a:srgbClr val="C0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AB0A3D50-C0EA-FD03-51E4-AE7982CA83E4}"/>
              </a:ext>
            </a:extLst>
          </p:cNvPr>
          <p:cNvSpPr/>
          <p:nvPr/>
        </p:nvSpPr>
        <p:spPr>
          <a:xfrm flipH="1">
            <a:off x="3020658" y="2840701"/>
            <a:ext cx="783423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665" name="Group 664">
            <a:extLst>
              <a:ext uri="{FF2B5EF4-FFF2-40B4-BE49-F238E27FC236}">
                <a16:creationId xmlns:a16="http://schemas.microsoft.com/office/drawing/2014/main" id="{727FDCF5-5C3B-C298-0E09-64B190F25306}"/>
              </a:ext>
            </a:extLst>
          </p:cNvPr>
          <p:cNvGrpSpPr/>
          <p:nvPr/>
        </p:nvGrpSpPr>
        <p:grpSpPr>
          <a:xfrm>
            <a:off x="166256" y="4370809"/>
            <a:ext cx="11594364" cy="2189611"/>
            <a:chOff x="193964" y="831603"/>
            <a:chExt cx="11594364" cy="2189611"/>
          </a:xfrm>
        </p:grpSpPr>
        <p:sp>
          <p:nvSpPr>
            <p:cNvPr id="666" name="Rectangle 665">
              <a:extLst>
                <a:ext uri="{FF2B5EF4-FFF2-40B4-BE49-F238E27FC236}">
                  <a16:creationId xmlns:a16="http://schemas.microsoft.com/office/drawing/2014/main" id="{1498B624-C97F-96F7-5901-E3BB0961D2BB}"/>
                </a:ext>
              </a:extLst>
            </p:cNvPr>
            <p:cNvSpPr/>
            <p:nvPr/>
          </p:nvSpPr>
          <p:spPr>
            <a:xfrm flipH="1">
              <a:off x="3054653" y="1747974"/>
              <a:ext cx="45719" cy="2897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67" name="Rectangle 666">
              <a:extLst>
                <a:ext uri="{FF2B5EF4-FFF2-40B4-BE49-F238E27FC236}">
                  <a16:creationId xmlns:a16="http://schemas.microsoft.com/office/drawing/2014/main" id="{E5D54C73-E57F-5A06-25A7-16D290F4ECA9}"/>
                </a:ext>
              </a:extLst>
            </p:cNvPr>
            <p:cNvSpPr/>
            <p:nvPr/>
          </p:nvSpPr>
          <p:spPr>
            <a:xfrm flipH="1">
              <a:off x="3048368" y="1444511"/>
              <a:ext cx="767178" cy="2897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668" name="Straight Connector 667">
              <a:extLst>
                <a:ext uri="{FF2B5EF4-FFF2-40B4-BE49-F238E27FC236}">
                  <a16:creationId xmlns:a16="http://schemas.microsoft.com/office/drawing/2014/main" id="{109A2C46-53B2-9D51-4A88-4223CFD7D872}"/>
                </a:ext>
              </a:extLst>
            </p:cNvPr>
            <p:cNvCxnSpPr>
              <a:cxnSpLocks/>
            </p:cNvCxnSpPr>
            <p:nvPr/>
          </p:nvCxnSpPr>
          <p:spPr>
            <a:xfrm>
              <a:off x="221673" y="2330560"/>
              <a:ext cx="9955188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668">
              <a:extLst>
                <a:ext uri="{FF2B5EF4-FFF2-40B4-BE49-F238E27FC236}">
                  <a16:creationId xmlns:a16="http://schemas.microsoft.com/office/drawing/2014/main" id="{134C5B3A-AC10-C3C1-BE84-1348DFB80E2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289" y="853214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669">
              <a:extLst>
                <a:ext uri="{FF2B5EF4-FFF2-40B4-BE49-F238E27FC236}">
                  <a16:creationId xmlns:a16="http://schemas.microsoft.com/office/drawing/2014/main" id="{CF7BF001-A358-9822-AAEE-4EFC5F95CAA9}"/>
                </a:ext>
              </a:extLst>
            </p:cNvPr>
            <p:cNvCxnSpPr>
              <a:cxnSpLocks/>
            </p:cNvCxnSpPr>
            <p:nvPr/>
          </p:nvCxnSpPr>
          <p:spPr>
            <a:xfrm>
              <a:off x="2047674" y="2636473"/>
              <a:ext cx="9720000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670">
              <a:extLst>
                <a:ext uri="{FF2B5EF4-FFF2-40B4-BE49-F238E27FC236}">
                  <a16:creationId xmlns:a16="http://schemas.microsoft.com/office/drawing/2014/main" id="{D35154F8-1378-82DD-6223-D22F6E421650}"/>
                </a:ext>
              </a:extLst>
            </p:cNvPr>
            <p:cNvCxnSpPr>
              <a:cxnSpLocks/>
            </p:cNvCxnSpPr>
            <p:nvPr/>
          </p:nvCxnSpPr>
          <p:spPr>
            <a:xfrm>
              <a:off x="2068328" y="1149796"/>
              <a:ext cx="9720000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671">
              <a:extLst>
                <a:ext uri="{FF2B5EF4-FFF2-40B4-BE49-F238E27FC236}">
                  <a16:creationId xmlns:a16="http://schemas.microsoft.com/office/drawing/2014/main" id="{D82931D6-5076-0704-3AF7-4E9BEFA6AF11}"/>
                </a:ext>
              </a:extLst>
            </p:cNvPr>
            <p:cNvCxnSpPr>
              <a:cxnSpLocks/>
            </p:cNvCxnSpPr>
            <p:nvPr/>
          </p:nvCxnSpPr>
          <p:spPr>
            <a:xfrm>
              <a:off x="207818" y="1445290"/>
              <a:ext cx="11526982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672">
              <a:extLst>
                <a:ext uri="{FF2B5EF4-FFF2-40B4-BE49-F238E27FC236}">
                  <a16:creationId xmlns:a16="http://schemas.microsoft.com/office/drawing/2014/main" id="{00EC9010-BEDE-C208-8457-B1210677905D}"/>
                </a:ext>
              </a:extLst>
            </p:cNvPr>
            <p:cNvCxnSpPr>
              <a:cxnSpLocks/>
            </p:cNvCxnSpPr>
            <p:nvPr/>
          </p:nvCxnSpPr>
          <p:spPr>
            <a:xfrm>
              <a:off x="193964" y="1738364"/>
              <a:ext cx="11526981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673">
              <a:extLst>
                <a:ext uri="{FF2B5EF4-FFF2-40B4-BE49-F238E27FC236}">
                  <a16:creationId xmlns:a16="http://schemas.microsoft.com/office/drawing/2014/main" id="{56FEE031-76EF-ABC7-39A1-654E32BD0EC8}"/>
                </a:ext>
              </a:extLst>
            </p:cNvPr>
            <p:cNvCxnSpPr>
              <a:cxnSpLocks/>
            </p:cNvCxnSpPr>
            <p:nvPr/>
          </p:nvCxnSpPr>
          <p:spPr>
            <a:xfrm>
              <a:off x="235527" y="2041488"/>
              <a:ext cx="11402291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674">
              <a:extLst>
                <a:ext uri="{FF2B5EF4-FFF2-40B4-BE49-F238E27FC236}">
                  <a16:creationId xmlns:a16="http://schemas.microsoft.com/office/drawing/2014/main" id="{DA5BCDCE-18EA-CD80-53A2-FFACEDAE30A7}"/>
                </a:ext>
              </a:extLst>
            </p:cNvPr>
            <p:cNvCxnSpPr>
              <a:cxnSpLocks/>
            </p:cNvCxnSpPr>
            <p:nvPr/>
          </p:nvCxnSpPr>
          <p:spPr>
            <a:xfrm>
              <a:off x="2406191" y="859315"/>
              <a:ext cx="3535" cy="2161899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675">
              <a:extLst>
                <a:ext uri="{FF2B5EF4-FFF2-40B4-BE49-F238E27FC236}">
                  <a16:creationId xmlns:a16="http://schemas.microsoft.com/office/drawing/2014/main" id="{45F50346-4333-FB87-3D0F-2122974CBF44}"/>
                </a:ext>
              </a:extLst>
            </p:cNvPr>
            <p:cNvCxnSpPr>
              <a:cxnSpLocks/>
            </p:cNvCxnSpPr>
            <p:nvPr/>
          </p:nvCxnSpPr>
          <p:spPr>
            <a:xfrm>
              <a:off x="3828572" y="859314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676">
              <a:extLst>
                <a:ext uri="{FF2B5EF4-FFF2-40B4-BE49-F238E27FC236}">
                  <a16:creationId xmlns:a16="http://schemas.microsoft.com/office/drawing/2014/main" id="{7E372AF0-F23F-106D-EE55-C88C7E34A3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97549" y="859314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677">
              <a:extLst>
                <a:ext uri="{FF2B5EF4-FFF2-40B4-BE49-F238E27FC236}">
                  <a16:creationId xmlns:a16="http://schemas.microsoft.com/office/drawing/2014/main" id="{EDEBA1E5-5D90-EE8D-72B9-1051DB3136C7}"/>
                </a:ext>
              </a:extLst>
            </p:cNvPr>
            <p:cNvCxnSpPr>
              <a:cxnSpLocks/>
            </p:cNvCxnSpPr>
            <p:nvPr/>
          </p:nvCxnSpPr>
          <p:spPr>
            <a:xfrm>
              <a:off x="5382549" y="859314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678">
              <a:extLst>
                <a:ext uri="{FF2B5EF4-FFF2-40B4-BE49-F238E27FC236}">
                  <a16:creationId xmlns:a16="http://schemas.microsoft.com/office/drawing/2014/main" id="{FC196F98-F6B3-BE72-0040-34D75CF14E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5313" y="859314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679">
              <a:extLst>
                <a:ext uri="{FF2B5EF4-FFF2-40B4-BE49-F238E27FC236}">
                  <a16:creationId xmlns:a16="http://schemas.microsoft.com/office/drawing/2014/main" id="{3913CC17-A7A1-5810-D260-91FBCC05B60C}"/>
                </a:ext>
              </a:extLst>
            </p:cNvPr>
            <p:cNvCxnSpPr>
              <a:cxnSpLocks/>
            </p:cNvCxnSpPr>
            <p:nvPr/>
          </p:nvCxnSpPr>
          <p:spPr>
            <a:xfrm>
              <a:off x="6915975" y="859314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680">
              <a:extLst>
                <a:ext uri="{FF2B5EF4-FFF2-40B4-BE49-F238E27FC236}">
                  <a16:creationId xmlns:a16="http://schemas.microsoft.com/office/drawing/2014/main" id="{75A57760-18A4-F15F-3391-8970F91149C5}"/>
                </a:ext>
              </a:extLst>
            </p:cNvPr>
            <p:cNvCxnSpPr/>
            <p:nvPr/>
          </p:nvCxnSpPr>
          <p:spPr>
            <a:xfrm>
              <a:off x="7687825" y="859315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681">
              <a:extLst>
                <a:ext uri="{FF2B5EF4-FFF2-40B4-BE49-F238E27FC236}">
                  <a16:creationId xmlns:a16="http://schemas.microsoft.com/office/drawing/2014/main" id="{B163F547-FA78-C37A-040E-B5E8F7A9658D}"/>
                </a:ext>
              </a:extLst>
            </p:cNvPr>
            <p:cNvCxnSpPr/>
            <p:nvPr/>
          </p:nvCxnSpPr>
          <p:spPr>
            <a:xfrm flipV="1">
              <a:off x="3830028" y="2335316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682">
              <a:extLst>
                <a:ext uri="{FF2B5EF4-FFF2-40B4-BE49-F238E27FC236}">
                  <a16:creationId xmlns:a16="http://schemas.microsoft.com/office/drawing/2014/main" id="{AC8D46BE-F5A7-9671-9FC9-AF872F60DB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8090" y="2335316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683">
              <a:extLst>
                <a:ext uri="{FF2B5EF4-FFF2-40B4-BE49-F238E27FC236}">
                  <a16:creationId xmlns:a16="http://schemas.microsoft.com/office/drawing/2014/main" id="{7C773D73-7598-2993-76AD-434501FC04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03559" y="2335316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684">
              <a:extLst>
                <a:ext uri="{FF2B5EF4-FFF2-40B4-BE49-F238E27FC236}">
                  <a16:creationId xmlns:a16="http://schemas.microsoft.com/office/drawing/2014/main" id="{290C547D-F82F-8D98-35BF-F8462EDCDB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9478" y="2335316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685">
              <a:extLst>
                <a:ext uri="{FF2B5EF4-FFF2-40B4-BE49-F238E27FC236}">
                  <a16:creationId xmlns:a16="http://schemas.microsoft.com/office/drawing/2014/main" id="{D7706188-AB39-6C90-1F5F-2AB1B965C1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8985" y="2335316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686">
              <a:extLst>
                <a:ext uri="{FF2B5EF4-FFF2-40B4-BE49-F238E27FC236}">
                  <a16:creationId xmlns:a16="http://schemas.microsoft.com/office/drawing/2014/main" id="{F5602226-5DC5-E9F3-3C1E-763B851AEC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0095" y="2335316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8" name="TextBox 687">
                  <a:extLst>
                    <a:ext uri="{FF2B5EF4-FFF2-40B4-BE49-F238E27FC236}">
                      <a16:creationId xmlns:a16="http://schemas.microsoft.com/office/drawing/2014/main" id="{723A6EDF-A9A2-C49D-AE83-D56193D7A61D}"/>
                    </a:ext>
                  </a:extLst>
                </p:cNvPr>
                <p:cNvSpPr txBox="1"/>
                <p:nvPr/>
              </p:nvSpPr>
              <p:spPr>
                <a:xfrm>
                  <a:off x="703616" y="1452597"/>
                  <a:ext cx="1761188" cy="25718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RU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LIDAR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R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20,100</m:t>
                            </m:r>
                          </m:e>
                        </m:d>
                      </m:oMath>
                    </m:oMathPara>
                  </a14:m>
                  <a:endParaRPr lang="en-RU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8" name="TextBox 687">
                  <a:extLst>
                    <a:ext uri="{FF2B5EF4-FFF2-40B4-BE49-F238E27FC236}">
                      <a16:creationId xmlns:a16="http://schemas.microsoft.com/office/drawing/2014/main" id="{086D5918-6016-9AE7-E30D-38160198CE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616" y="1452597"/>
                  <a:ext cx="1761188" cy="257186"/>
                </a:xfrm>
                <a:prstGeom prst="rect">
                  <a:avLst/>
                </a:prstGeom>
                <a:blipFill>
                  <a:blip r:embed="rId32"/>
                  <a:stretch>
                    <a:fillRect l="-1439" b="-2381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9" name="TextBox 688">
                  <a:extLst>
                    <a:ext uri="{FF2B5EF4-FFF2-40B4-BE49-F238E27FC236}">
                      <a16:creationId xmlns:a16="http://schemas.microsoft.com/office/drawing/2014/main" id="{31E83B33-54C5-41D2-29C1-C49C394DBA1B}"/>
                    </a:ext>
                  </a:extLst>
                </p:cNvPr>
                <p:cNvSpPr txBox="1"/>
                <p:nvPr/>
              </p:nvSpPr>
              <p:spPr>
                <a:xfrm>
                  <a:off x="699943" y="1750473"/>
                  <a:ext cx="1224181" cy="25718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RU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IMU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R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1,5</m:t>
                            </m:r>
                          </m:e>
                        </m:d>
                      </m:oMath>
                    </m:oMathPara>
                  </a14:m>
                  <a:endParaRPr lang="en-RU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9" name="TextBox 688">
                  <a:extLst>
                    <a:ext uri="{FF2B5EF4-FFF2-40B4-BE49-F238E27FC236}">
                      <a16:creationId xmlns:a16="http://schemas.microsoft.com/office/drawing/2014/main" id="{B50F334A-3973-0A91-5CED-C0F19486C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943" y="1750473"/>
                  <a:ext cx="1224181" cy="257186"/>
                </a:xfrm>
                <a:prstGeom prst="rect">
                  <a:avLst/>
                </a:prstGeom>
                <a:blipFill>
                  <a:blip r:embed="rId33"/>
                  <a:stretch>
                    <a:fillRect l="-1020" b="-2381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0" name="TextBox 689">
                  <a:extLst>
                    <a:ext uri="{FF2B5EF4-FFF2-40B4-BE49-F238E27FC236}">
                      <a16:creationId xmlns:a16="http://schemas.microsoft.com/office/drawing/2014/main" id="{65987AB9-793D-5E45-A9F1-37D154A8E54A}"/>
                    </a:ext>
                  </a:extLst>
                </p:cNvPr>
                <p:cNvSpPr txBox="1"/>
                <p:nvPr/>
              </p:nvSpPr>
              <p:spPr>
                <a:xfrm>
                  <a:off x="702135" y="2054013"/>
                  <a:ext cx="1982402" cy="2587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RU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CAMERA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RU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40,200</m:t>
                            </m:r>
                          </m:e>
                        </m:d>
                      </m:oMath>
                    </m:oMathPara>
                  </a14:m>
                  <a:endParaRPr lang="en-RU" sz="1600" dirty="0"/>
                </a:p>
              </p:txBody>
            </p:sp>
          </mc:Choice>
          <mc:Fallback xmlns="">
            <p:sp>
              <p:nvSpPr>
                <p:cNvPr id="690" name="TextBox 689">
                  <a:extLst>
                    <a:ext uri="{FF2B5EF4-FFF2-40B4-BE49-F238E27FC236}">
                      <a16:creationId xmlns:a16="http://schemas.microsoft.com/office/drawing/2014/main" id="{95875834-A3B7-B059-D50D-257C27537E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135" y="2054013"/>
                  <a:ext cx="1982402" cy="258789"/>
                </a:xfrm>
                <a:prstGeom prst="rect">
                  <a:avLst/>
                </a:prstGeom>
                <a:blipFill>
                  <a:blip r:embed="rId34"/>
                  <a:stretch>
                    <a:fillRect l="-1274" b="-28571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1" name="TextBox 690">
                  <a:extLst>
                    <a:ext uri="{FF2B5EF4-FFF2-40B4-BE49-F238E27FC236}">
                      <a16:creationId xmlns:a16="http://schemas.microsoft.com/office/drawing/2014/main" id="{B4E6029C-5DC8-114E-8A35-4BF7040D3A7F}"/>
                    </a:ext>
                  </a:extLst>
                </p:cNvPr>
                <p:cNvSpPr txBox="1"/>
                <p:nvPr/>
              </p:nvSpPr>
              <p:spPr>
                <a:xfrm>
                  <a:off x="3724469" y="2423346"/>
                  <a:ext cx="34304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691" name="TextBox 690">
                  <a:extLst>
                    <a:ext uri="{FF2B5EF4-FFF2-40B4-BE49-F238E27FC236}">
                      <a16:creationId xmlns:a16="http://schemas.microsoft.com/office/drawing/2014/main" id="{1BABAAA4-49C4-48BF-89C9-6F6BCAD6D5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4469" y="2423346"/>
                  <a:ext cx="343043" cy="307777"/>
                </a:xfrm>
                <a:prstGeom prst="rect">
                  <a:avLst/>
                </a:prstGeom>
                <a:blipFill>
                  <a:blip r:embed="rId35"/>
                  <a:stretch>
                    <a:fillRect l="-13793" r="-13793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2" name="TextBox 691">
                  <a:extLst>
                    <a:ext uri="{FF2B5EF4-FFF2-40B4-BE49-F238E27FC236}">
                      <a16:creationId xmlns:a16="http://schemas.microsoft.com/office/drawing/2014/main" id="{C522DD25-2C8B-3E37-E0FF-F0710F7BDB73}"/>
                    </a:ext>
                  </a:extLst>
                </p:cNvPr>
                <p:cNvSpPr txBox="1"/>
                <p:nvPr/>
              </p:nvSpPr>
              <p:spPr>
                <a:xfrm>
                  <a:off x="4498389" y="2423346"/>
                  <a:ext cx="34304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692" name="TextBox 691">
                  <a:extLst>
                    <a:ext uri="{FF2B5EF4-FFF2-40B4-BE49-F238E27FC236}">
                      <a16:creationId xmlns:a16="http://schemas.microsoft.com/office/drawing/2014/main" id="{33EF5C54-8611-76C9-AAF4-707B4D890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8389" y="2423346"/>
                  <a:ext cx="343043" cy="307777"/>
                </a:xfrm>
                <a:prstGeom prst="rect">
                  <a:avLst/>
                </a:prstGeom>
                <a:blipFill>
                  <a:blip r:embed="rId36"/>
                  <a:stretch>
                    <a:fillRect l="-13793" r="-13793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3" name="TextBox 692">
                  <a:extLst>
                    <a:ext uri="{FF2B5EF4-FFF2-40B4-BE49-F238E27FC236}">
                      <a16:creationId xmlns:a16="http://schemas.microsoft.com/office/drawing/2014/main" id="{6EA10A03-C080-1149-BD3D-F4CBCDEDFE3A}"/>
                    </a:ext>
                  </a:extLst>
                </p:cNvPr>
                <p:cNvSpPr txBox="1"/>
                <p:nvPr/>
              </p:nvSpPr>
              <p:spPr>
                <a:xfrm>
                  <a:off x="5259745" y="2423346"/>
                  <a:ext cx="34304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693" name="TextBox 692">
                  <a:extLst>
                    <a:ext uri="{FF2B5EF4-FFF2-40B4-BE49-F238E27FC236}">
                      <a16:creationId xmlns:a16="http://schemas.microsoft.com/office/drawing/2014/main" id="{7020DBB1-5713-B67B-42C5-46A9FB14BB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9745" y="2423346"/>
                  <a:ext cx="343043" cy="307777"/>
                </a:xfrm>
                <a:prstGeom prst="rect">
                  <a:avLst/>
                </a:prstGeom>
                <a:blipFill>
                  <a:blip r:embed="rId37"/>
                  <a:stretch>
                    <a:fillRect l="-13793" r="-13793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4" name="TextBox 693">
                  <a:extLst>
                    <a:ext uri="{FF2B5EF4-FFF2-40B4-BE49-F238E27FC236}">
                      <a16:creationId xmlns:a16="http://schemas.microsoft.com/office/drawing/2014/main" id="{52A950C8-69C8-C0C7-CC34-8435B48C002D}"/>
                    </a:ext>
                  </a:extLst>
                </p:cNvPr>
                <p:cNvSpPr txBox="1"/>
                <p:nvPr/>
              </p:nvSpPr>
              <p:spPr>
                <a:xfrm>
                  <a:off x="6043033" y="2423346"/>
                  <a:ext cx="34304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694" name="TextBox 693">
                  <a:extLst>
                    <a:ext uri="{FF2B5EF4-FFF2-40B4-BE49-F238E27FC236}">
                      <a16:creationId xmlns:a16="http://schemas.microsoft.com/office/drawing/2014/main" id="{541CDFA7-25D0-F002-00E0-791503F863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3033" y="2423346"/>
                  <a:ext cx="343043" cy="307777"/>
                </a:xfrm>
                <a:prstGeom prst="rect">
                  <a:avLst/>
                </a:prstGeom>
                <a:blipFill>
                  <a:blip r:embed="rId38"/>
                  <a:stretch>
                    <a:fillRect l="-14286" r="-14286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5" name="TextBox 694">
                  <a:extLst>
                    <a:ext uri="{FF2B5EF4-FFF2-40B4-BE49-F238E27FC236}">
                      <a16:creationId xmlns:a16="http://schemas.microsoft.com/office/drawing/2014/main" id="{F55D80CB-F1BC-2B25-FFC6-1C49D96035FF}"/>
                    </a:ext>
                  </a:extLst>
                </p:cNvPr>
                <p:cNvSpPr txBox="1"/>
                <p:nvPr/>
              </p:nvSpPr>
              <p:spPr>
                <a:xfrm>
                  <a:off x="6673587" y="2423346"/>
                  <a:ext cx="48571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695" name="TextBox 694">
                  <a:extLst>
                    <a:ext uri="{FF2B5EF4-FFF2-40B4-BE49-F238E27FC236}">
                      <a16:creationId xmlns:a16="http://schemas.microsoft.com/office/drawing/2014/main" id="{75123DFD-EE32-17B0-DC3C-737809AD8A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3587" y="2423346"/>
                  <a:ext cx="485710" cy="307777"/>
                </a:xfrm>
                <a:prstGeom prst="rect">
                  <a:avLst/>
                </a:prstGeom>
                <a:blipFill>
                  <a:blip r:embed="rId39"/>
                  <a:stretch>
                    <a:fillRect l="-12821" r="-10256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6" name="TextBox 695">
                  <a:extLst>
                    <a:ext uri="{FF2B5EF4-FFF2-40B4-BE49-F238E27FC236}">
                      <a16:creationId xmlns:a16="http://schemas.microsoft.com/office/drawing/2014/main" id="{3DC47CA1-EB8D-5175-E3E4-0610DBF0984E}"/>
                    </a:ext>
                  </a:extLst>
                </p:cNvPr>
                <p:cNvSpPr txBox="1"/>
                <p:nvPr/>
              </p:nvSpPr>
              <p:spPr>
                <a:xfrm>
                  <a:off x="7578674" y="2423346"/>
                  <a:ext cx="48571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120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696" name="TextBox 695">
                  <a:extLst>
                    <a:ext uri="{FF2B5EF4-FFF2-40B4-BE49-F238E27FC236}">
                      <a16:creationId xmlns:a16="http://schemas.microsoft.com/office/drawing/2014/main" id="{267BAF05-6749-12C3-E1E5-E404B7B4EA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8674" y="2423346"/>
                  <a:ext cx="485710" cy="307777"/>
                </a:xfrm>
                <a:prstGeom prst="rect">
                  <a:avLst/>
                </a:prstGeom>
                <a:blipFill>
                  <a:blip r:embed="rId40"/>
                  <a:stretch>
                    <a:fillRect l="-10256" r="-10256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7" name="Straight Connector 696">
              <a:extLst>
                <a:ext uri="{FF2B5EF4-FFF2-40B4-BE49-F238E27FC236}">
                  <a16:creationId xmlns:a16="http://schemas.microsoft.com/office/drawing/2014/main" id="{7C2247DC-07D5-4C1A-600C-E5B6A67F25CE}"/>
                </a:ext>
              </a:extLst>
            </p:cNvPr>
            <p:cNvCxnSpPr>
              <a:cxnSpLocks/>
            </p:cNvCxnSpPr>
            <p:nvPr/>
          </p:nvCxnSpPr>
          <p:spPr>
            <a:xfrm>
              <a:off x="2045999" y="849984"/>
              <a:ext cx="9720000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8" name="TextBox 697">
                  <a:extLst>
                    <a:ext uri="{FF2B5EF4-FFF2-40B4-BE49-F238E27FC236}">
                      <a16:creationId xmlns:a16="http://schemas.microsoft.com/office/drawing/2014/main" id="{01B9EA57-65F4-C0AF-DC9D-04DE47233C7C}"/>
                    </a:ext>
                  </a:extLst>
                </p:cNvPr>
                <p:cNvSpPr txBox="1"/>
                <p:nvPr/>
              </p:nvSpPr>
              <p:spPr>
                <a:xfrm>
                  <a:off x="2962223" y="2423346"/>
                  <a:ext cx="20037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698" name="TextBox 697">
                  <a:extLst>
                    <a:ext uri="{FF2B5EF4-FFF2-40B4-BE49-F238E27FC236}">
                      <a16:creationId xmlns:a16="http://schemas.microsoft.com/office/drawing/2014/main" id="{852C2C59-7164-5445-0777-EBA8CD4DB3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2223" y="2423346"/>
                  <a:ext cx="200376" cy="307777"/>
                </a:xfrm>
                <a:prstGeom prst="rect">
                  <a:avLst/>
                </a:prstGeom>
                <a:blipFill>
                  <a:blip r:embed="rId41"/>
                  <a:stretch>
                    <a:fillRect l="-23529" r="-29412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9" name="Straight Connector 698">
              <a:extLst>
                <a:ext uri="{FF2B5EF4-FFF2-40B4-BE49-F238E27FC236}">
                  <a16:creationId xmlns:a16="http://schemas.microsoft.com/office/drawing/2014/main" id="{1E3C51A7-AF86-86D4-AC0F-9B0DFD0E42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6896" y="1454544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699">
              <a:extLst>
                <a:ext uri="{FF2B5EF4-FFF2-40B4-BE49-F238E27FC236}">
                  <a16:creationId xmlns:a16="http://schemas.microsoft.com/office/drawing/2014/main" id="{6FF93EB0-CBE7-C75F-C3B4-A931A85977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7080" y="2026821"/>
              <a:ext cx="0" cy="308495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1" name="Group 700">
              <a:extLst>
                <a:ext uri="{FF2B5EF4-FFF2-40B4-BE49-F238E27FC236}">
                  <a16:creationId xmlns:a16="http://schemas.microsoft.com/office/drawing/2014/main" id="{C189B33B-99AD-04CF-37EC-670EFC73CE72}"/>
                </a:ext>
              </a:extLst>
            </p:cNvPr>
            <p:cNvGrpSpPr/>
            <p:nvPr/>
          </p:nvGrpSpPr>
          <p:grpSpPr>
            <a:xfrm>
              <a:off x="4567846" y="1440264"/>
              <a:ext cx="45719" cy="296189"/>
              <a:chOff x="3509152" y="253612"/>
              <a:chExt cx="45719" cy="296189"/>
            </a:xfrm>
          </p:grpSpPr>
          <p:sp>
            <p:nvSpPr>
              <p:cNvPr id="754" name="Rectangle 753">
                <a:extLst>
                  <a:ext uri="{FF2B5EF4-FFF2-40B4-BE49-F238E27FC236}">
                    <a16:creationId xmlns:a16="http://schemas.microsoft.com/office/drawing/2014/main" id="{559B5E79-40A0-36E2-CB6F-E96B02C8E55C}"/>
                  </a:ext>
                </a:extLst>
              </p:cNvPr>
              <p:cNvSpPr/>
              <p:nvPr/>
            </p:nvSpPr>
            <p:spPr>
              <a:xfrm flipH="1">
                <a:off x="3509152" y="253612"/>
                <a:ext cx="45719" cy="289752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755" name="Straight Connector 754">
                <a:extLst>
                  <a:ext uri="{FF2B5EF4-FFF2-40B4-BE49-F238E27FC236}">
                    <a16:creationId xmlns:a16="http://schemas.microsoft.com/office/drawing/2014/main" id="{78516AD1-3439-FCDC-3898-FD28A17C23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2011" y="253612"/>
                <a:ext cx="0" cy="296189"/>
              </a:xfrm>
              <a:prstGeom prst="line">
                <a:avLst/>
              </a:prstGeom>
              <a:ln w="22225" cmpd="sng">
                <a:solidFill>
                  <a:schemeClr val="tx1"/>
                </a:solidFill>
                <a:prstDash val="sysDot"/>
                <a:headEnd type="none" w="med" len="lg"/>
                <a:tailEnd type="none" w="med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02" name="Straight Connector 701">
              <a:extLst>
                <a:ext uri="{FF2B5EF4-FFF2-40B4-BE49-F238E27FC236}">
                  <a16:creationId xmlns:a16="http://schemas.microsoft.com/office/drawing/2014/main" id="{56110170-7532-D9D0-8C1E-F303D1C312E4}"/>
                </a:ext>
              </a:extLst>
            </p:cNvPr>
            <p:cNvCxnSpPr>
              <a:cxnSpLocks/>
            </p:cNvCxnSpPr>
            <p:nvPr/>
          </p:nvCxnSpPr>
          <p:spPr>
            <a:xfrm>
              <a:off x="8459677" y="849983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702">
              <a:extLst>
                <a:ext uri="{FF2B5EF4-FFF2-40B4-BE49-F238E27FC236}">
                  <a16:creationId xmlns:a16="http://schemas.microsoft.com/office/drawing/2014/main" id="{55BD08E5-6319-71F7-1B8C-B29D5017BD78}"/>
                </a:ext>
              </a:extLst>
            </p:cNvPr>
            <p:cNvCxnSpPr/>
            <p:nvPr/>
          </p:nvCxnSpPr>
          <p:spPr>
            <a:xfrm>
              <a:off x="9231527" y="849984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703">
              <a:extLst>
                <a:ext uri="{FF2B5EF4-FFF2-40B4-BE49-F238E27FC236}">
                  <a16:creationId xmlns:a16="http://schemas.microsoft.com/office/drawing/2014/main" id="{4B256060-80B5-4D39-2233-EC914D7FB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2557" y="2336662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704">
              <a:extLst>
                <a:ext uri="{FF2B5EF4-FFF2-40B4-BE49-F238E27FC236}">
                  <a16:creationId xmlns:a16="http://schemas.microsoft.com/office/drawing/2014/main" id="{AF515FB5-6043-D49B-6F4C-D8E502036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3667" y="2336662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6" name="TextBox 705">
                  <a:extLst>
                    <a:ext uri="{FF2B5EF4-FFF2-40B4-BE49-F238E27FC236}">
                      <a16:creationId xmlns:a16="http://schemas.microsoft.com/office/drawing/2014/main" id="{666C2767-B45E-952C-C951-03EA8F0EFFAF}"/>
                    </a:ext>
                  </a:extLst>
                </p:cNvPr>
                <p:cNvSpPr txBox="1"/>
                <p:nvPr/>
              </p:nvSpPr>
              <p:spPr>
                <a:xfrm>
                  <a:off x="8359270" y="2424692"/>
                  <a:ext cx="48571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140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706" name="TextBox 705">
                  <a:extLst>
                    <a:ext uri="{FF2B5EF4-FFF2-40B4-BE49-F238E27FC236}">
                      <a16:creationId xmlns:a16="http://schemas.microsoft.com/office/drawing/2014/main" id="{D29D3899-B34A-DC03-BC2E-A6253F25BA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9270" y="2424692"/>
                  <a:ext cx="485710" cy="307777"/>
                </a:xfrm>
                <a:prstGeom prst="rect">
                  <a:avLst/>
                </a:prstGeom>
                <a:blipFill>
                  <a:blip r:embed="rId42"/>
                  <a:stretch>
                    <a:fillRect l="-12821" r="-10256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7" name="TextBox 706">
                  <a:extLst>
                    <a:ext uri="{FF2B5EF4-FFF2-40B4-BE49-F238E27FC236}">
                      <a16:creationId xmlns:a16="http://schemas.microsoft.com/office/drawing/2014/main" id="{BF101B2D-6851-87CD-67AB-C28E3EF728BD}"/>
                    </a:ext>
                  </a:extLst>
                </p:cNvPr>
                <p:cNvSpPr txBox="1"/>
                <p:nvPr/>
              </p:nvSpPr>
              <p:spPr>
                <a:xfrm>
                  <a:off x="9122246" y="2424692"/>
                  <a:ext cx="48571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160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707" name="TextBox 706">
                  <a:extLst>
                    <a:ext uri="{FF2B5EF4-FFF2-40B4-BE49-F238E27FC236}">
                      <a16:creationId xmlns:a16="http://schemas.microsoft.com/office/drawing/2014/main" id="{1FEA6ED4-EBB7-74C1-1050-AE98BD932F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2246" y="2424692"/>
                  <a:ext cx="485710" cy="307777"/>
                </a:xfrm>
                <a:prstGeom prst="rect">
                  <a:avLst/>
                </a:prstGeom>
                <a:blipFill>
                  <a:blip r:embed="rId43"/>
                  <a:stretch>
                    <a:fillRect l="-12821" r="-10256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8" name="Straight Arrow Connector 707">
              <a:extLst>
                <a:ext uri="{FF2B5EF4-FFF2-40B4-BE49-F238E27FC236}">
                  <a16:creationId xmlns:a16="http://schemas.microsoft.com/office/drawing/2014/main" id="{6831BE96-D397-CC05-A470-708EAA311C34}"/>
                </a:ext>
              </a:extLst>
            </p:cNvPr>
            <p:cNvCxnSpPr>
              <a:cxnSpLocks/>
            </p:cNvCxnSpPr>
            <p:nvPr/>
          </p:nvCxnSpPr>
          <p:spPr>
            <a:xfrm>
              <a:off x="3056134" y="2330560"/>
              <a:ext cx="8512411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708">
              <a:extLst>
                <a:ext uri="{FF2B5EF4-FFF2-40B4-BE49-F238E27FC236}">
                  <a16:creationId xmlns:a16="http://schemas.microsoft.com/office/drawing/2014/main" id="{A719F9F6-B5B3-0F90-A54C-5717C9CDA10C}"/>
                </a:ext>
              </a:extLst>
            </p:cNvPr>
            <p:cNvCxnSpPr/>
            <p:nvPr/>
          </p:nvCxnSpPr>
          <p:spPr>
            <a:xfrm>
              <a:off x="9841453" y="859315"/>
              <a:ext cx="0" cy="216000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710">
              <a:extLst>
                <a:ext uri="{FF2B5EF4-FFF2-40B4-BE49-F238E27FC236}">
                  <a16:creationId xmlns:a16="http://schemas.microsoft.com/office/drawing/2014/main" id="{29A3FFC7-19B1-D7A6-2A43-2C0A25ABBA99}"/>
                </a:ext>
              </a:extLst>
            </p:cNvPr>
            <p:cNvCxnSpPr>
              <a:cxnSpLocks/>
            </p:cNvCxnSpPr>
            <p:nvPr/>
          </p:nvCxnSpPr>
          <p:spPr>
            <a:xfrm>
              <a:off x="9841986" y="840934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711">
              <a:extLst>
                <a:ext uri="{FF2B5EF4-FFF2-40B4-BE49-F238E27FC236}">
                  <a16:creationId xmlns:a16="http://schemas.microsoft.com/office/drawing/2014/main" id="{09DAABA3-9FF1-4AA0-0FF1-16710349A2E3}"/>
                </a:ext>
              </a:extLst>
            </p:cNvPr>
            <p:cNvCxnSpPr/>
            <p:nvPr/>
          </p:nvCxnSpPr>
          <p:spPr>
            <a:xfrm>
              <a:off x="10624988" y="840935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712">
              <a:extLst>
                <a:ext uri="{FF2B5EF4-FFF2-40B4-BE49-F238E27FC236}">
                  <a16:creationId xmlns:a16="http://schemas.microsoft.com/office/drawing/2014/main" id="{81D879ED-13D2-154D-F933-F1D7CC2AA33E}"/>
                </a:ext>
              </a:extLst>
            </p:cNvPr>
            <p:cNvCxnSpPr>
              <a:cxnSpLocks/>
            </p:cNvCxnSpPr>
            <p:nvPr/>
          </p:nvCxnSpPr>
          <p:spPr>
            <a:xfrm>
              <a:off x="11396840" y="831603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4" name="TextBox 713">
                  <a:extLst>
                    <a:ext uri="{FF2B5EF4-FFF2-40B4-BE49-F238E27FC236}">
                      <a16:creationId xmlns:a16="http://schemas.microsoft.com/office/drawing/2014/main" id="{11CBD5C7-ADA0-D2C9-0856-1AD44D7DBEEA}"/>
                    </a:ext>
                  </a:extLst>
                </p:cNvPr>
                <p:cNvSpPr txBox="1"/>
                <p:nvPr/>
              </p:nvSpPr>
              <p:spPr>
                <a:xfrm>
                  <a:off x="11388139" y="2444919"/>
                  <a:ext cx="231602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RU" sz="2800" dirty="0"/>
                </a:p>
              </p:txBody>
            </p:sp>
          </mc:Choice>
          <mc:Fallback xmlns="">
            <p:sp>
              <p:nvSpPr>
                <p:cNvPr id="714" name="TextBox 713">
                  <a:extLst>
                    <a:ext uri="{FF2B5EF4-FFF2-40B4-BE49-F238E27FC236}">
                      <a16:creationId xmlns:a16="http://schemas.microsoft.com/office/drawing/2014/main" id="{B4D596F5-B7E5-8773-BB92-D00037AE0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88139" y="2444919"/>
                  <a:ext cx="231602" cy="430887"/>
                </a:xfrm>
                <a:prstGeom prst="rect">
                  <a:avLst/>
                </a:prstGeom>
                <a:blipFill>
                  <a:blip r:embed="rId44"/>
                  <a:stretch>
                    <a:fillRect l="-26316" r="-21053" b="-2941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5" name="TextBox 714">
                  <a:extLst>
                    <a:ext uri="{FF2B5EF4-FFF2-40B4-BE49-F238E27FC236}">
                      <a16:creationId xmlns:a16="http://schemas.microsoft.com/office/drawing/2014/main" id="{D9B6B971-7EDA-3F48-B60C-10DF00D6A02E}"/>
                    </a:ext>
                  </a:extLst>
                </p:cNvPr>
                <p:cNvSpPr txBox="1"/>
                <p:nvPr/>
              </p:nvSpPr>
              <p:spPr>
                <a:xfrm>
                  <a:off x="9774420" y="2425124"/>
                  <a:ext cx="48571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180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715" name="TextBox 714">
                  <a:extLst>
                    <a:ext uri="{FF2B5EF4-FFF2-40B4-BE49-F238E27FC236}">
                      <a16:creationId xmlns:a16="http://schemas.microsoft.com/office/drawing/2014/main" id="{FD367932-4E7A-C38B-C09B-45C081673F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4420" y="2425124"/>
                  <a:ext cx="485710" cy="307777"/>
                </a:xfrm>
                <a:prstGeom prst="rect">
                  <a:avLst/>
                </a:prstGeom>
                <a:blipFill>
                  <a:blip r:embed="rId45"/>
                  <a:stretch>
                    <a:fillRect l="-10256" r="-10256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6" name="TextBox 715">
                  <a:extLst>
                    <a:ext uri="{FF2B5EF4-FFF2-40B4-BE49-F238E27FC236}">
                      <a16:creationId xmlns:a16="http://schemas.microsoft.com/office/drawing/2014/main" id="{48CA5424-D151-6807-677D-5C0A426BCBE6}"/>
                    </a:ext>
                  </a:extLst>
                </p:cNvPr>
                <p:cNvSpPr txBox="1"/>
                <p:nvPr/>
              </p:nvSpPr>
              <p:spPr>
                <a:xfrm>
                  <a:off x="10371136" y="2425124"/>
                  <a:ext cx="48571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716" name="TextBox 715">
                  <a:extLst>
                    <a:ext uri="{FF2B5EF4-FFF2-40B4-BE49-F238E27FC236}">
                      <a16:creationId xmlns:a16="http://schemas.microsoft.com/office/drawing/2014/main" id="{8E7B075B-EBF8-2C4E-10A0-9FCAD1789B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1136" y="2425124"/>
                  <a:ext cx="485710" cy="307777"/>
                </a:xfrm>
                <a:prstGeom prst="rect">
                  <a:avLst/>
                </a:prstGeom>
                <a:blipFill>
                  <a:blip r:embed="rId46"/>
                  <a:stretch>
                    <a:fillRect l="-10256" r="-10256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7" name="Straight Connector 716">
              <a:extLst>
                <a:ext uri="{FF2B5EF4-FFF2-40B4-BE49-F238E27FC236}">
                  <a16:creationId xmlns:a16="http://schemas.microsoft.com/office/drawing/2014/main" id="{AC6ECA0D-E3AC-473A-9304-4CCC3925BF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9118" y="1746245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717">
              <a:extLst>
                <a:ext uri="{FF2B5EF4-FFF2-40B4-BE49-F238E27FC236}">
                  <a16:creationId xmlns:a16="http://schemas.microsoft.com/office/drawing/2014/main" id="{BB40379D-31C0-BE5F-D53D-3683674A03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5396" y="1446467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718">
              <a:extLst>
                <a:ext uri="{FF2B5EF4-FFF2-40B4-BE49-F238E27FC236}">
                  <a16:creationId xmlns:a16="http://schemas.microsoft.com/office/drawing/2014/main" id="{9D45B567-D1E5-94C3-6677-0EA642310A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4455" y="1452679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719">
              <a:extLst>
                <a:ext uri="{FF2B5EF4-FFF2-40B4-BE49-F238E27FC236}">
                  <a16:creationId xmlns:a16="http://schemas.microsoft.com/office/drawing/2014/main" id="{DB1C88FF-CF9C-9ABB-9DD4-75B3B26C37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1407" y="1746245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720">
              <a:extLst>
                <a:ext uri="{FF2B5EF4-FFF2-40B4-BE49-F238E27FC236}">
                  <a16:creationId xmlns:a16="http://schemas.microsoft.com/office/drawing/2014/main" id="{24F3C8EF-2A90-9DE6-6A75-695E57EB1C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09881" y="1746245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721">
              <a:extLst>
                <a:ext uri="{FF2B5EF4-FFF2-40B4-BE49-F238E27FC236}">
                  <a16:creationId xmlns:a16="http://schemas.microsoft.com/office/drawing/2014/main" id="{51C9E6E0-47C6-6C36-D38D-620C1EC428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70644" y="1746245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722">
              <a:extLst>
                <a:ext uri="{FF2B5EF4-FFF2-40B4-BE49-F238E27FC236}">
                  <a16:creationId xmlns:a16="http://schemas.microsoft.com/office/drawing/2014/main" id="{8696C6FB-3A51-8F09-281F-AEB8C24563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96358" y="1753122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723">
              <a:extLst>
                <a:ext uri="{FF2B5EF4-FFF2-40B4-BE49-F238E27FC236}">
                  <a16:creationId xmlns:a16="http://schemas.microsoft.com/office/drawing/2014/main" id="{959741FF-A6F9-52AE-D9DB-25422BF83C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4832" y="1753122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724">
              <a:extLst>
                <a:ext uri="{FF2B5EF4-FFF2-40B4-BE49-F238E27FC236}">
                  <a16:creationId xmlns:a16="http://schemas.microsoft.com/office/drawing/2014/main" id="{10D5FF1F-D301-116F-2412-6754A0CE6D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595" y="1753122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725">
              <a:extLst>
                <a:ext uri="{FF2B5EF4-FFF2-40B4-BE49-F238E27FC236}">
                  <a16:creationId xmlns:a16="http://schemas.microsoft.com/office/drawing/2014/main" id="{B6F6A26E-85E3-8FF7-11D4-3AED9B4421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83181" y="1742140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726">
              <a:extLst>
                <a:ext uri="{FF2B5EF4-FFF2-40B4-BE49-F238E27FC236}">
                  <a16:creationId xmlns:a16="http://schemas.microsoft.com/office/drawing/2014/main" id="{861D453E-7671-CE34-951E-59FB3B01E8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61655" y="1742140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727">
              <a:extLst>
                <a:ext uri="{FF2B5EF4-FFF2-40B4-BE49-F238E27FC236}">
                  <a16:creationId xmlns:a16="http://schemas.microsoft.com/office/drawing/2014/main" id="{8AEFCF10-E80B-807B-065C-048584F539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22418" y="1742140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728">
              <a:extLst>
                <a:ext uri="{FF2B5EF4-FFF2-40B4-BE49-F238E27FC236}">
                  <a16:creationId xmlns:a16="http://schemas.microsoft.com/office/drawing/2014/main" id="{44386EB1-8031-1BDC-DABC-7C5EC95268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36980" y="1749017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729">
              <a:extLst>
                <a:ext uri="{FF2B5EF4-FFF2-40B4-BE49-F238E27FC236}">
                  <a16:creationId xmlns:a16="http://schemas.microsoft.com/office/drawing/2014/main" id="{1E0B3650-C633-E8AA-7730-C1BB1AD426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606" y="1749017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730">
              <a:extLst>
                <a:ext uri="{FF2B5EF4-FFF2-40B4-BE49-F238E27FC236}">
                  <a16:creationId xmlns:a16="http://schemas.microsoft.com/office/drawing/2014/main" id="{12D6D645-0823-F9DA-6057-E627CE1CC7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87369" y="1749017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731">
              <a:extLst>
                <a:ext uri="{FF2B5EF4-FFF2-40B4-BE49-F238E27FC236}">
                  <a16:creationId xmlns:a16="http://schemas.microsoft.com/office/drawing/2014/main" id="{B0E3DB92-A270-7798-E64F-E3D12B0ED1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94582" y="1753974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732">
              <a:extLst>
                <a:ext uri="{FF2B5EF4-FFF2-40B4-BE49-F238E27FC236}">
                  <a16:creationId xmlns:a16="http://schemas.microsoft.com/office/drawing/2014/main" id="{920EC948-DF21-2BA3-237A-9DC6AF6F9F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76871" y="1753974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733">
              <a:extLst>
                <a:ext uri="{FF2B5EF4-FFF2-40B4-BE49-F238E27FC236}">
                  <a16:creationId xmlns:a16="http://schemas.microsoft.com/office/drawing/2014/main" id="{84C7BB2E-84B9-896D-98A6-ADBEDF8735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5345" y="1753974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734">
              <a:extLst>
                <a:ext uri="{FF2B5EF4-FFF2-40B4-BE49-F238E27FC236}">
                  <a16:creationId xmlns:a16="http://schemas.microsoft.com/office/drawing/2014/main" id="{851EFC5A-13EE-8BE5-6422-412F9A085D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6108" y="1753974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735">
              <a:extLst>
                <a:ext uri="{FF2B5EF4-FFF2-40B4-BE49-F238E27FC236}">
                  <a16:creationId xmlns:a16="http://schemas.microsoft.com/office/drawing/2014/main" id="{B53FA6F6-2819-7986-24F8-9836F7C39A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41822" y="1760851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736">
              <a:extLst>
                <a:ext uri="{FF2B5EF4-FFF2-40B4-BE49-F238E27FC236}">
                  <a16:creationId xmlns:a16="http://schemas.microsoft.com/office/drawing/2014/main" id="{1509345B-2E08-CB5A-D055-5D60607D1C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20296" y="1760851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737">
              <a:extLst>
                <a:ext uri="{FF2B5EF4-FFF2-40B4-BE49-F238E27FC236}">
                  <a16:creationId xmlns:a16="http://schemas.microsoft.com/office/drawing/2014/main" id="{3BA537FF-F5B4-92BF-1F88-B562C3FDE1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81059" y="1760851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738">
              <a:extLst>
                <a:ext uri="{FF2B5EF4-FFF2-40B4-BE49-F238E27FC236}">
                  <a16:creationId xmlns:a16="http://schemas.microsoft.com/office/drawing/2014/main" id="{379336B4-D568-AD3A-1839-17073BBC4F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8645" y="1749869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739">
              <a:extLst>
                <a:ext uri="{FF2B5EF4-FFF2-40B4-BE49-F238E27FC236}">
                  <a16:creationId xmlns:a16="http://schemas.microsoft.com/office/drawing/2014/main" id="{06A50A97-42B7-FB63-7584-95369D044D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07119" y="1749869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740">
              <a:extLst>
                <a:ext uri="{FF2B5EF4-FFF2-40B4-BE49-F238E27FC236}">
                  <a16:creationId xmlns:a16="http://schemas.microsoft.com/office/drawing/2014/main" id="{058A73A8-4318-2E77-21DB-A24626E607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7882" y="1749869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741">
              <a:extLst>
                <a:ext uri="{FF2B5EF4-FFF2-40B4-BE49-F238E27FC236}">
                  <a16:creationId xmlns:a16="http://schemas.microsoft.com/office/drawing/2014/main" id="{283E0252-4BF5-B0AE-16DB-422FD2AC92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7836" y="1756746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742">
              <a:extLst>
                <a:ext uri="{FF2B5EF4-FFF2-40B4-BE49-F238E27FC236}">
                  <a16:creationId xmlns:a16="http://schemas.microsoft.com/office/drawing/2014/main" id="{5495C447-B33A-49CA-E37C-0E05F85ABA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2070" y="1756746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743">
              <a:extLst>
                <a:ext uri="{FF2B5EF4-FFF2-40B4-BE49-F238E27FC236}">
                  <a16:creationId xmlns:a16="http://schemas.microsoft.com/office/drawing/2014/main" id="{24F673ED-B82C-0374-2219-A19BF02F34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32833" y="1756746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744">
              <a:extLst>
                <a:ext uri="{FF2B5EF4-FFF2-40B4-BE49-F238E27FC236}">
                  <a16:creationId xmlns:a16="http://schemas.microsoft.com/office/drawing/2014/main" id="{2E972681-FF08-91E9-2A00-5ECB5ECEAC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00465" y="1749185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745">
              <a:extLst>
                <a:ext uri="{FF2B5EF4-FFF2-40B4-BE49-F238E27FC236}">
                  <a16:creationId xmlns:a16="http://schemas.microsoft.com/office/drawing/2014/main" id="{462FFBE6-8C2E-1064-E7F9-3EBAF594BA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39702" y="1749185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746">
              <a:extLst>
                <a:ext uri="{FF2B5EF4-FFF2-40B4-BE49-F238E27FC236}">
                  <a16:creationId xmlns:a16="http://schemas.microsoft.com/office/drawing/2014/main" id="{F508695B-6354-E668-3A03-B882D0F2E0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87288" y="1738203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747">
              <a:extLst>
                <a:ext uri="{FF2B5EF4-FFF2-40B4-BE49-F238E27FC236}">
                  <a16:creationId xmlns:a16="http://schemas.microsoft.com/office/drawing/2014/main" id="{49884789-12DD-061F-E5EA-F0B51BCFB2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5762" y="1738203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748">
              <a:extLst>
                <a:ext uri="{FF2B5EF4-FFF2-40B4-BE49-F238E27FC236}">
                  <a16:creationId xmlns:a16="http://schemas.microsoft.com/office/drawing/2014/main" id="{F59AE3AA-3CBD-C6A7-9A5D-184561C90C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6525" y="1738203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749">
              <a:extLst>
                <a:ext uri="{FF2B5EF4-FFF2-40B4-BE49-F238E27FC236}">
                  <a16:creationId xmlns:a16="http://schemas.microsoft.com/office/drawing/2014/main" id="{C974FF24-3CBE-F246-4B4B-5354C79E93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747" y="1750891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750">
              <a:extLst>
                <a:ext uri="{FF2B5EF4-FFF2-40B4-BE49-F238E27FC236}">
                  <a16:creationId xmlns:a16="http://schemas.microsoft.com/office/drawing/2014/main" id="{7C1DE0A8-52DF-4B7A-13AC-18119C2535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75838" y="2040472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2" name="Freeform 751">
              <a:extLst>
                <a:ext uri="{FF2B5EF4-FFF2-40B4-BE49-F238E27FC236}">
                  <a16:creationId xmlns:a16="http://schemas.microsoft.com/office/drawing/2014/main" id="{17C3704B-5D52-3E2A-2336-ED6B50ABEBFB}"/>
                </a:ext>
              </a:extLst>
            </p:cNvPr>
            <p:cNvSpPr/>
            <p:nvPr/>
          </p:nvSpPr>
          <p:spPr>
            <a:xfrm>
              <a:off x="2783697" y="1384499"/>
              <a:ext cx="153745" cy="1062020"/>
            </a:xfrm>
            <a:custGeom>
              <a:avLst/>
              <a:gdLst>
                <a:gd name="csX0" fmla="*/ 61951 w 195766"/>
                <a:gd name="csY0" fmla="*/ 178 h 936906"/>
                <a:gd name="csX1" fmla="*/ 156736 w 195766"/>
                <a:gd name="csY1" fmla="*/ 11330 h 936906"/>
                <a:gd name="csX2" fmla="*/ 179039 w 195766"/>
                <a:gd name="csY2" fmla="*/ 72661 h 936906"/>
                <a:gd name="csX3" fmla="*/ 195766 w 195766"/>
                <a:gd name="csY3" fmla="*/ 290110 h 936906"/>
                <a:gd name="csX4" fmla="*/ 179039 w 195766"/>
                <a:gd name="csY4" fmla="*/ 591193 h 936906"/>
                <a:gd name="csX5" fmla="*/ 156736 w 195766"/>
                <a:gd name="csY5" fmla="*/ 853247 h 936906"/>
                <a:gd name="csX6" fmla="*/ 45224 w 195766"/>
                <a:gd name="csY6" fmla="*/ 931305 h 936906"/>
                <a:gd name="csX7" fmla="*/ 6195 w 195766"/>
                <a:gd name="csY7" fmla="*/ 725008 h 936906"/>
                <a:gd name="csX8" fmla="*/ 619 w 195766"/>
                <a:gd name="csY8" fmla="*/ 462954 h 936906"/>
                <a:gd name="csX0" fmla="*/ 61951 w 201083"/>
                <a:gd name="csY0" fmla="*/ 178 h 936626"/>
                <a:gd name="csX1" fmla="*/ 156736 w 201083"/>
                <a:gd name="csY1" fmla="*/ 11330 h 936626"/>
                <a:gd name="csX2" fmla="*/ 179039 w 201083"/>
                <a:gd name="csY2" fmla="*/ 72661 h 936626"/>
                <a:gd name="csX3" fmla="*/ 195766 w 201083"/>
                <a:gd name="csY3" fmla="*/ 290110 h 936626"/>
                <a:gd name="csX4" fmla="*/ 198089 w 201083"/>
                <a:gd name="csY4" fmla="*/ 613418 h 936626"/>
                <a:gd name="csX5" fmla="*/ 156736 w 201083"/>
                <a:gd name="csY5" fmla="*/ 853247 h 936626"/>
                <a:gd name="csX6" fmla="*/ 45224 w 201083"/>
                <a:gd name="csY6" fmla="*/ 931305 h 936626"/>
                <a:gd name="csX7" fmla="*/ 6195 w 201083"/>
                <a:gd name="csY7" fmla="*/ 725008 h 936626"/>
                <a:gd name="csX8" fmla="*/ 619 w 201083"/>
                <a:gd name="csY8" fmla="*/ 462954 h 936626"/>
                <a:gd name="csX0" fmla="*/ 61951 w 199907"/>
                <a:gd name="csY0" fmla="*/ 178 h 939906"/>
                <a:gd name="csX1" fmla="*/ 156736 w 199907"/>
                <a:gd name="csY1" fmla="*/ 11330 h 939906"/>
                <a:gd name="csX2" fmla="*/ 179039 w 199907"/>
                <a:gd name="csY2" fmla="*/ 72661 h 939906"/>
                <a:gd name="csX3" fmla="*/ 195766 w 199907"/>
                <a:gd name="csY3" fmla="*/ 290110 h 939906"/>
                <a:gd name="csX4" fmla="*/ 198089 w 199907"/>
                <a:gd name="csY4" fmla="*/ 613418 h 939906"/>
                <a:gd name="csX5" fmla="*/ 172611 w 199907"/>
                <a:gd name="csY5" fmla="*/ 872297 h 939906"/>
                <a:gd name="csX6" fmla="*/ 45224 w 199907"/>
                <a:gd name="csY6" fmla="*/ 931305 h 939906"/>
                <a:gd name="csX7" fmla="*/ 6195 w 199907"/>
                <a:gd name="csY7" fmla="*/ 725008 h 939906"/>
                <a:gd name="csX8" fmla="*/ 619 w 199907"/>
                <a:gd name="csY8" fmla="*/ 462954 h 939906"/>
                <a:gd name="csX0" fmla="*/ 61951 w 199907"/>
                <a:gd name="csY0" fmla="*/ 178 h 936876"/>
                <a:gd name="csX1" fmla="*/ 156736 w 199907"/>
                <a:gd name="csY1" fmla="*/ 11330 h 936876"/>
                <a:gd name="csX2" fmla="*/ 179039 w 199907"/>
                <a:gd name="csY2" fmla="*/ 72661 h 936876"/>
                <a:gd name="csX3" fmla="*/ 195766 w 199907"/>
                <a:gd name="csY3" fmla="*/ 290110 h 936876"/>
                <a:gd name="csX4" fmla="*/ 198089 w 199907"/>
                <a:gd name="csY4" fmla="*/ 613418 h 936876"/>
                <a:gd name="csX5" fmla="*/ 172611 w 199907"/>
                <a:gd name="csY5" fmla="*/ 872297 h 936876"/>
                <a:gd name="csX6" fmla="*/ 45224 w 199907"/>
                <a:gd name="csY6" fmla="*/ 931305 h 936876"/>
                <a:gd name="csX7" fmla="*/ 6195 w 199907"/>
                <a:gd name="csY7" fmla="*/ 769458 h 936876"/>
                <a:gd name="csX8" fmla="*/ 619 w 199907"/>
                <a:gd name="csY8" fmla="*/ 462954 h 936876"/>
                <a:gd name="csX0" fmla="*/ 61951 w 199907"/>
                <a:gd name="csY0" fmla="*/ 178 h 931261"/>
                <a:gd name="csX1" fmla="*/ 156736 w 199907"/>
                <a:gd name="csY1" fmla="*/ 11330 h 931261"/>
                <a:gd name="csX2" fmla="*/ 179039 w 199907"/>
                <a:gd name="csY2" fmla="*/ 72661 h 931261"/>
                <a:gd name="csX3" fmla="*/ 195766 w 199907"/>
                <a:gd name="csY3" fmla="*/ 290110 h 931261"/>
                <a:gd name="csX4" fmla="*/ 198089 w 199907"/>
                <a:gd name="csY4" fmla="*/ 613418 h 931261"/>
                <a:gd name="csX5" fmla="*/ 172611 w 199907"/>
                <a:gd name="csY5" fmla="*/ 872297 h 931261"/>
                <a:gd name="csX6" fmla="*/ 67449 w 199907"/>
                <a:gd name="csY6" fmla="*/ 924955 h 931261"/>
                <a:gd name="csX7" fmla="*/ 6195 w 199907"/>
                <a:gd name="csY7" fmla="*/ 769458 h 931261"/>
                <a:gd name="csX8" fmla="*/ 619 w 199907"/>
                <a:gd name="csY8" fmla="*/ 462954 h 931261"/>
                <a:gd name="csX0" fmla="*/ 61951 w 199907"/>
                <a:gd name="csY0" fmla="*/ 178 h 932600"/>
                <a:gd name="csX1" fmla="*/ 156736 w 199907"/>
                <a:gd name="csY1" fmla="*/ 11330 h 932600"/>
                <a:gd name="csX2" fmla="*/ 179039 w 199907"/>
                <a:gd name="csY2" fmla="*/ 72661 h 932600"/>
                <a:gd name="csX3" fmla="*/ 195766 w 199907"/>
                <a:gd name="csY3" fmla="*/ 290110 h 932600"/>
                <a:gd name="csX4" fmla="*/ 198089 w 199907"/>
                <a:gd name="csY4" fmla="*/ 613418 h 932600"/>
                <a:gd name="csX5" fmla="*/ 172611 w 199907"/>
                <a:gd name="csY5" fmla="*/ 872297 h 932600"/>
                <a:gd name="csX6" fmla="*/ 67449 w 199907"/>
                <a:gd name="csY6" fmla="*/ 924955 h 932600"/>
                <a:gd name="csX7" fmla="*/ 6195 w 199907"/>
                <a:gd name="csY7" fmla="*/ 769458 h 932600"/>
                <a:gd name="csX8" fmla="*/ 619 w 199907"/>
                <a:gd name="csY8" fmla="*/ 462954 h 932600"/>
                <a:gd name="csX0" fmla="*/ 61951 w 199907"/>
                <a:gd name="csY0" fmla="*/ 178 h 932600"/>
                <a:gd name="csX1" fmla="*/ 156736 w 199907"/>
                <a:gd name="csY1" fmla="*/ 11330 h 932600"/>
                <a:gd name="csX2" fmla="*/ 179039 w 199907"/>
                <a:gd name="csY2" fmla="*/ 72661 h 932600"/>
                <a:gd name="csX3" fmla="*/ 195766 w 199907"/>
                <a:gd name="csY3" fmla="*/ 366310 h 932600"/>
                <a:gd name="csX4" fmla="*/ 198089 w 199907"/>
                <a:gd name="csY4" fmla="*/ 613418 h 932600"/>
                <a:gd name="csX5" fmla="*/ 172611 w 199907"/>
                <a:gd name="csY5" fmla="*/ 872297 h 932600"/>
                <a:gd name="csX6" fmla="*/ 67449 w 199907"/>
                <a:gd name="csY6" fmla="*/ 924955 h 932600"/>
                <a:gd name="csX7" fmla="*/ 6195 w 199907"/>
                <a:gd name="csY7" fmla="*/ 769458 h 932600"/>
                <a:gd name="csX8" fmla="*/ 619 w 199907"/>
                <a:gd name="csY8" fmla="*/ 462954 h 932600"/>
                <a:gd name="csX0" fmla="*/ 61951 w 199793"/>
                <a:gd name="csY0" fmla="*/ 4951 h 937373"/>
                <a:gd name="csX1" fmla="*/ 156736 w 199793"/>
                <a:gd name="csY1" fmla="*/ 16103 h 937373"/>
                <a:gd name="csX2" fmla="*/ 182214 w 199793"/>
                <a:gd name="csY2" fmla="*/ 169509 h 937373"/>
                <a:gd name="csX3" fmla="*/ 195766 w 199793"/>
                <a:gd name="csY3" fmla="*/ 371083 h 937373"/>
                <a:gd name="csX4" fmla="*/ 198089 w 199793"/>
                <a:gd name="csY4" fmla="*/ 618191 h 937373"/>
                <a:gd name="csX5" fmla="*/ 172611 w 199793"/>
                <a:gd name="csY5" fmla="*/ 877070 h 937373"/>
                <a:gd name="csX6" fmla="*/ 67449 w 199793"/>
                <a:gd name="csY6" fmla="*/ 929728 h 937373"/>
                <a:gd name="csX7" fmla="*/ 6195 w 199793"/>
                <a:gd name="csY7" fmla="*/ 774231 h 937373"/>
                <a:gd name="csX8" fmla="*/ 619 w 199793"/>
                <a:gd name="csY8" fmla="*/ 467727 h 937373"/>
                <a:gd name="csX0" fmla="*/ 61951 w 199793"/>
                <a:gd name="csY0" fmla="*/ 10 h 932432"/>
                <a:gd name="csX1" fmla="*/ 156736 w 199793"/>
                <a:gd name="csY1" fmla="*/ 42912 h 932432"/>
                <a:gd name="csX2" fmla="*/ 182214 w 199793"/>
                <a:gd name="csY2" fmla="*/ 164568 h 932432"/>
                <a:gd name="csX3" fmla="*/ 195766 w 199793"/>
                <a:gd name="csY3" fmla="*/ 366142 h 932432"/>
                <a:gd name="csX4" fmla="*/ 198089 w 199793"/>
                <a:gd name="csY4" fmla="*/ 613250 h 932432"/>
                <a:gd name="csX5" fmla="*/ 172611 w 199793"/>
                <a:gd name="csY5" fmla="*/ 872129 h 932432"/>
                <a:gd name="csX6" fmla="*/ 67449 w 199793"/>
                <a:gd name="csY6" fmla="*/ 924787 h 932432"/>
                <a:gd name="csX7" fmla="*/ 6195 w 199793"/>
                <a:gd name="csY7" fmla="*/ 769290 h 932432"/>
                <a:gd name="csX8" fmla="*/ 619 w 199793"/>
                <a:gd name="csY8" fmla="*/ 462786 h 932432"/>
                <a:gd name="csX0" fmla="*/ 14326 w 199793"/>
                <a:gd name="csY0" fmla="*/ 15 h 926087"/>
                <a:gd name="csX1" fmla="*/ 156736 w 199793"/>
                <a:gd name="csY1" fmla="*/ 36567 h 926087"/>
                <a:gd name="csX2" fmla="*/ 182214 w 199793"/>
                <a:gd name="csY2" fmla="*/ 158223 h 926087"/>
                <a:gd name="csX3" fmla="*/ 195766 w 199793"/>
                <a:gd name="csY3" fmla="*/ 359797 h 926087"/>
                <a:gd name="csX4" fmla="*/ 198089 w 199793"/>
                <a:gd name="csY4" fmla="*/ 606905 h 926087"/>
                <a:gd name="csX5" fmla="*/ 172611 w 199793"/>
                <a:gd name="csY5" fmla="*/ 865784 h 926087"/>
                <a:gd name="csX6" fmla="*/ 67449 w 199793"/>
                <a:gd name="csY6" fmla="*/ 918442 h 926087"/>
                <a:gd name="csX7" fmla="*/ 6195 w 199793"/>
                <a:gd name="csY7" fmla="*/ 762945 h 926087"/>
                <a:gd name="csX8" fmla="*/ 619 w 199793"/>
                <a:gd name="csY8" fmla="*/ 456441 h 926087"/>
                <a:gd name="csX0" fmla="*/ 14326 w 201152"/>
                <a:gd name="csY0" fmla="*/ 15 h 926087"/>
                <a:gd name="csX1" fmla="*/ 156736 w 201152"/>
                <a:gd name="csY1" fmla="*/ 36567 h 926087"/>
                <a:gd name="csX2" fmla="*/ 182214 w 201152"/>
                <a:gd name="csY2" fmla="*/ 158223 h 926087"/>
                <a:gd name="csX3" fmla="*/ 198941 w 201152"/>
                <a:gd name="csY3" fmla="*/ 423297 h 926087"/>
                <a:gd name="csX4" fmla="*/ 198089 w 201152"/>
                <a:gd name="csY4" fmla="*/ 606905 h 926087"/>
                <a:gd name="csX5" fmla="*/ 172611 w 201152"/>
                <a:gd name="csY5" fmla="*/ 865784 h 926087"/>
                <a:gd name="csX6" fmla="*/ 67449 w 201152"/>
                <a:gd name="csY6" fmla="*/ 918442 h 926087"/>
                <a:gd name="csX7" fmla="*/ 6195 w 201152"/>
                <a:gd name="csY7" fmla="*/ 762945 h 926087"/>
                <a:gd name="csX8" fmla="*/ 619 w 201152"/>
                <a:gd name="csY8" fmla="*/ 456441 h 926087"/>
                <a:gd name="csX0" fmla="*/ 14326 w 200437"/>
                <a:gd name="csY0" fmla="*/ 38 h 926110"/>
                <a:gd name="csX1" fmla="*/ 156736 w 200437"/>
                <a:gd name="csY1" fmla="*/ 36590 h 926110"/>
                <a:gd name="csX2" fmla="*/ 194914 w 200437"/>
                <a:gd name="csY2" fmla="*/ 202696 h 926110"/>
                <a:gd name="csX3" fmla="*/ 198941 w 200437"/>
                <a:gd name="csY3" fmla="*/ 423320 h 926110"/>
                <a:gd name="csX4" fmla="*/ 198089 w 200437"/>
                <a:gd name="csY4" fmla="*/ 606928 h 926110"/>
                <a:gd name="csX5" fmla="*/ 172611 w 200437"/>
                <a:gd name="csY5" fmla="*/ 865807 h 926110"/>
                <a:gd name="csX6" fmla="*/ 67449 w 200437"/>
                <a:gd name="csY6" fmla="*/ 918465 h 926110"/>
                <a:gd name="csX7" fmla="*/ 6195 w 200437"/>
                <a:gd name="csY7" fmla="*/ 762968 h 926110"/>
                <a:gd name="csX8" fmla="*/ 619 w 200437"/>
                <a:gd name="csY8" fmla="*/ 456464 h 926110"/>
                <a:gd name="csX0" fmla="*/ 14326 w 200437"/>
                <a:gd name="csY0" fmla="*/ 280 h 926352"/>
                <a:gd name="csX1" fmla="*/ 140861 w 200437"/>
                <a:gd name="csY1" fmla="*/ 30482 h 926352"/>
                <a:gd name="csX2" fmla="*/ 194914 w 200437"/>
                <a:gd name="csY2" fmla="*/ 202938 h 926352"/>
                <a:gd name="csX3" fmla="*/ 198941 w 200437"/>
                <a:gd name="csY3" fmla="*/ 423562 h 926352"/>
                <a:gd name="csX4" fmla="*/ 198089 w 200437"/>
                <a:gd name="csY4" fmla="*/ 607170 h 926352"/>
                <a:gd name="csX5" fmla="*/ 172611 w 200437"/>
                <a:gd name="csY5" fmla="*/ 866049 h 926352"/>
                <a:gd name="csX6" fmla="*/ 67449 w 200437"/>
                <a:gd name="csY6" fmla="*/ 918707 h 926352"/>
                <a:gd name="csX7" fmla="*/ 6195 w 200437"/>
                <a:gd name="csY7" fmla="*/ 763210 h 926352"/>
                <a:gd name="csX8" fmla="*/ 619 w 200437"/>
                <a:gd name="csY8" fmla="*/ 456706 h 926352"/>
                <a:gd name="csX0" fmla="*/ 14326 w 200437"/>
                <a:gd name="csY0" fmla="*/ 2065 h 928137"/>
                <a:gd name="csX1" fmla="*/ 140861 w 200437"/>
                <a:gd name="csY1" fmla="*/ 32267 h 928137"/>
                <a:gd name="csX2" fmla="*/ 194914 w 200437"/>
                <a:gd name="csY2" fmla="*/ 204723 h 928137"/>
                <a:gd name="csX3" fmla="*/ 198941 w 200437"/>
                <a:gd name="csY3" fmla="*/ 425347 h 928137"/>
                <a:gd name="csX4" fmla="*/ 198089 w 200437"/>
                <a:gd name="csY4" fmla="*/ 608955 h 928137"/>
                <a:gd name="csX5" fmla="*/ 172611 w 200437"/>
                <a:gd name="csY5" fmla="*/ 867834 h 928137"/>
                <a:gd name="csX6" fmla="*/ 67449 w 200437"/>
                <a:gd name="csY6" fmla="*/ 920492 h 928137"/>
                <a:gd name="csX7" fmla="*/ 6195 w 200437"/>
                <a:gd name="csY7" fmla="*/ 764995 h 928137"/>
                <a:gd name="csX8" fmla="*/ 619 w 200437"/>
                <a:gd name="csY8" fmla="*/ 458491 h 928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437" h="928137">
                  <a:moveTo>
                    <a:pt x="14326" y="2065"/>
                  </a:moveTo>
                  <a:cubicBezTo>
                    <a:pt x="51961" y="1601"/>
                    <a:pt x="85363" y="-11034"/>
                    <a:pt x="140861" y="32267"/>
                  </a:cubicBezTo>
                  <a:cubicBezTo>
                    <a:pt x="196359" y="75568"/>
                    <a:pt x="185234" y="139210"/>
                    <a:pt x="194914" y="204723"/>
                  </a:cubicBezTo>
                  <a:cubicBezTo>
                    <a:pt x="204594" y="270236"/>
                    <a:pt x="198412" y="357975"/>
                    <a:pt x="198941" y="425347"/>
                  </a:cubicBezTo>
                  <a:cubicBezTo>
                    <a:pt x="199470" y="492719"/>
                    <a:pt x="202477" y="535207"/>
                    <a:pt x="198089" y="608955"/>
                  </a:cubicBezTo>
                  <a:cubicBezTo>
                    <a:pt x="193701" y="682703"/>
                    <a:pt x="194384" y="815911"/>
                    <a:pt x="172611" y="867834"/>
                  </a:cubicBezTo>
                  <a:cubicBezTo>
                    <a:pt x="150838" y="919757"/>
                    <a:pt x="114235" y="940807"/>
                    <a:pt x="67449" y="920492"/>
                  </a:cubicBezTo>
                  <a:cubicBezTo>
                    <a:pt x="20663" y="900177"/>
                    <a:pt x="13629" y="843054"/>
                    <a:pt x="6195" y="764995"/>
                  </a:cubicBezTo>
                  <a:cubicBezTo>
                    <a:pt x="-1239" y="686937"/>
                    <a:pt x="-310" y="550489"/>
                    <a:pt x="619" y="458491"/>
                  </a:cubicBezTo>
                </a:path>
              </a:pathLst>
            </a:custGeom>
            <a:noFill/>
            <a:ln w="9525">
              <a:solidFill>
                <a:srgbClr val="C0000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/>
            </a:p>
          </p:txBody>
        </p:sp>
        <p:cxnSp>
          <p:nvCxnSpPr>
            <p:cNvPr id="753" name="Straight Connector 752">
              <a:extLst>
                <a:ext uri="{FF2B5EF4-FFF2-40B4-BE49-F238E27FC236}">
                  <a16:creationId xmlns:a16="http://schemas.microsoft.com/office/drawing/2014/main" id="{79BCACA1-4932-D927-0314-B8EEEA6A20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19832" y="1451072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6" name="TextBox 755">
            <a:extLst>
              <a:ext uri="{FF2B5EF4-FFF2-40B4-BE49-F238E27FC236}">
                <a16:creationId xmlns:a16="http://schemas.microsoft.com/office/drawing/2014/main" id="{25B591B5-F81B-707D-0A9F-328B68981239}"/>
              </a:ext>
            </a:extLst>
          </p:cNvPr>
          <p:cNvSpPr txBox="1"/>
          <p:nvPr/>
        </p:nvSpPr>
        <p:spPr>
          <a:xfrm>
            <a:off x="2242933" y="4643093"/>
            <a:ext cx="2338204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 dirty="0"/>
              <a:t>Exec. Scenario B: With Opt.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D77373A-E1E8-C0F5-FA23-24457614A193}"/>
                  </a:ext>
                </a:extLst>
              </p:cNvPr>
              <p:cNvSpPr txBox="1"/>
              <p:nvPr/>
            </p:nvSpPr>
            <p:spPr>
              <a:xfrm>
                <a:off x="3044817" y="755072"/>
                <a:ext cx="138115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817" y="755072"/>
                <a:ext cx="138115" cy="155299"/>
              </a:xfrm>
              <a:prstGeom prst="rect">
                <a:avLst/>
              </a:prstGeom>
              <a:blipFill>
                <a:blip r:embed="rId47"/>
                <a:stretch>
                  <a:fillRect l="-25000" r="-16667" b="-3846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BF38631D-4C68-16B7-1BE0-B4115F75FB1E}"/>
                  </a:ext>
                </a:extLst>
              </p:cNvPr>
              <p:cNvSpPr txBox="1"/>
              <p:nvPr/>
            </p:nvSpPr>
            <p:spPr>
              <a:xfrm>
                <a:off x="3049441" y="1050636"/>
                <a:ext cx="138115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441" y="1050636"/>
                <a:ext cx="138115" cy="155620"/>
              </a:xfrm>
              <a:prstGeom prst="rect">
                <a:avLst/>
              </a:prstGeom>
              <a:blipFill>
                <a:blip r:embed="rId48"/>
                <a:stretch>
                  <a:fillRect l="-33333" r="-8333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1" name="TextBox 760">
                <a:extLst>
                  <a:ext uri="{FF2B5EF4-FFF2-40B4-BE49-F238E27FC236}">
                    <a16:creationId xmlns:a16="http://schemas.microsoft.com/office/drawing/2014/main" id="{47C38D94-124E-A5BD-5F03-50E70AB5DE46}"/>
                  </a:ext>
                </a:extLst>
              </p:cNvPr>
              <p:cNvSpPr txBox="1"/>
              <p:nvPr/>
            </p:nvSpPr>
            <p:spPr>
              <a:xfrm>
                <a:off x="3058676" y="1346201"/>
                <a:ext cx="138115" cy="156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1" name="TextBox 760">
                <a:extLst>
                  <a:ext uri="{FF2B5EF4-FFF2-40B4-BE49-F238E27FC236}">
                    <a16:creationId xmlns:a16="http://schemas.microsoft.com/office/drawing/2014/main" id="{3CD249FB-D267-32E7-C75F-28DF07C9F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676" y="1346201"/>
                <a:ext cx="138115" cy="156389"/>
              </a:xfrm>
              <a:prstGeom prst="rect">
                <a:avLst/>
              </a:prstGeom>
              <a:blipFill>
                <a:blip r:embed="rId49"/>
                <a:stretch>
                  <a:fillRect l="-25000" t="-7692" r="-8333" b="-3076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2" name="TextBox 761">
                <a:extLst>
                  <a:ext uri="{FF2B5EF4-FFF2-40B4-BE49-F238E27FC236}">
                    <a16:creationId xmlns:a16="http://schemas.microsoft.com/office/drawing/2014/main" id="{2453B76F-EB6F-2F32-AB88-23563AC37DFB}"/>
                  </a:ext>
                </a:extLst>
              </p:cNvPr>
              <p:cNvSpPr txBox="1"/>
              <p:nvPr/>
            </p:nvSpPr>
            <p:spPr>
              <a:xfrm>
                <a:off x="3498519" y="1063959"/>
                <a:ext cx="140872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2" name="TextBox 761">
                <a:extLst>
                  <a:ext uri="{FF2B5EF4-FFF2-40B4-BE49-F238E27FC236}">
                    <a16:creationId xmlns:a16="http://schemas.microsoft.com/office/drawing/2014/main" id="{CD4C258D-F416-E031-BE82-4E1D9B848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519" y="1063959"/>
                <a:ext cx="140872" cy="155940"/>
              </a:xfrm>
              <a:prstGeom prst="rect">
                <a:avLst/>
              </a:prstGeom>
              <a:blipFill>
                <a:blip r:embed="rId50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4" name="TextBox 763">
                <a:extLst>
                  <a:ext uri="{FF2B5EF4-FFF2-40B4-BE49-F238E27FC236}">
                    <a16:creationId xmlns:a16="http://schemas.microsoft.com/office/drawing/2014/main" id="{E3E03E63-32AD-3ACD-F949-E907A5171F55}"/>
                  </a:ext>
                </a:extLst>
              </p:cNvPr>
              <p:cNvSpPr txBox="1"/>
              <p:nvPr/>
            </p:nvSpPr>
            <p:spPr>
              <a:xfrm>
                <a:off x="3829052" y="1046020"/>
                <a:ext cx="140872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4" name="TextBox 763">
                <a:extLst>
                  <a:ext uri="{FF2B5EF4-FFF2-40B4-BE49-F238E27FC236}">
                    <a16:creationId xmlns:a16="http://schemas.microsoft.com/office/drawing/2014/main" id="{7E325EE1-A96E-EE8D-F8E6-AAD2E80D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052" y="1046020"/>
                <a:ext cx="140872" cy="156710"/>
              </a:xfrm>
              <a:prstGeom prst="rect">
                <a:avLst/>
              </a:prstGeom>
              <a:blipFill>
                <a:blip r:embed="rId51"/>
                <a:stretch>
                  <a:fillRect l="-30435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5" name="TextBox 764">
                <a:extLst>
                  <a:ext uri="{FF2B5EF4-FFF2-40B4-BE49-F238E27FC236}">
                    <a16:creationId xmlns:a16="http://schemas.microsoft.com/office/drawing/2014/main" id="{6C0B6803-5BD3-3AC2-502A-D8CD56046A9D}"/>
                  </a:ext>
                </a:extLst>
              </p:cNvPr>
              <p:cNvSpPr txBox="1"/>
              <p:nvPr/>
            </p:nvSpPr>
            <p:spPr>
              <a:xfrm>
                <a:off x="4273197" y="1046301"/>
                <a:ext cx="140872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5" name="TextBox 764">
                <a:extLst>
                  <a:ext uri="{FF2B5EF4-FFF2-40B4-BE49-F238E27FC236}">
                    <a16:creationId xmlns:a16="http://schemas.microsoft.com/office/drawing/2014/main" id="{6373F4C0-3947-5AE5-22CA-F38A1FCC8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197" y="1046301"/>
                <a:ext cx="140872" cy="155299"/>
              </a:xfrm>
              <a:prstGeom prst="rect">
                <a:avLst/>
              </a:prstGeom>
              <a:blipFill>
                <a:blip r:embed="rId52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1D0B38CE-97CF-9D44-8FF9-E7CD444C1773}"/>
                  </a:ext>
                </a:extLst>
              </p:cNvPr>
              <p:cNvSpPr txBox="1"/>
              <p:nvPr/>
            </p:nvSpPr>
            <p:spPr>
              <a:xfrm>
                <a:off x="4600436" y="1046340"/>
                <a:ext cx="140872" cy="159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436" y="1046340"/>
                <a:ext cx="140872" cy="159083"/>
              </a:xfrm>
              <a:prstGeom prst="rect">
                <a:avLst/>
              </a:prstGeom>
              <a:blipFill>
                <a:blip r:embed="rId53"/>
                <a:stretch>
                  <a:fillRect l="-34783" t="-3846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0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3807777" y="3132207"/>
            <a:ext cx="12922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2A01F9D1-B5B0-1743-89C9-24F5B8567549}"/>
              </a:ext>
            </a:extLst>
          </p:cNvPr>
          <p:cNvSpPr/>
          <p:nvPr/>
        </p:nvSpPr>
        <p:spPr>
          <a:xfrm flipH="1">
            <a:off x="3896983" y="3427895"/>
            <a:ext cx="151791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4" name="TextBox 773">
                <a:extLst>
                  <a:ext uri="{FF2B5EF4-FFF2-40B4-BE49-F238E27FC236}">
                    <a16:creationId xmlns:a16="http://schemas.microsoft.com/office/drawing/2014/main" id="{C098B0A1-D8AC-6971-49CB-BD9B5C2B4329}"/>
                  </a:ext>
                </a:extLst>
              </p:cNvPr>
              <p:cNvSpPr txBox="1"/>
              <p:nvPr/>
            </p:nvSpPr>
            <p:spPr>
              <a:xfrm>
                <a:off x="5400333" y="1051490"/>
                <a:ext cx="140872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74" name="TextBox 773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333" y="1051490"/>
                <a:ext cx="140872" cy="155299"/>
              </a:xfrm>
              <a:prstGeom prst="rect">
                <a:avLst/>
              </a:prstGeom>
              <a:blipFill>
                <a:blip r:embed="rId60"/>
                <a:stretch>
                  <a:fillRect l="-34783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0" name="TextBox 789">
                <a:extLst>
                  <a:ext uri="{FF2B5EF4-FFF2-40B4-BE49-F238E27FC236}">
                    <a16:creationId xmlns:a16="http://schemas.microsoft.com/office/drawing/2014/main" id="{1AD2EDD0-69DB-0F3E-06EC-64113233636F}"/>
                  </a:ext>
                </a:extLst>
              </p:cNvPr>
              <p:cNvSpPr txBox="1"/>
              <p:nvPr/>
            </p:nvSpPr>
            <p:spPr>
              <a:xfrm>
                <a:off x="6935371" y="1055321"/>
                <a:ext cx="192617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90" name="TextBox 789">
                <a:extLst>
                  <a:ext uri="{FF2B5EF4-FFF2-40B4-BE49-F238E27FC236}">
                    <a16:creationId xmlns:a16="http://schemas.microsoft.com/office/drawing/2014/main" id="{9F9B306B-5CD4-D736-4C52-F43F92608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371" y="1055321"/>
                <a:ext cx="192617" cy="155620"/>
              </a:xfrm>
              <a:prstGeom prst="rect">
                <a:avLst/>
              </a:prstGeom>
              <a:blipFill>
                <a:blip r:embed="rId61"/>
                <a:stretch>
                  <a:fillRect l="-25806" t="-3846" r="-6452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6F555BC6-9C6B-57D9-3289-F90448998782}"/>
                  </a:ext>
                </a:extLst>
              </p:cNvPr>
              <p:cNvSpPr txBox="1"/>
              <p:nvPr/>
            </p:nvSpPr>
            <p:spPr>
              <a:xfrm>
                <a:off x="6938038" y="752232"/>
                <a:ext cx="140872" cy="156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38" y="752232"/>
                <a:ext cx="140872" cy="156389"/>
              </a:xfrm>
              <a:prstGeom prst="rect">
                <a:avLst/>
              </a:prstGeom>
              <a:blipFill>
                <a:blip r:embed="rId62"/>
                <a:stretch>
                  <a:fillRect l="-30435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5A41E582-3C3A-F444-8EA3-A44A156F564B}"/>
                  </a:ext>
                </a:extLst>
              </p:cNvPr>
              <p:cNvSpPr txBox="1"/>
              <p:nvPr/>
            </p:nvSpPr>
            <p:spPr>
              <a:xfrm>
                <a:off x="5035456" y="1059680"/>
                <a:ext cx="140872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456" y="1059680"/>
                <a:ext cx="140872" cy="156902"/>
              </a:xfrm>
              <a:prstGeom prst="rect">
                <a:avLst/>
              </a:prstGeom>
              <a:blipFill>
                <a:blip r:embed="rId63"/>
                <a:stretch>
                  <a:fillRect l="-30435" t="-3846" r="-4348" b="-269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CDC430BE-358B-BC1F-7835-578645139C53}"/>
                  </a:ext>
                </a:extLst>
              </p:cNvPr>
              <p:cNvSpPr txBox="1"/>
              <p:nvPr/>
            </p:nvSpPr>
            <p:spPr>
              <a:xfrm>
                <a:off x="5816995" y="1055321"/>
                <a:ext cx="140872" cy="157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995" y="1055321"/>
                <a:ext cx="140872" cy="157031"/>
              </a:xfrm>
              <a:prstGeom prst="rect">
                <a:avLst/>
              </a:prstGeom>
              <a:blipFill>
                <a:blip r:embed="rId64"/>
                <a:stretch>
                  <a:fillRect l="-30435" t="-3846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ABF48042-2B92-A892-B89D-DBEAA8054AF6}"/>
                  </a:ext>
                </a:extLst>
              </p:cNvPr>
              <p:cNvSpPr txBox="1"/>
              <p:nvPr/>
            </p:nvSpPr>
            <p:spPr>
              <a:xfrm>
                <a:off x="6152717" y="1050435"/>
                <a:ext cx="137665" cy="156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717" y="1050435"/>
                <a:ext cx="137665" cy="156774"/>
              </a:xfrm>
              <a:prstGeom prst="rect">
                <a:avLst/>
              </a:prstGeom>
              <a:blipFill>
                <a:blip r:embed="rId65"/>
                <a:stretch>
                  <a:fillRect l="-3043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D3DF4F23-24CD-D043-6F84-D534BFD301DA}"/>
                  </a:ext>
                </a:extLst>
              </p:cNvPr>
              <p:cNvSpPr txBox="1"/>
              <p:nvPr/>
            </p:nvSpPr>
            <p:spPr>
              <a:xfrm>
                <a:off x="6530591" y="1048870"/>
                <a:ext cx="192617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591" y="1048870"/>
                <a:ext cx="192617" cy="156902"/>
              </a:xfrm>
              <a:prstGeom prst="rect">
                <a:avLst/>
              </a:prstGeom>
              <a:blipFill>
                <a:blip r:embed="rId66"/>
                <a:stretch>
                  <a:fillRect l="-21875" t="-3846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04E6FA51-2077-251A-EE6B-7240BD7566BB}"/>
                  </a:ext>
                </a:extLst>
              </p:cNvPr>
              <p:cNvSpPr txBox="1"/>
              <p:nvPr/>
            </p:nvSpPr>
            <p:spPr>
              <a:xfrm>
                <a:off x="7301510" y="1038804"/>
                <a:ext cx="192617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510" y="1038804"/>
                <a:ext cx="192617" cy="155940"/>
              </a:xfrm>
              <a:prstGeom prst="rect">
                <a:avLst/>
              </a:prstGeom>
              <a:blipFill>
                <a:blip r:embed="rId67"/>
                <a:stretch>
                  <a:fillRect l="-25806" r="-6452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43694DAD-894C-FC3C-0B29-7BBE831BD997}"/>
                  </a:ext>
                </a:extLst>
              </p:cNvPr>
              <p:cNvSpPr txBox="1"/>
              <p:nvPr/>
            </p:nvSpPr>
            <p:spPr>
              <a:xfrm>
                <a:off x="7713348" y="1055526"/>
                <a:ext cx="192617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348" y="1055526"/>
                <a:ext cx="192617" cy="156710"/>
              </a:xfrm>
              <a:prstGeom prst="rect">
                <a:avLst/>
              </a:prstGeom>
              <a:blipFill>
                <a:blip r:embed="rId68"/>
                <a:stretch>
                  <a:fillRect l="-21875" t="-3846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41CB6078-2F76-6F6C-3E07-D08E5E8E3DAA}"/>
                  </a:ext>
                </a:extLst>
              </p:cNvPr>
              <p:cNvSpPr txBox="1"/>
              <p:nvPr/>
            </p:nvSpPr>
            <p:spPr>
              <a:xfrm>
                <a:off x="8121161" y="1050957"/>
                <a:ext cx="192617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161" y="1050957"/>
                <a:ext cx="192617" cy="155620"/>
              </a:xfrm>
              <a:prstGeom prst="rect">
                <a:avLst/>
              </a:prstGeom>
              <a:blipFill>
                <a:blip r:embed="rId69"/>
                <a:stretch>
                  <a:fillRect l="-21875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D6A7E3CD-399C-7B22-2037-E554F21FA7F5}"/>
                  </a:ext>
                </a:extLst>
              </p:cNvPr>
              <p:cNvSpPr txBox="1"/>
              <p:nvPr/>
            </p:nvSpPr>
            <p:spPr>
              <a:xfrm>
                <a:off x="8522434" y="1038799"/>
                <a:ext cx="192617" cy="159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434" y="1038799"/>
                <a:ext cx="192617" cy="159083"/>
              </a:xfrm>
              <a:prstGeom prst="rect">
                <a:avLst/>
              </a:prstGeom>
              <a:blipFill>
                <a:blip r:embed="rId70"/>
                <a:stretch>
                  <a:fillRect l="-21875" t="-3704" r="-6250" b="-296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518207C3-181B-B01C-3BB3-53EFDF89FD7D}"/>
                  </a:ext>
                </a:extLst>
              </p:cNvPr>
              <p:cNvSpPr txBox="1"/>
              <p:nvPr/>
            </p:nvSpPr>
            <p:spPr>
              <a:xfrm>
                <a:off x="8919301" y="1045466"/>
                <a:ext cx="192617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301" y="1045466"/>
                <a:ext cx="192617" cy="156902"/>
              </a:xfrm>
              <a:prstGeom prst="rect">
                <a:avLst/>
              </a:prstGeom>
              <a:blipFill>
                <a:blip r:embed="rId71"/>
                <a:stretch>
                  <a:fillRect l="-21875" t="-4000" r="-3125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1B4393F4-1277-C51D-68EA-99A0E32F8C5D}"/>
                  </a:ext>
                </a:extLst>
              </p:cNvPr>
              <p:cNvSpPr txBox="1"/>
              <p:nvPr/>
            </p:nvSpPr>
            <p:spPr>
              <a:xfrm>
                <a:off x="9261144" y="1052044"/>
                <a:ext cx="192617" cy="155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144" y="1052044"/>
                <a:ext cx="192617" cy="155812"/>
              </a:xfrm>
              <a:prstGeom prst="rect">
                <a:avLst/>
              </a:prstGeom>
              <a:blipFill>
                <a:blip r:embed="rId72"/>
                <a:stretch>
                  <a:fillRect l="-21875" t="-4000" r="-3125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BE71EB8B-1E87-5FC8-4A2B-9ADDF580C4EE}"/>
                  </a:ext>
                </a:extLst>
              </p:cNvPr>
              <p:cNvSpPr txBox="1"/>
              <p:nvPr/>
            </p:nvSpPr>
            <p:spPr>
              <a:xfrm>
                <a:off x="9574897" y="1038799"/>
                <a:ext cx="192617" cy="157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4897" y="1038799"/>
                <a:ext cx="192617" cy="157031"/>
              </a:xfrm>
              <a:prstGeom prst="rect">
                <a:avLst/>
              </a:prstGeom>
              <a:blipFill>
                <a:blip r:embed="rId73"/>
                <a:stretch>
                  <a:fillRect l="-25806" r="-6452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939BC12C-4D2A-6F21-8BB1-3EF2B1380CA5}"/>
                  </a:ext>
                </a:extLst>
              </p:cNvPr>
              <p:cNvSpPr txBox="1"/>
              <p:nvPr/>
            </p:nvSpPr>
            <p:spPr>
              <a:xfrm>
                <a:off x="9859391" y="1043716"/>
                <a:ext cx="189411" cy="156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9391" y="1043716"/>
                <a:ext cx="189411" cy="156774"/>
              </a:xfrm>
              <a:prstGeom prst="rect">
                <a:avLst/>
              </a:prstGeom>
              <a:blipFill>
                <a:blip r:embed="rId74"/>
                <a:stretch>
                  <a:fillRect l="-22581" t="-3846" r="-3226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1D62429A-64AF-317E-D956-696D811B412F}"/>
                  </a:ext>
                </a:extLst>
              </p:cNvPr>
              <p:cNvSpPr txBox="1"/>
              <p:nvPr/>
            </p:nvSpPr>
            <p:spPr>
              <a:xfrm>
                <a:off x="10278306" y="1056186"/>
                <a:ext cx="195375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8306" y="1056186"/>
                <a:ext cx="195375" cy="156902"/>
              </a:xfrm>
              <a:prstGeom prst="rect">
                <a:avLst/>
              </a:prstGeom>
              <a:blipFill>
                <a:blip r:embed="rId75"/>
                <a:stretch>
                  <a:fillRect l="-21875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53BB5583-622C-9551-6EDA-DC717A3440DC}"/>
                  </a:ext>
                </a:extLst>
              </p:cNvPr>
              <p:cNvSpPr txBox="1"/>
              <p:nvPr/>
            </p:nvSpPr>
            <p:spPr>
              <a:xfrm>
                <a:off x="10662488" y="1056656"/>
                <a:ext cx="195375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2488" y="1056656"/>
                <a:ext cx="195375" cy="155940"/>
              </a:xfrm>
              <a:prstGeom prst="rect">
                <a:avLst/>
              </a:prstGeom>
              <a:blipFill>
                <a:blip r:embed="rId76"/>
                <a:stretch>
                  <a:fillRect l="-21875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942913AF-B46D-635F-D883-A65F629A4CAD}"/>
                  </a:ext>
                </a:extLst>
              </p:cNvPr>
              <p:cNvSpPr txBox="1"/>
              <p:nvPr/>
            </p:nvSpPr>
            <p:spPr>
              <a:xfrm>
                <a:off x="11020018" y="1050161"/>
                <a:ext cx="195375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0018" y="1050161"/>
                <a:ext cx="195375" cy="155940"/>
              </a:xfrm>
              <a:prstGeom prst="rect">
                <a:avLst/>
              </a:prstGeom>
              <a:blipFill>
                <a:blip r:embed="rId77"/>
                <a:stretch>
                  <a:fillRect l="-25000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8" name="Straight Connector 291">
            <a:extLst>
              <a:ext uri="{FF2B5EF4-FFF2-40B4-BE49-F238E27FC236}">
                <a16:creationId xmlns:a16="http://schemas.microsoft.com/office/drawing/2014/main" id="{852AC1F9-6771-B1FC-4E80-914DF581F59E}"/>
              </a:ext>
            </a:extLst>
          </p:cNvPr>
          <p:cNvCxnSpPr>
            <a:cxnSpLocks/>
          </p:cNvCxnSpPr>
          <p:nvPr/>
        </p:nvCxnSpPr>
        <p:spPr>
          <a:xfrm flipH="1" flipV="1">
            <a:off x="4994186" y="744004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535705C7-CA5D-13F2-0054-6BFD8593C505}"/>
                  </a:ext>
                </a:extLst>
              </p:cNvPr>
              <p:cNvSpPr txBox="1"/>
              <p:nvPr/>
            </p:nvSpPr>
            <p:spPr>
              <a:xfrm>
                <a:off x="5056368" y="753798"/>
                <a:ext cx="140872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6368" y="753798"/>
                <a:ext cx="140872" cy="155620"/>
              </a:xfrm>
              <a:prstGeom prst="rect">
                <a:avLst/>
              </a:prstGeom>
              <a:blipFill>
                <a:blip r:embed="rId78"/>
                <a:stretch>
                  <a:fillRect l="-29167" t="-4000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7" name="Straight Connector 291">
            <a:extLst>
              <a:ext uri="{FF2B5EF4-FFF2-40B4-BE49-F238E27FC236}">
                <a16:creationId xmlns:a16="http://schemas.microsoft.com/office/drawing/2014/main" id="{1FD400F1-BB35-258C-E242-3604AD2BA627}"/>
              </a:ext>
            </a:extLst>
          </p:cNvPr>
          <p:cNvCxnSpPr>
            <a:cxnSpLocks/>
          </p:cNvCxnSpPr>
          <p:nvPr/>
        </p:nvCxnSpPr>
        <p:spPr>
          <a:xfrm flipH="1" flipV="1">
            <a:off x="8833299" y="776593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B6F67B7A-8E80-2CD4-30C1-C08B63791807}"/>
                  </a:ext>
                </a:extLst>
              </p:cNvPr>
              <p:cNvSpPr txBox="1"/>
              <p:nvPr/>
            </p:nvSpPr>
            <p:spPr>
              <a:xfrm>
                <a:off x="8895481" y="786387"/>
                <a:ext cx="140872" cy="1549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481" y="786387"/>
                <a:ext cx="140872" cy="154979"/>
              </a:xfrm>
              <a:prstGeom prst="rect">
                <a:avLst/>
              </a:prstGeom>
              <a:blipFill>
                <a:blip r:embed="rId79"/>
                <a:stretch>
                  <a:fillRect l="-30435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5B777C7D-DBA0-23D4-7751-5F2B0A88C457}"/>
                  </a:ext>
                </a:extLst>
              </p:cNvPr>
              <p:cNvSpPr txBox="1"/>
              <p:nvPr/>
            </p:nvSpPr>
            <p:spPr>
              <a:xfrm>
                <a:off x="10641799" y="752342"/>
                <a:ext cx="140872" cy="158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1799" y="752342"/>
                <a:ext cx="140872" cy="158761"/>
              </a:xfrm>
              <a:prstGeom prst="rect">
                <a:avLst/>
              </a:prstGeom>
              <a:blipFill>
                <a:blip r:embed="rId80"/>
                <a:stretch>
                  <a:fillRect l="-34783" t="-7692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C41591F9-AE60-D2D2-D060-ED1B895BF595}"/>
                  </a:ext>
                </a:extLst>
              </p:cNvPr>
              <p:cNvSpPr txBox="1"/>
              <p:nvPr/>
            </p:nvSpPr>
            <p:spPr>
              <a:xfrm>
                <a:off x="10652186" y="1347417"/>
                <a:ext cx="140872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3CD249FB-D267-32E7-C75F-28DF07C9F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186" y="1347417"/>
                <a:ext cx="140872" cy="156710"/>
              </a:xfrm>
              <a:prstGeom prst="rect">
                <a:avLst/>
              </a:prstGeom>
              <a:blipFill>
                <a:blip r:embed="rId81"/>
                <a:stretch>
                  <a:fillRect l="-29167" t="-3846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4" name="Straight Connector 90">
            <a:extLst>
              <a:ext uri="{FF2B5EF4-FFF2-40B4-BE49-F238E27FC236}">
                <a16:creationId xmlns:a16="http://schemas.microsoft.com/office/drawing/2014/main" id="{42453BA4-E1D0-6D32-1AA8-087F21AE8A21}"/>
              </a:ext>
            </a:extLst>
          </p:cNvPr>
          <p:cNvCxnSpPr>
            <a:cxnSpLocks/>
          </p:cNvCxnSpPr>
          <p:nvPr/>
        </p:nvCxnSpPr>
        <p:spPr>
          <a:xfrm flipH="1" flipV="1">
            <a:off x="10602074" y="740228"/>
            <a:ext cx="1346" cy="281191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150">
            <a:extLst>
              <a:ext uri="{FF2B5EF4-FFF2-40B4-BE49-F238E27FC236}">
                <a16:creationId xmlns:a16="http://schemas.microsoft.com/office/drawing/2014/main" id="{D3CC48B2-52FB-FBB2-9FD1-1465117B1885}"/>
              </a:ext>
            </a:extLst>
          </p:cNvPr>
          <p:cNvCxnSpPr>
            <a:cxnSpLocks/>
          </p:cNvCxnSpPr>
          <p:nvPr/>
        </p:nvCxnSpPr>
        <p:spPr>
          <a:xfrm flipV="1">
            <a:off x="10602258" y="1312505"/>
            <a:ext cx="0" cy="308495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265">
            <a:extLst>
              <a:ext uri="{FF2B5EF4-FFF2-40B4-BE49-F238E27FC236}">
                <a16:creationId xmlns:a16="http://schemas.microsoft.com/office/drawing/2014/main" id="{9764E92E-3305-2649-599B-CC80D32EBB59}"/>
              </a:ext>
            </a:extLst>
          </p:cNvPr>
          <p:cNvCxnSpPr>
            <a:cxnSpLocks/>
          </p:cNvCxnSpPr>
          <p:nvPr/>
        </p:nvCxnSpPr>
        <p:spPr>
          <a:xfrm flipH="1" flipV="1">
            <a:off x="10604296" y="1031929"/>
            <a:ext cx="1346" cy="281191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Rectangle 575">
            <a:extLst>
              <a:ext uri="{FF2B5EF4-FFF2-40B4-BE49-F238E27FC236}">
                <a16:creationId xmlns:a16="http://schemas.microsoft.com/office/drawing/2014/main" id="{E2B47DA2-E257-8ED7-AABB-7931DB3C3A5A}"/>
              </a:ext>
            </a:extLst>
          </p:cNvPr>
          <p:cNvSpPr/>
          <p:nvPr/>
        </p:nvSpPr>
        <p:spPr>
          <a:xfrm flipH="1">
            <a:off x="5415009" y="2841724"/>
            <a:ext cx="783423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792A2E24-9BC2-1B8E-B402-55CCAEBCB97A}"/>
              </a:ext>
            </a:extLst>
          </p:cNvPr>
          <p:cNvCxnSpPr>
            <a:cxnSpLocks/>
          </p:cNvCxnSpPr>
          <p:nvPr/>
        </p:nvCxnSpPr>
        <p:spPr>
          <a:xfrm flipH="1" flipV="1">
            <a:off x="6484469" y="1062435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9" name="Rectangle 575">
            <a:extLst>
              <a:ext uri="{FF2B5EF4-FFF2-40B4-BE49-F238E27FC236}">
                <a16:creationId xmlns:a16="http://schemas.microsoft.com/office/drawing/2014/main" id="{3B301D50-1F02-AC6D-7CD3-BE6C48A0395F}"/>
              </a:ext>
            </a:extLst>
          </p:cNvPr>
          <p:cNvSpPr/>
          <p:nvPr/>
        </p:nvSpPr>
        <p:spPr>
          <a:xfrm flipH="1">
            <a:off x="6891848" y="2845120"/>
            <a:ext cx="783423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56" name="Rectangle 769">
            <a:extLst>
              <a:ext uri="{FF2B5EF4-FFF2-40B4-BE49-F238E27FC236}">
                <a16:creationId xmlns:a16="http://schemas.microsoft.com/office/drawing/2014/main" id="{C1FAA664-3BBA-3123-D700-FD11814BD2AC}"/>
              </a:ext>
            </a:extLst>
          </p:cNvPr>
          <p:cNvSpPr/>
          <p:nvPr/>
        </p:nvSpPr>
        <p:spPr>
          <a:xfrm flipH="1">
            <a:off x="8080681" y="3141542"/>
            <a:ext cx="14045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3" name="Rectangle 575">
            <a:extLst>
              <a:ext uri="{FF2B5EF4-FFF2-40B4-BE49-F238E27FC236}">
                <a16:creationId xmlns:a16="http://schemas.microsoft.com/office/drawing/2014/main" id="{DC038E0C-EACC-1D03-090D-8BE85A561FA0}"/>
              </a:ext>
            </a:extLst>
          </p:cNvPr>
          <p:cNvSpPr/>
          <p:nvPr/>
        </p:nvSpPr>
        <p:spPr>
          <a:xfrm flipH="1">
            <a:off x="8837764" y="2846091"/>
            <a:ext cx="783423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9" name="Rectangle 769">
            <a:extLst>
              <a:ext uri="{FF2B5EF4-FFF2-40B4-BE49-F238E27FC236}">
                <a16:creationId xmlns:a16="http://schemas.microsoft.com/office/drawing/2014/main" id="{9454763A-31B0-84E0-306C-F67348BEC228}"/>
              </a:ext>
            </a:extLst>
          </p:cNvPr>
          <p:cNvSpPr/>
          <p:nvPr/>
        </p:nvSpPr>
        <p:spPr>
          <a:xfrm flipH="1">
            <a:off x="10026597" y="3142513"/>
            <a:ext cx="12255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5" name="Rectangle 575">
            <a:extLst>
              <a:ext uri="{FF2B5EF4-FFF2-40B4-BE49-F238E27FC236}">
                <a16:creationId xmlns:a16="http://schemas.microsoft.com/office/drawing/2014/main" id="{7050ED34-85C8-3091-A278-520901468FEA}"/>
              </a:ext>
            </a:extLst>
          </p:cNvPr>
          <p:cNvSpPr/>
          <p:nvPr/>
        </p:nvSpPr>
        <p:spPr>
          <a:xfrm flipH="1">
            <a:off x="10596855" y="2834073"/>
            <a:ext cx="772275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Rectangle 769">
            <a:extLst>
              <a:ext uri="{FF2B5EF4-FFF2-40B4-BE49-F238E27FC236}">
                <a16:creationId xmlns:a16="http://schemas.microsoft.com/office/drawing/2014/main" id="{7506A867-11CD-BBE3-4D78-32FCCEE0E8CA}"/>
              </a:ext>
            </a:extLst>
          </p:cNvPr>
          <p:cNvSpPr/>
          <p:nvPr/>
        </p:nvSpPr>
        <p:spPr>
          <a:xfrm flipH="1">
            <a:off x="6207601" y="3142954"/>
            <a:ext cx="12922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Rectangle 769">
            <a:extLst>
              <a:ext uri="{FF2B5EF4-FFF2-40B4-BE49-F238E27FC236}">
                <a16:creationId xmlns:a16="http://schemas.microsoft.com/office/drawing/2014/main" id="{1FE6A76B-84EF-680A-B42D-2AD3F1124855}"/>
              </a:ext>
            </a:extLst>
          </p:cNvPr>
          <p:cNvSpPr/>
          <p:nvPr/>
        </p:nvSpPr>
        <p:spPr>
          <a:xfrm flipH="1">
            <a:off x="6520256" y="3142271"/>
            <a:ext cx="12922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Rectangle 769">
            <a:extLst>
              <a:ext uri="{FF2B5EF4-FFF2-40B4-BE49-F238E27FC236}">
                <a16:creationId xmlns:a16="http://schemas.microsoft.com/office/drawing/2014/main" id="{C0A04971-6460-32F9-A80D-FA6D203739F6}"/>
              </a:ext>
            </a:extLst>
          </p:cNvPr>
          <p:cNvSpPr/>
          <p:nvPr/>
        </p:nvSpPr>
        <p:spPr>
          <a:xfrm flipH="1">
            <a:off x="7664599" y="3143487"/>
            <a:ext cx="12922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Rectangle 769">
            <a:extLst>
              <a:ext uri="{FF2B5EF4-FFF2-40B4-BE49-F238E27FC236}">
                <a16:creationId xmlns:a16="http://schemas.microsoft.com/office/drawing/2014/main" id="{85D65EE8-77DC-90D4-40D4-EBD0C44C59F9}"/>
              </a:ext>
            </a:extLst>
          </p:cNvPr>
          <p:cNvSpPr/>
          <p:nvPr/>
        </p:nvSpPr>
        <p:spPr>
          <a:xfrm flipH="1">
            <a:off x="8433965" y="3149904"/>
            <a:ext cx="14045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5" name="Rectangle 769">
            <a:extLst>
              <a:ext uri="{FF2B5EF4-FFF2-40B4-BE49-F238E27FC236}">
                <a16:creationId xmlns:a16="http://schemas.microsoft.com/office/drawing/2014/main" id="{62A1E072-6560-5942-EDA7-7B10A2167B02}"/>
              </a:ext>
            </a:extLst>
          </p:cNvPr>
          <p:cNvSpPr/>
          <p:nvPr/>
        </p:nvSpPr>
        <p:spPr>
          <a:xfrm flipH="1">
            <a:off x="9606260" y="3152325"/>
            <a:ext cx="14045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" name="Rectangle 769">
            <a:extLst>
              <a:ext uri="{FF2B5EF4-FFF2-40B4-BE49-F238E27FC236}">
                <a16:creationId xmlns:a16="http://schemas.microsoft.com/office/drawing/2014/main" id="{6157DFE8-FC4B-F0A8-076F-D850A6B001E1}"/>
              </a:ext>
            </a:extLst>
          </p:cNvPr>
          <p:cNvSpPr/>
          <p:nvPr/>
        </p:nvSpPr>
        <p:spPr>
          <a:xfrm flipH="1">
            <a:off x="10377222" y="3145160"/>
            <a:ext cx="14045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7" name="Rectangle 769">
            <a:extLst>
              <a:ext uri="{FF2B5EF4-FFF2-40B4-BE49-F238E27FC236}">
                <a16:creationId xmlns:a16="http://schemas.microsoft.com/office/drawing/2014/main" id="{09228239-EC9F-3E8D-E09D-7E55D71A424D}"/>
              </a:ext>
            </a:extLst>
          </p:cNvPr>
          <p:cNvSpPr/>
          <p:nvPr/>
        </p:nvSpPr>
        <p:spPr>
          <a:xfrm flipH="1">
            <a:off x="11369131" y="3149904"/>
            <a:ext cx="12922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033145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111AA-B0F8-A44E-7DC3-B7877EE6C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Rectangle 343">
            <a:extLst>
              <a:ext uri="{FF2B5EF4-FFF2-40B4-BE49-F238E27FC236}">
                <a16:creationId xmlns:a16="http://schemas.microsoft.com/office/drawing/2014/main" id="{FFE75B8B-52BA-B1CF-2D61-84E60267BDCD}"/>
              </a:ext>
            </a:extLst>
          </p:cNvPr>
          <p:cNvSpPr/>
          <p:nvPr/>
        </p:nvSpPr>
        <p:spPr>
          <a:xfrm flipH="1">
            <a:off x="3054653" y="1747974"/>
            <a:ext cx="4571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5FE988A9-F440-06A4-BC77-3F558FBB8BB5}"/>
              </a:ext>
            </a:extLst>
          </p:cNvPr>
          <p:cNvSpPr/>
          <p:nvPr/>
        </p:nvSpPr>
        <p:spPr>
          <a:xfrm flipH="1">
            <a:off x="3048368" y="1444511"/>
            <a:ext cx="767178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E385C0A3-9FAA-92A7-1873-8B930C6B8FD8}"/>
              </a:ext>
            </a:extLst>
          </p:cNvPr>
          <p:cNvCxnSpPr>
            <a:cxnSpLocks/>
          </p:cNvCxnSpPr>
          <p:nvPr/>
        </p:nvCxnSpPr>
        <p:spPr>
          <a:xfrm>
            <a:off x="221673" y="2330560"/>
            <a:ext cx="9955188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C7BFB3EE-9734-4657-1930-27A533A06A77}"/>
              </a:ext>
            </a:extLst>
          </p:cNvPr>
          <p:cNvCxnSpPr>
            <a:cxnSpLocks/>
          </p:cNvCxnSpPr>
          <p:nvPr/>
        </p:nvCxnSpPr>
        <p:spPr>
          <a:xfrm>
            <a:off x="3048289" y="85321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458F6AC-48F4-D76D-E441-57D2F0BDC259}"/>
              </a:ext>
            </a:extLst>
          </p:cNvPr>
          <p:cNvCxnSpPr>
            <a:cxnSpLocks/>
          </p:cNvCxnSpPr>
          <p:nvPr/>
        </p:nvCxnSpPr>
        <p:spPr>
          <a:xfrm>
            <a:off x="2047674" y="2636473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DCFA379-640A-744A-C15A-849FC49F042E}"/>
              </a:ext>
            </a:extLst>
          </p:cNvPr>
          <p:cNvCxnSpPr>
            <a:cxnSpLocks/>
          </p:cNvCxnSpPr>
          <p:nvPr/>
        </p:nvCxnSpPr>
        <p:spPr>
          <a:xfrm>
            <a:off x="2068328" y="1149796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E220541-9085-DD6E-78A4-1B097FDF8733}"/>
              </a:ext>
            </a:extLst>
          </p:cNvPr>
          <p:cNvCxnSpPr>
            <a:cxnSpLocks/>
          </p:cNvCxnSpPr>
          <p:nvPr/>
        </p:nvCxnSpPr>
        <p:spPr>
          <a:xfrm>
            <a:off x="207818" y="1445290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132256E-A230-F8E0-CBBC-8B46A943387A}"/>
              </a:ext>
            </a:extLst>
          </p:cNvPr>
          <p:cNvCxnSpPr>
            <a:cxnSpLocks/>
          </p:cNvCxnSpPr>
          <p:nvPr/>
        </p:nvCxnSpPr>
        <p:spPr>
          <a:xfrm>
            <a:off x="193964" y="1738364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4214EFC-D492-2179-48DB-37F61FDAA438}"/>
              </a:ext>
            </a:extLst>
          </p:cNvPr>
          <p:cNvCxnSpPr>
            <a:cxnSpLocks/>
          </p:cNvCxnSpPr>
          <p:nvPr/>
        </p:nvCxnSpPr>
        <p:spPr>
          <a:xfrm>
            <a:off x="235527" y="2041488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24EB062-4E6A-0256-4E40-147F4F94FFCC}"/>
              </a:ext>
            </a:extLst>
          </p:cNvPr>
          <p:cNvCxnSpPr>
            <a:cxnSpLocks/>
          </p:cNvCxnSpPr>
          <p:nvPr/>
        </p:nvCxnSpPr>
        <p:spPr>
          <a:xfrm>
            <a:off x="2406191" y="859315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868D80C-8DC3-5FEE-B350-F4DA6D85EB9D}"/>
              </a:ext>
            </a:extLst>
          </p:cNvPr>
          <p:cNvCxnSpPr>
            <a:cxnSpLocks/>
          </p:cNvCxnSpPr>
          <p:nvPr/>
        </p:nvCxnSpPr>
        <p:spPr>
          <a:xfrm>
            <a:off x="3828572" y="85931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F5245FF-ACE7-6E2A-0ED9-52B2AC72AD46}"/>
              </a:ext>
            </a:extLst>
          </p:cNvPr>
          <p:cNvCxnSpPr>
            <a:cxnSpLocks/>
          </p:cNvCxnSpPr>
          <p:nvPr/>
        </p:nvCxnSpPr>
        <p:spPr>
          <a:xfrm flipH="1">
            <a:off x="4597549" y="85931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61F0A3D-411B-ABE1-DB29-CD76147FAD93}"/>
              </a:ext>
            </a:extLst>
          </p:cNvPr>
          <p:cNvCxnSpPr>
            <a:cxnSpLocks/>
          </p:cNvCxnSpPr>
          <p:nvPr/>
        </p:nvCxnSpPr>
        <p:spPr>
          <a:xfrm>
            <a:off x="5382549" y="85931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2E3D827-ED13-2433-365C-7CE931852449}"/>
              </a:ext>
            </a:extLst>
          </p:cNvPr>
          <p:cNvCxnSpPr>
            <a:cxnSpLocks/>
          </p:cNvCxnSpPr>
          <p:nvPr/>
        </p:nvCxnSpPr>
        <p:spPr>
          <a:xfrm flipH="1">
            <a:off x="6135313" y="85931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2B019B7-2B63-B222-546F-D29735F7F978}"/>
              </a:ext>
            </a:extLst>
          </p:cNvPr>
          <p:cNvCxnSpPr>
            <a:cxnSpLocks/>
          </p:cNvCxnSpPr>
          <p:nvPr/>
        </p:nvCxnSpPr>
        <p:spPr>
          <a:xfrm>
            <a:off x="6915975" y="85931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1B7A5EC-9283-C554-621C-0C36E0E46C22}"/>
              </a:ext>
            </a:extLst>
          </p:cNvPr>
          <p:cNvCxnSpPr/>
          <p:nvPr/>
        </p:nvCxnSpPr>
        <p:spPr>
          <a:xfrm>
            <a:off x="7687825" y="85931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7209DF1C-EF31-AC18-E1E2-8E0283A3A725}"/>
              </a:ext>
            </a:extLst>
          </p:cNvPr>
          <p:cNvCxnSpPr/>
          <p:nvPr/>
        </p:nvCxnSpPr>
        <p:spPr>
          <a:xfrm flipV="1">
            <a:off x="3830028" y="233531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24E9D0CE-E81D-FFC8-9186-05773540B1E3}"/>
              </a:ext>
            </a:extLst>
          </p:cNvPr>
          <p:cNvCxnSpPr>
            <a:cxnSpLocks/>
          </p:cNvCxnSpPr>
          <p:nvPr/>
        </p:nvCxnSpPr>
        <p:spPr>
          <a:xfrm flipV="1">
            <a:off x="5378090" y="233531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D0598722-9A54-93A9-6292-BC2F6783E486}"/>
              </a:ext>
            </a:extLst>
          </p:cNvPr>
          <p:cNvCxnSpPr>
            <a:cxnSpLocks/>
          </p:cNvCxnSpPr>
          <p:nvPr/>
        </p:nvCxnSpPr>
        <p:spPr>
          <a:xfrm flipV="1">
            <a:off x="4603559" y="233531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F019F6AF-45FF-8087-2139-1527217BE635}"/>
              </a:ext>
            </a:extLst>
          </p:cNvPr>
          <p:cNvCxnSpPr>
            <a:cxnSpLocks/>
          </p:cNvCxnSpPr>
          <p:nvPr/>
        </p:nvCxnSpPr>
        <p:spPr>
          <a:xfrm flipV="1">
            <a:off x="6149478" y="233531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DAF1D77E-CAFB-1271-E624-0E5631236191}"/>
              </a:ext>
            </a:extLst>
          </p:cNvPr>
          <p:cNvCxnSpPr>
            <a:cxnSpLocks/>
          </p:cNvCxnSpPr>
          <p:nvPr/>
        </p:nvCxnSpPr>
        <p:spPr>
          <a:xfrm flipV="1">
            <a:off x="6918985" y="233531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5DB4C4B6-FCD5-5BC7-E740-00189B8B09D5}"/>
              </a:ext>
            </a:extLst>
          </p:cNvPr>
          <p:cNvCxnSpPr>
            <a:cxnSpLocks/>
          </p:cNvCxnSpPr>
          <p:nvPr/>
        </p:nvCxnSpPr>
        <p:spPr>
          <a:xfrm flipV="1">
            <a:off x="7690095" y="233531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E66810-67C9-1DFD-AD8D-24AC472F7FA6}"/>
                  </a:ext>
                </a:extLst>
              </p:cNvPr>
              <p:cNvSpPr txBox="1"/>
              <p:nvPr/>
            </p:nvSpPr>
            <p:spPr>
              <a:xfrm>
                <a:off x="703616" y="1452597"/>
                <a:ext cx="1761188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LIDAR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20,100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E66810-67C9-1DFD-AD8D-24AC472F7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16" y="1452597"/>
                <a:ext cx="1761188" cy="257186"/>
              </a:xfrm>
              <a:prstGeom prst="rect">
                <a:avLst/>
              </a:prstGeom>
              <a:blipFill>
                <a:blip r:embed="rId2"/>
                <a:stretch>
                  <a:fillRect l="-719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C281C6-F456-C602-77F0-7A199ECAD8C9}"/>
                  </a:ext>
                </a:extLst>
              </p:cNvPr>
              <p:cNvSpPr txBox="1"/>
              <p:nvPr/>
            </p:nvSpPr>
            <p:spPr>
              <a:xfrm>
                <a:off x="699943" y="1750473"/>
                <a:ext cx="1224181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IMU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1,5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C281C6-F456-C602-77F0-7A199ECAD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943" y="1750473"/>
                <a:ext cx="1224181" cy="257186"/>
              </a:xfrm>
              <a:prstGeom prst="rect">
                <a:avLst/>
              </a:prstGeom>
              <a:blipFill>
                <a:blip r:embed="rId3"/>
                <a:stretch>
                  <a:fillRect l="-2062" b="-2381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46D389-427D-5A1C-D138-D8EDB1555966}"/>
                  </a:ext>
                </a:extLst>
              </p:cNvPr>
              <p:cNvSpPr txBox="1"/>
              <p:nvPr/>
            </p:nvSpPr>
            <p:spPr>
              <a:xfrm>
                <a:off x="702135" y="2054013"/>
                <a:ext cx="1982402" cy="258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CAMERA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40,200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46D389-427D-5A1C-D138-D8EDB1555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5" y="2054013"/>
                <a:ext cx="1982402" cy="258789"/>
              </a:xfrm>
              <a:prstGeom prst="rect">
                <a:avLst/>
              </a:prstGeom>
              <a:blipFill>
                <a:blip r:embed="rId4"/>
                <a:stretch>
                  <a:fillRect l="-637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D2A8BB-AFBC-3565-1F69-7DAA49D3B9D2}"/>
                  </a:ext>
                </a:extLst>
              </p:cNvPr>
              <p:cNvSpPr txBox="1"/>
              <p:nvPr/>
            </p:nvSpPr>
            <p:spPr>
              <a:xfrm>
                <a:off x="3724469" y="242334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D2A8BB-AFBC-3565-1F69-7DAA49D3B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469" y="2423346"/>
                <a:ext cx="343043" cy="307777"/>
              </a:xfrm>
              <a:prstGeom prst="rect">
                <a:avLst/>
              </a:prstGeom>
              <a:blipFill>
                <a:blip r:embed="rId5"/>
                <a:stretch>
                  <a:fillRect l="-17857" r="-1428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D1F3F0-7216-A217-7FCF-61E295E67120}"/>
                  </a:ext>
                </a:extLst>
              </p:cNvPr>
              <p:cNvSpPr txBox="1"/>
              <p:nvPr/>
            </p:nvSpPr>
            <p:spPr>
              <a:xfrm>
                <a:off x="4498389" y="242334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D1F3F0-7216-A217-7FCF-61E295E67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389" y="2423346"/>
                <a:ext cx="343043" cy="307777"/>
              </a:xfrm>
              <a:prstGeom prst="rect">
                <a:avLst/>
              </a:prstGeom>
              <a:blipFill>
                <a:blip r:embed="rId6"/>
                <a:stretch>
                  <a:fillRect l="-17857" r="-1428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F9E8190-16D0-9820-93CD-E61E2701E760}"/>
                  </a:ext>
                </a:extLst>
              </p:cNvPr>
              <p:cNvSpPr txBox="1"/>
              <p:nvPr/>
            </p:nvSpPr>
            <p:spPr>
              <a:xfrm>
                <a:off x="5259745" y="242334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F9E8190-16D0-9820-93CD-E61E2701E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745" y="2423346"/>
                <a:ext cx="343043" cy="307777"/>
              </a:xfrm>
              <a:prstGeom prst="rect">
                <a:avLst/>
              </a:prstGeom>
              <a:blipFill>
                <a:blip r:embed="rId7"/>
                <a:stretch>
                  <a:fillRect l="-17857" r="-1428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4B0BF5-81C7-C04B-499A-7E10E8C26432}"/>
                  </a:ext>
                </a:extLst>
              </p:cNvPr>
              <p:cNvSpPr txBox="1"/>
              <p:nvPr/>
            </p:nvSpPr>
            <p:spPr>
              <a:xfrm>
                <a:off x="6043033" y="242334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4B0BF5-81C7-C04B-499A-7E10E8C26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033" y="2423346"/>
                <a:ext cx="343043" cy="307777"/>
              </a:xfrm>
              <a:prstGeom prst="rect">
                <a:avLst/>
              </a:prstGeom>
              <a:blipFill>
                <a:blip r:embed="rId8"/>
                <a:stretch>
                  <a:fillRect l="-13793" r="-13793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A9A371-A50A-6656-32F1-1F4BA8E2CC62}"/>
                  </a:ext>
                </a:extLst>
              </p:cNvPr>
              <p:cNvSpPr txBox="1"/>
              <p:nvPr/>
            </p:nvSpPr>
            <p:spPr>
              <a:xfrm>
                <a:off x="6673587" y="2423346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A9A371-A50A-6656-32F1-1F4BA8E2C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587" y="2423346"/>
                <a:ext cx="485710" cy="307777"/>
              </a:xfrm>
              <a:prstGeom prst="rect">
                <a:avLst/>
              </a:prstGeom>
              <a:blipFill>
                <a:blip r:embed="rId9"/>
                <a:stretch>
                  <a:fillRect l="-10256" r="-1025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9482314-CDC9-C196-690A-36D53F1FB842}"/>
                  </a:ext>
                </a:extLst>
              </p:cNvPr>
              <p:cNvSpPr txBox="1"/>
              <p:nvPr/>
            </p:nvSpPr>
            <p:spPr>
              <a:xfrm>
                <a:off x="7578674" y="2423346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9482314-CDC9-C196-690A-36D53F1FB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674" y="2423346"/>
                <a:ext cx="485710" cy="307777"/>
              </a:xfrm>
              <a:prstGeom prst="rect">
                <a:avLst/>
              </a:prstGeom>
              <a:blipFill>
                <a:blip r:embed="rId10"/>
                <a:stretch>
                  <a:fillRect l="-10000" r="-10000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024C82C-9508-63F8-B315-3FAE330F9FAC}"/>
              </a:ext>
            </a:extLst>
          </p:cNvPr>
          <p:cNvCxnSpPr>
            <a:cxnSpLocks/>
          </p:cNvCxnSpPr>
          <p:nvPr/>
        </p:nvCxnSpPr>
        <p:spPr>
          <a:xfrm>
            <a:off x="2045999" y="849984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42B30DD-AF99-6460-C910-E03C311732F6}"/>
                  </a:ext>
                </a:extLst>
              </p:cNvPr>
              <p:cNvSpPr txBox="1"/>
              <p:nvPr/>
            </p:nvSpPr>
            <p:spPr>
              <a:xfrm>
                <a:off x="2962223" y="2423346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42B30DD-AF99-6460-C910-E03C31173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223" y="2423346"/>
                <a:ext cx="200376" cy="307777"/>
              </a:xfrm>
              <a:prstGeom prst="rect">
                <a:avLst/>
              </a:prstGeom>
              <a:blipFill>
                <a:blip r:embed="rId11"/>
                <a:stretch>
                  <a:fillRect l="-29412" r="-23529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B545F66-9894-5660-2188-16D6451E3AFE}"/>
              </a:ext>
            </a:extLst>
          </p:cNvPr>
          <p:cNvCxnSpPr>
            <a:cxnSpLocks/>
          </p:cNvCxnSpPr>
          <p:nvPr/>
        </p:nvCxnSpPr>
        <p:spPr>
          <a:xfrm flipH="1" flipV="1">
            <a:off x="3046896" y="1454544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991162E1-5D7F-2B2B-1CA4-257F667111FB}"/>
              </a:ext>
            </a:extLst>
          </p:cNvPr>
          <p:cNvCxnSpPr>
            <a:cxnSpLocks/>
          </p:cNvCxnSpPr>
          <p:nvPr/>
        </p:nvCxnSpPr>
        <p:spPr>
          <a:xfrm flipV="1">
            <a:off x="3047080" y="2026821"/>
            <a:ext cx="0" cy="308495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855FF6E1-2187-3717-17A8-4503F0EB0A2D}"/>
              </a:ext>
            </a:extLst>
          </p:cNvPr>
          <p:cNvGrpSpPr/>
          <p:nvPr/>
        </p:nvGrpSpPr>
        <p:grpSpPr>
          <a:xfrm>
            <a:off x="4567846" y="1440264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F1F46139-8905-431D-2AE4-52597DDB9E6A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1FA8E03D-1AFA-4D8A-214F-ABD49FA78120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A82FE98-6FFE-36C7-7471-EFA841CF94BC}"/>
              </a:ext>
            </a:extLst>
          </p:cNvPr>
          <p:cNvCxnSpPr>
            <a:cxnSpLocks/>
          </p:cNvCxnSpPr>
          <p:nvPr/>
        </p:nvCxnSpPr>
        <p:spPr>
          <a:xfrm>
            <a:off x="8459677" y="84998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D539DFAF-CC50-85D2-E29F-27E5D2C7CB67}"/>
              </a:ext>
            </a:extLst>
          </p:cNvPr>
          <p:cNvCxnSpPr/>
          <p:nvPr/>
        </p:nvCxnSpPr>
        <p:spPr>
          <a:xfrm>
            <a:off x="9231527" y="84998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20C54825-ED91-0B14-091F-BCDB62FBC4BD}"/>
              </a:ext>
            </a:extLst>
          </p:cNvPr>
          <p:cNvCxnSpPr>
            <a:cxnSpLocks/>
          </p:cNvCxnSpPr>
          <p:nvPr/>
        </p:nvCxnSpPr>
        <p:spPr>
          <a:xfrm flipV="1">
            <a:off x="8462557" y="233666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E9D8EF5-C62A-9A23-66AD-2DA5C562771D}"/>
              </a:ext>
            </a:extLst>
          </p:cNvPr>
          <p:cNvCxnSpPr>
            <a:cxnSpLocks/>
          </p:cNvCxnSpPr>
          <p:nvPr/>
        </p:nvCxnSpPr>
        <p:spPr>
          <a:xfrm flipV="1">
            <a:off x="9233667" y="233666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A4711FF9-5F8A-6EC4-5444-2D293DF01B04}"/>
                  </a:ext>
                </a:extLst>
              </p:cNvPr>
              <p:cNvSpPr txBox="1"/>
              <p:nvPr/>
            </p:nvSpPr>
            <p:spPr>
              <a:xfrm>
                <a:off x="8359270" y="2424692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A4711FF9-5F8A-6EC4-5444-2D293DF01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270" y="2424692"/>
                <a:ext cx="485710" cy="307777"/>
              </a:xfrm>
              <a:prstGeom prst="rect">
                <a:avLst/>
              </a:prstGeom>
              <a:blipFill>
                <a:blip r:embed="rId12"/>
                <a:stretch>
                  <a:fillRect l="-12821" r="-1025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75A67BA4-E950-EBD5-2CBC-285B14FD519C}"/>
                  </a:ext>
                </a:extLst>
              </p:cNvPr>
              <p:cNvSpPr txBox="1"/>
              <p:nvPr/>
            </p:nvSpPr>
            <p:spPr>
              <a:xfrm>
                <a:off x="9122246" y="2424692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75A67BA4-E950-EBD5-2CBC-285B14FD5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2246" y="2424692"/>
                <a:ext cx="485710" cy="307777"/>
              </a:xfrm>
              <a:prstGeom prst="rect">
                <a:avLst/>
              </a:prstGeom>
              <a:blipFill>
                <a:blip r:embed="rId13"/>
                <a:stretch>
                  <a:fillRect l="-12821" r="-1025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11E17828-42E3-7139-6F9F-5AD6C614F0FD}"/>
              </a:ext>
            </a:extLst>
          </p:cNvPr>
          <p:cNvCxnSpPr>
            <a:cxnSpLocks/>
          </p:cNvCxnSpPr>
          <p:nvPr/>
        </p:nvCxnSpPr>
        <p:spPr>
          <a:xfrm>
            <a:off x="3056134" y="2330560"/>
            <a:ext cx="8512411" cy="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25796F5-1A4F-8BE3-0804-F7EC50DB0BDB}"/>
              </a:ext>
            </a:extLst>
          </p:cNvPr>
          <p:cNvCxnSpPr/>
          <p:nvPr/>
        </p:nvCxnSpPr>
        <p:spPr>
          <a:xfrm>
            <a:off x="9841453" y="859315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BBB77B2-990D-8CC4-4769-7C93B8887E78}"/>
              </a:ext>
            </a:extLst>
          </p:cNvPr>
          <p:cNvSpPr txBox="1"/>
          <p:nvPr/>
        </p:nvSpPr>
        <p:spPr>
          <a:xfrm>
            <a:off x="2312205" y="494286"/>
            <a:ext cx="2969211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b="1" dirty="0"/>
              <a:t>Scenario A: No optimizations  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A29733-3E07-507C-A533-D05308A653A9}"/>
              </a:ext>
            </a:extLst>
          </p:cNvPr>
          <p:cNvCxnSpPr>
            <a:cxnSpLocks/>
          </p:cNvCxnSpPr>
          <p:nvPr/>
        </p:nvCxnSpPr>
        <p:spPr>
          <a:xfrm>
            <a:off x="256448" y="5455339"/>
            <a:ext cx="9955188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BBE4B0-8B22-70DE-C9E2-7DD2FE0AA054}"/>
              </a:ext>
            </a:extLst>
          </p:cNvPr>
          <p:cNvCxnSpPr>
            <a:cxnSpLocks/>
          </p:cNvCxnSpPr>
          <p:nvPr/>
        </p:nvCxnSpPr>
        <p:spPr>
          <a:xfrm>
            <a:off x="3083064" y="397799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2A7E07-CF66-1666-C84B-F6EFAF771513}"/>
                  </a:ext>
                </a:extLst>
              </p:cNvPr>
              <p:cNvSpPr txBox="1"/>
              <p:nvPr/>
            </p:nvSpPr>
            <p:spPr>
              <a:xfrm>
                <a:off x="9526946" y="5441134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2A7E07-CF66-1666-C84B-F6EFAF771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6946" y="5441134"/>
                <a:ext cx="231602" cy="430887"/>
              </a:xfrm>
              <a:prstGeom prst="rect">
                <a:avLst/>
              </a:prstGeom>
              <a:blipFill>
                <a:blip r:embed="rId14"/>
                <a:stretch>
                  <a:fillRect l="-31579" r="-2105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01D3DF3-9A8F-ED0F-0688-9A736EBAD31E}"/>
              </a:ext>
            </a:extLst>
          </p:cNvPr>
          <p:cNvCxnSpPr>
            <a:cxnSpLocks/>
          </p:cNvCxnSpPr>
          <p:nvPr/>
        </p:nvCxnSpPr>
        <p:spPr>
          <a:xfrm>
            <a:off x="2082449" y="576125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D713B53-914C-0107-8AFB-AF7E9103DF48}"/>
              </a:ext>
            </a:extLst>
          </p:cNvPr>
          <p:cNvCxnSpPr>
            <a:cxnSpLocks/>
          </p:cNvCxnSpPr>
          <p:nvPr/>
        </p:nvCxnSpPr>
        <p:spPr>
          <a:xfrm>
            <a:off x="2103103" y="427457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DEFD216-8A1F-E96A-F464-363757C103F7}"/>
              </a:ext>
            </a:extLst>
          </p:cNvPr>
          <p:cNvCxnSpPr>
            <a:cxnSpLocks/>
          </p:cNvCxnSpPr>
          <p:nvPr/>
        </p:nvCxnSpPr>
        <p:spPr>
          <a:xfrm>
            <a:off x="242593" y="4570069"/>
            <a:ext cx="996051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78DE68A-FA14-2907-2915-6A7D8E20C50B}"/>
              </a:ext>
            </a:extLst>
          </p:cNvPr>
          <p:cNvCxnSpPr>
            <a:cxnSpLocks/>
          </p:cNvCxnSpPr>
          <p:nvPr/>
        </p:nvCxnSpPr>
        <p:spPr>
          <a:xfrm>
            <a:off x="228739" y="4863143"/>
            <a:ext cx="997604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0C2EDC-8C97-ECAA-952C-DBF316B76490}"/>
              </a:ext>
            </a:extLst>
          </p:cNvPr>
          <p:cNvCxnSpPr>
            <a:cxnSpLocks/>
          </p:cNvCxnSpPr>
          <p:nvPr/>
        </p:nvCxnSpPr>
        <p:spPr>
          <a:xfrm>
            <a:off x="270302" y="5166267"/>
            <a:ext cx="9936156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05D390B-3575-B7FE-96D7-C663FBA8A12B}"/>
              </a:ext>
            </a:extLst>
          </p:cNvPr>
          <p:cNvCxnSpPr>
            <a:cxnSpLocks/>
          </p:cNvCxnSpPr>
          <p:nvPr/>
        </p:nvCxnSpPr>
        <p:spPr>
          <a:xfrm>
            <a:off x="2440966" y="3984094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70A1D1B-6E11-A3B1-56ED-77FB7D602A49}"/>
              </a:ext>
            </a:extLst>
          </p:cNvPr>
          <p:cNvCxnSpPr>
            <a:cxnSpLocks/>
          </p:cNvCxnSpPr>
          <p:nvPr/>
        </p:nvCxnSpPr>
        <p:spPr>
          <a:xfrm>
            <a:off x="3863347" y="398409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23FEC61-33CD-644C-86AC-FAAF0FE81777}"/>
              </a:ext>
            </a:extLst>
          </p:cNvPr>
          <p:cNvCxnSpPr>
            <a:cxnSpLocks/>
          </p:cNvCxnSpPr>
          <p:nvPr/>
        </p:nvCxnSpPr>
        <p:spPr>
          <a:xfrm flipH="1">
            <a:off x="4632324" y="398409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277A9AF-DDE1-D7B6-86A3-AEDCF7126658}"/>
              </a:ext>
            </a:extLst>
          </p:cNvPr>
          <p:cNvCxnSpPr>
            <a:cxnSpLocks/>
          </p:cNvCxnSpPr>
          <p:nvPr/>
        </p:nvCxnSpPr>
        <p:spPr>
          <a:xfrm>
            <a:off x="5417324" y="398409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CBE5B13-FB26-4F05-96C6-83A0B1CF4E6C}"/>
              </a:ext>
            </a:extLst>
          </p:cNvPr>
          <p:cNvCxnSpPr>
            <a:cxnSpLocks/>
          </p:cNvCxnSpPr>
          <p:nvPr/>
        </p:nvCxnSpPr>
        <p:spPr>
          <a:xfrm flipH="1">
            <a:off x="6170088" y="398409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9318DF5-59EE-EFC7-0117-36B9361A74FA}"/>
              </a:ext>
            </a:extLst>
          </p:cNvPr>
          <p:cNvCxnSpPr>
            <a:cxnSpLocks/>
          </p:cNvCxnSpPr>
          <p:nvPr/>
        </p:nvCxnSpPr>
        <p:spPr>
          <a:xfrm>
            <a:off x="6950750" y="398409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2951BB5-3E40-A51B-9758-5736F8180007}"/>
              </a:ext>
            </a:extLst>
          </p:cNvPr>
          <p:cNvCxnSpPr/>
          <p:nvPr/>
        </p:nvCxnSpPr>
        <p:spPr>
          <a:xfrm>
            <a:off x="7722600" y="398409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1E7C025-5317-ED66-9340-9EB5E7FFB26B}"/>
              </a:ext>
            </a:extLst>
          </p:cNvPr>
          <p:cNvCxnSpPr/>
          <p:nvPr/>
        </p:nvCxnSpPr>
        <p:spPr>
          <a:xfrm flipV="1">
            <a:off x="3864803" y="546009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FFE258D-FD5F-AD42-3E88-C0733CFF4011}"/>
              </a:ext>
            </a:extLst>
          </p:cNvPr>
          <p:cNvCxnSpPr>
            <a:cxnSpLocks/>
          </p:cNvCxnSpPr>
          <p:nvPr/>
        </p:nvCxnSpPr>
        <p:spPr>
          <a:xfrm flipV="1">
            <a:off x="5412865" y="546009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9816927-87AA-DD20-F153-821DAA32BFCB}"/>
              </a:ext>
            </a:extLst>
          </p:cNvPr>
          <p:cNvCxnSpPr>
            <a:cxnSpLocks/>
          </p:cNvCxnSpPr>
          <p:nvPr/>
        </p:nvCxnSpPr>
        <p:spPr>
          <a:xfrm flipV="1">
            <a:off x="4638334" y="546009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FE00C07-1621-CADA-F947-0375B623CA24}"/>
              </a:ext>
            </a:extLst>
          </p:cNvPr>
          <p:cNvCxnSpPr>
            <a:cxnSpLocks/>
          </p:cNvCxnSpPr>
          <p:nvPr/>
        </p:nvCxnSpPr>
        <p:spPr>
          <a:xfrm flipV="1">
            <a:off x="6184253" y="546009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F9B118B-AEEE-937F-E2F1-7F283D925F39}"/>
              </a:ext>
            </a:extLst>
          </p:cNvPr>
          <p:cNvCxnSpPr>
            <a:cxnSpLocks/>
          </p:cNvCxnSpPr>
          <p:nvPr/>
        </p:nvCxnSpPr>
        <p:spPr>
          <a:xfrm flipV="1">
            <a:off x="6953760" y="546009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FC5DC12-FE1D-926E-76C2-583E55AFCA47}"/>
              </a:ext>
            </a:extLst>
          </p:cNvPr>
          <p:cNvCxnSpPr>
            <a:cxnSpLocks/>
          </p:cNvCxnSpPr>
          <p:nvPr/>
        </p:nvCxnSpPr>
        <p:spPr>
          <a:xfrm flipV="1">
            <a:off x="7724870" y="546009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0CB9DDD-7439-6F13-507E-A243F122BE3B}"/>
                  </a:ext>
                </a:extLst>
              </p:cNvPr>
              <p:cNvSpPr txBox="1"/>
              <p:nvPr/>
            </p:nvSpPr>
            <p:spPr>
              <a:xfrm>
                <a:off x="186404" y="4577376"/>
                <a:ext cx="1761188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LIDAR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20,100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0CB9DDD-7439-6F13-507E-A243F122B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04" y="4577376"/>
                <a:ext cx="1761188" cy="257186"/>
              </a:xfrm>
              <a:prstGeom prst="rect">
                <a:avLst/>
              </a:prstGeom>
              <a:blipFill>
                <a:blip r:embed="rId15"/>
                <a:stretch>
                  <a:fillRect l="-714" b="-2381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432BDB4-DCB5-6242-0C26-EA52A3542D7F}"/>
                  </a:ext>
                </a:extLst>
              </p:cNvPr>
              <p:cNvSpPr txBox="1"/>
              <p:nvPr/>
            </p:nvSpPr>
            <p:spPr>
              <a:xfrm>
                <a:off x="182731" y="4875252"/>
                <a:ext cx="1224181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IMU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1,5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432BDB4-DCB5-6242-0C26-EA52A3542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31" y="4875252"/>
                <a:ext cx="1224181" cy="257186"/>
              </a:xfrm>
              <a:prstGeom prst="rect">
                <a:avLst/>
              </a:prstGeom>
              <a:blipFill>
                <a:blip r:embed="rId16"/>
                <a:stretch>
                  <a:fillRect l="-2062" b="-1904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862544D-A8B9-3796-D689-C214B3DB8F89}"/>
                  </a:ext>
                </a:extLst>
              </p:cNvPr>
              <p:cNvSpPr txBox="1"/>
              <p:nvPr/>
            </p:nvSpPr>
            <p:spPr>
              <a:xfrm>
                <a:off x="184923" y="5178792"/>
                <a:ext cx="1982402" cy="258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CAMERA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40,200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862544D-A8B9-3796-D689-C214B3DB8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23" y="5178792"/>
                <a:ext cx="1982402" cy="258789"/>
              </a:xfrm>
              <a:prstGeom prst="rect">
                <a:avLst/>
              </a:prstGeom>
              <a:blipFill>
                <a:blip r:embed="rId17"/>
                <a:stretch>
                  <a:fillRect l="-637" b="-2381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73AEF42-7D0B-D749-E8E8-BF77DBEFB977}"/>
                  </a:ext>
                </a:extLst>
              </p:cNvPr>
              <p:cNvSpPr txBox="1"/>
              <p:nvPr/>
            </p:nvSpPr>
            <p:spPr>
              <a:xfrm>
                <a:off x="3759244" y="5548125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73AEF42-7D0B-D749-E8E8-BF77DBEFB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244" y="5548125"/>
                <a:ext cx="200375" cy="307777"/>
              </a:xfrm>
              <a:prstGeom prst="rect">
                <a:avLst/>
              </a:prstGeom>
              <a:blipFill>
                <a:blip r:embed="rId18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3BACFED-28AA-2EBA-AB88-CA334130230A}"/>
                  </a:ext>
                </a:extLst>
              </p:cNvPr>
              <p:cNvSpPr txBox="1"/>
              <p:nvPr/>
            </p:nvSpPr>
            <p:spPr>
              <a:xfrm>
                <a:off x="4533164" y="5548125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3BACFED-28AA-2EBA-AB88-CA3341302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164" y="5548125"/>
                <a:ext cx="200375" cy="307777"/>
              </a:xfrm>
              <a:prstGeom prst="rect">
                <a:avLst/>
              </a:prstGeom>
              <a:blipFill>
                <a:blip r:embed="rId19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E72EFDF-05EE-CB3C-B16C-605B7B64AA4B}"/>
                  </a:ext>
                </a:extLst>
              </p:cNvPr>
              <p:cNvSpPr txBox="1"/>
              <p:nvPr/>
            </p:nvSpPr>
            <p:spPr>
              <a:xfrm>
                <a:off x="5294520" y="5548125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E72EFDF-05EE-CB3C-B16C-605B7B64A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520" y="5548125"/>
                <a:ext cx="200375" cy="307777"/>
              </a:xfrm>
              <a:prstGeom prst="rect">
                <a:avLst/>
              </a:prstGeom>
              <a:blipFill>
                <a:blip r:embed="rId20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1BF3677-5D39-1D3B-4DC4-6A70CD57B52D}"/>
                  </a:ext>
                </a:extLst>
              </p:cNvPr>
              <p:cNvSpPr txBox="1"/>
              <p:nvPr/>
            </p:nvSpPr>
            <p:spPr>
              <a:xfrm>
                <a:off x="6077808" y="5548125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1BF3677-5D39-1D3B-4DC4-6A70CD57B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808" y="5548125"/>
                <a:ext cx="200375" cy="307777"/>
              </a:xfrm>
              <a:prstGeom prst="rect">
                <a:avLst/>
              </a:prstGeom>
              <a:blipFill>
                <a:blip r:embed="rId21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8A99D7F-7804-C0B7-2544-111000043D74}"/>
                  </a:ext>
                </a:extLst>
              </p:cNvPr>
              <p:cNvSpPr txBox="1"/>
              <p:nvPr/>
            </p:nvSpPr>
            <p:spPr>
              <a:xfrm>
                <a:off x="6833057" y="5548125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8A99D7F-7804-C0B7-2544-111000043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057" y="5548125"/>
                <a:ext cx="200375" cy="307777"/>
              </a:xfrm>
              <a:prstGeom prst="rect">
                <a:avLst/>
              </a:prstGeom>
              <a:blipFill>
                <a:blip r:embed="rId22"/>
                <a:stretch>
                  <a:fillRect l="-31250" r="-31250" b="-769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B8CA1AA-8FA3-13AD-E5C7-7EA3FBF67408}"/>
                  </a:ext>
                </a:extLst>
              </p:cNvPr>
              <p:cNvSpPr txBox="1"/>
              <p:nvPr/>
            </p:nvSpPr>
            <p:spPr>
              <a:xfrm>
                <a:off x="7613449" y="5548125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B8CA1AA-8FA3-13AD-E5C7-7EA3FBF67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449" y="5548125"/>
                <a:ext cx="200375" cy="307777"/>
              </a:xfrm>
              <a:prstGeom prst="rect">
                <a:avLst/>
              </a:prstGeom>
              <a:blipFill>
                <a:blip r:embed="rId23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191E3AD-45B7-2A07-B2EA-7AA7AFF5231C}"/>
              </a:ext>
            </a:extLst>
          </p:cNvPr>
          <p:cNvCxnSpPr>
            <a:cxnSpLocks/>
          </p:cNvCxnSpPr>
          <p:nvPr/>
        </p:nvCxnSpPr>
        <p:spPr>
          <a:xfrm>
            <a:off x="2080774" y="397476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2442110-06D8-E6A3-60D7-D22BD1062B0A}"/>
                  </a:ext>
                </a:extLst>
              </p:cNvPr>
              <p:cNvSpPr txBox="1"/>
              <p:nvPr/>
            </p:nvSpPr>
            <p:spPr>
              <a:xfrm>
                <a:off x="2996998" y="5548125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2442110-06D8-E6A3-60D7-D22BD1062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998" y="5548125"/>
                <a:ext cx="200376" cy="307777"/>
              </a:xfrm>
              <a:prstGeom prst="rect">
                <a:avLst/>
              </a:prstGeom>
              <a:blipFill>
                <a:blip r:embed="rId24"/>
                <a:stretch>
                  <a:fillRect l="-29412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184A314D-01CA-8CEA-0068-03F7813D4883}"/>
              </a:ext>
            </a:extLst>
          </p:cNvPr>
          <p:cNvSpPr/>
          <p:nvPr/>
        </p:nvSpPr>
        <p:spPr>
          <a:xfrm flipH="1">
            <a:off x="3096154" y="4575807"/>
            <a:ext cx="767178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EF8CE7A-A814-32A8-4AF1-66443F03CDBB}"/>
              </a:ext>
            </a:extLst>
          </p:cNvPr>
          <p:cNvCxnSpPr>
            <a:cxnSpLocks/>
          </p:cNvCxnSpPr>
          <p:nvPr/>
        </p:nvCxnSpPr>
        <p:spPr>
          <a:xfrm flipH="1" flipV="1">
            <a:off x="3087146" y="4579323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6CBD5A5-82F1-981F-FC18-3284C7E56759}"/>
              </a:ext>
            </a:extLst>
          </p:cNvPr>
          <p:cNvCxnSpPr>
            <a:cxnSpLocks/>
          </p:cNvCxnSpPr>
          <p:nvPr/>
        </p:nvCxnSpPr>
        <p:spPr>
          <a:xfrm>
            <a:off x="3866812" y="4566290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12AC9C4-E056-BCE6-CCA6-C72BAA141AA6}"/>
              </a:ext>
            </a:extLst>
          </p:cNvPr>
          <p:cNvCxnSpPr>
            <a:cxnSpLocks/>
          </p:cNvCxnSpPr>
          <p:nvPr/>
        </p:nvCxnSpPr>
        <p:spPr>
          <a:xfrm>
            <a:off x="3085141" y="4574966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7EC73978-D0FE-747E-8933-7C8F8D81E3FF}"/>
              </a:ext>
            </a:extLst>
          </p:cNvPr>
          <p:cNvSpPr/>
          <p:nvPr/>
        </p:nvSpPr>
        <p:spPr>
          <a:xfrm flipH="1">
            <a:off x="3844445" y="4866202"/>
            <a:ext cx="156841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C7B2998-FDD6-ADFA-4E78-19599BBA423D}"/>
              </a:ext>
            </a:extLst>
          </p:cNvPr>
          <p:cNvCxnSpPr>
            <a:cxnSpLocks/>
          </p:cNvCxnSpPr>
          <p:nvPr/>
        </p:nvCxnSpPr>
        <p:spPr>
          <a:xfrm flipV="1">
            <a:off x="3862861" y="4871019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E953D81-6F30-FE06-FA55-71520A548837}"/>
              </a:ext>
            </a:extLst>
          </p:cNvPr>
          <p:cNvCxnSpPr>
            <a:cxnSpLocks/>
          </p:cNvCxnSpPr>
          <p:nvPr/>
        </p:nvCxnSpPr>
        <p:spPr>
          <a:xfrm>
            <a:off x="5412864" y="4864864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6DBD4AAE-BE76-1F63-B956-E3C56DD24E79}"/>
              </a:ext>
            </a:extLst>
          </p:cNvPr>
          <p:cNvSpPr/>
          <p:nvPr/>
        </p:nvSpPr>
        <p:spPr>
          <a:xfrm flipH="1">
            <a:off x="3090908" y="5156193"/>
            <a:ext cx="232262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AE1BD9E-ED2C-2962-5844-FF1B7DEAE99F}"/>
              </a:ext>
            </a:extLst>
          </p:cNvPr>
          <p:cNvCxnSpPr>
            <a:cxnSpLocks/>
          </p:cNvCxnSpPr>
          <p:nvPr/>
        </p:nvCxnSpPr>
        <p:spPr>
          <a:xfrm flipV="1">
            <a:off x="3087330" y="5151600"/>
            <a:ext cx="0" cy="30849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795B806-9C89-6555-16EC-AC8207B073AE}"/>
              </a:ext>
            </a:extLst>
          </p:cNvPr>
          <p:cNvCxnSpPr>
            <a:cxnSpLocks/>
          </p:cNvCxnSpPr>
          <p:nvPr/>
        </p:nvCxnSpPr>
        <p:spPr>
          <a:xfrm>
            <a:off x="5412928" y="5158386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F565700-F6BF-B9CF-9E1A-895C9CA29C2F}"/>
              </a:ext>
            </a:extLst>
          </p:cNvPr>
          <p:cNvCxnSpPr>
            <a:cxnSpLocks/>
          </p:cNvCxnSpPr>
          <p:nvPr/>
        </p:nvCxnSpPr>
        <p:spPr>
          <a:xfrm>
            <a:off x="3087143" y="5158386"/>
            <a:ext cx="233643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C565FB7-8594-54EA-1886-75663C91EA3D}"/>
              </a:ext>
            </a:extLst>
          </p:cNvPr>
          <p:cNvSpPr/>
          <p:nvPr/>
        </p:nvSpPr>
        <p:spPr>
          <a:xfrm flipH="1">
            <a:off x="5423976" y="4574560"/>
            <a:ext cx="750545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6B47107-EC1D-6C6C-C6CF-D533B656AE1F}"/>
              </a:ext>
            </a:extLst>
          </p:cNvPr>
          <p:cNvCxnSpPr>
            <a:cxnSpLocks/>
          </p:cNvCxnSpPr>
          <p:nvPr/>
        </p:nvCxnSpPr>
        <p:spPr>
          <a:xfrm flipH="1" flipV="1">
            <a:off x="5414968" y="4578076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9E608CF-407B-CA41-C8B2-98038C5D2B35}"/>
              </a:ext>
            </a:extLst>
          </p:cNvPr>
          <p:cNvCxnSpPr>
            <a:cxnSpLocks/>
          </p:cNvCxnSpPr>
          <p:nvPr/>
        </p:nvCxnSpPr>
        <p:spPr>
          <a:xfrm>
            <a:off x="6181572" y="4565043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7498F4F-F6E4-A442-0FD7-D3B0D1F3AF51}"/>
              </a:ext>
            </a:extLst>
          </p:cNvPr>
          <p:cNvCxnSpPr>
            <a:cxnSpLocks/>
          </p:cNvCxnSpPr>
          <p:nvPr/>
        </p:nvCxnSpPr>
        <p:spPr>
          <a:xfrm>
            <a:off x="5412963" y="4573719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535D8EF-F4E1-2646-8A91-C0A4C38FB1F6}"/>
              </a:ext>
            </a:extLst>
          </p:cNvPr>
          <p:cNvCxnSpPr>
            <a:cxnSpLocks/>
          </p:cNvCxnSpPr>
          <p:nvPr/>
        </p:nvCxnSpPr>
        <p:spPr>
          <a:xfrm>
            <a:off x="3085141" y="4862378"/>
            <a:ext cx="3093758" cy="382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F0E1158-A695-5E5D-D630-89C4F0945B83}"/>
              </a:ext>
            </a:extLst>
          </p:cNvPr>
          <p:cNvGrpSpPr/>
          <p:nvPr/>
        </p:nvGrpSpPr>
        <p:grpSpPr>
          <a:xfrm>
            <a:off x="4602621" y="4565043"/>
            <a:ext cx="45719" cy="296189"/>
            <a:chOff x="3509152" y="253612"/>
            <a:chExt cx="45719" cy="296189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4CDAB6C-F71A-EFC0-C834-78FB33463658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6D7E793-0F5E-F97F-2DF4-D96872E2434B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877D363A-1699-0251-E4EB-BA3E3BB87F31}"/>
              </a:ext>
            </a:extLst>
          </p:cNvPr>
          <p:cNvSpPr/>
          <p:nvPr/>
        </p:nvSpPr>
        <p:spPr>
          <a:xfrm flipH="1">
            <a:off x="6952783" y="4568854"/>
            <a:ext cx="76277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7E51BF81-FD43-D8F5-726D-022D827B7D19}"/>
              </a:ext>
            </a:extLst>
          </p:cNvPr>
          <p:cNvCxnSpPr>
            <a:cxnSpLocks/>
          </p:cNvCxnSpPr>
          <p:nvPr/>
        </p:nvCxnSpPr>
        <p:spPr>
          <a:xfrm>
            <a:off x="7722721" y="4565285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1E49B03-7FD7-AE3A-7902-F3A8BC03A107}"/>
              </a:ext>
            </a:extLst>
          </p:cNvPr>
          <p:cNvCxnSpPr>
            <a:cxnSpLocks/>
          </p:cNvCxnSpPr>
          <p:nvPr/>
        </p:nvCxnSpPr>
        <p:spPr>
          <a:xfrm>
            <a:off x="6953760" y="4569850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B7EDBFA-E6A9-B910-CFDE-1F8927240E49}"/>
              </a:ext>
            </a:extLst>
          </p:cNvPr>
          <p:cNvCxnSpPr>
            <a:cxnSpLocks/>
          </p:cNvCxnSpPr>
          <p:nvPr/>
        </p:nvCxnSpPr>
        <p:spPr>
          <a:xfrm>
            <a:off x="8494452" y="3974762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3F235C6-8059-D973-8D49-454A7F6BE4EB}"/>
              </a:ext>
            </a:extLst>
          </p:cNvPr>
          <p:cNvCxnSpPr/>
          <p:nvPr/>
        </p:nvCxnSpPr>
        <p:spPr>
          <a:xfrm>
            <a:off x="9266302" y="397476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380CB85-32D1-5123-8BDD-2831184F094E}"/>
              </a:ext>
            </a:extLst>
          </p:cNvPr>
          <p:cNvCxnSpPr>
            <a:cxnSpLocks/>
          </p:cNvCxnSpPr>
          <p:nvPr/>
        </p:nvCxnSpPr>
        <p:spPr>
          <a:xfrm flipV="1">
            <a:off x="8497332" y="5461441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84FC6B1-ABBB-94B4-BC1C-A6310E13F1FD}"/>
              </a:ext>
            </a:extLst>
          </p:cNvPr>
          <p:cNvCxnSpPr>
            <a:cxnSpLocks/>
          </p:cNvCxnSpPr>
          <p:nvPr/>
        </p:nvCxnSpPr>
        <p:spPr>
          <a:xfrm flipV="1">
            <a:off x="9268442" y="5461441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828DADA-899C-FB90-DA5C-44677EE4D29A}"/>
                  </a:ext>
                </a:extLst>
              </p:cNvPr>
              <p:cNvSpPr txBox="1"/>
              <p:nvPr/>
            </p:nvSpPr>
            <p:spPr>
              <a:xfrm>
                <a:off x="8394045" y="5549471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828DADA-899C-FB90-DA5C-44677EE4D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045" y="5549471"/>
                <a:ext cx="200375" cy="307777"/>
              </a:xfrm>
              <a:prstGeom prst="rect">
                <a:avLst/>
              </a:prstGeom>
              <a:blipFill>
                <a:blip r:embed="rId25"/>
                <a:stretch>
                  <a:fillRect l="-23529" r="-29412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9281BD1-2413-B43D-4570-8D15EA5A8910}"/>
                  </a:ext>
                </a:extLst>
              </p:cNvPr>
              <p:cNvSpPr txBox="1"/>
              <p:nvPr/>
            </p:nvSpPr>
            <p:spPr>
              <a:xfrm>
                <a:off x="9157021" y="5549471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9281BD1-2413-B43D-4570-8D15EA5A8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7021" y="5549471"/>
                <a:ext cx="200375" cy="307777"/>
              </a:xfrm>
              <a:prstGeom prst="rect">
                <a:avLst/>
              </a:prstGeom>
              <a:blipFill>
                <a:blip r:embed="rId26"/>
                <a:stretch>
                  <a:fillRect l="-23529" r="-29412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835D9F9-E3D6-DF1D-9751-87FD9E5116F8}"/>
              </a:ext>
            </a:extLst>
          </p:cNvPr>
          <p:cNvGrpSpPr/>
          <p:nvPr/>
        </p:nvGrpSpPr>
        <p:grpSpPr>
          <a:xfrm>
            <a:off x="6144527" y="5162025"/>
            <a:ext cx="45719" cy="296189"/>
            <a:chOff x="3509152" y="253612"/>
            <a:chExt cx="45719" cy="296189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C19E68D-A5D0-3819-0114-CA4BECE5324E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E1FF7DD-C8DB-28FD-3936-31C42061D9CD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42E5D53-F636-BF46-A438-A69E31FE80CB}"/>
              </a:ext>
            </a:extLst>
          </p:cNvPr>
          <p:cNvGrpSpPr/>
          <p:nvPr/>
        </p:nvGrpSpPr>
        <p:grpSpPr>
          <a:xfrm>
            <a:off x="6144491" y="4870175"/>
            <a:ext cx="45719" cy="296189"/>
            <a:chOff x="3509152" y="253612"/>
            <a:chExt cx="45719" cy="296189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0190EF6C-6DE8-7C70-4196-8187971CB9F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1576E4DB-B2E1-6AC3-5E98-9D27032C7342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Rectangle 125">
            <a:extLst>
              <a:ext uri="{FF2B5EF4-FFF2-40B4-BE49-F238E27FC236}">
                <a16:creationId xmlns:a16="http://schemas.microsoft.com/office/drawing/2014/main" id="{CEE0F5FA-D35C-4235-36BD-F894039BD7FA}"/>
              </a:ext>
            </a:extLst>
          </p:cNvPr>
          <p:cNvSpPr/>
          <p:nvPr/>
        </p:nvSpPr>
        <p:spPr>
          <a:xfrm flipH="1">
            <a:off x="6207403" y="4868944"/>
            <a:ext cx="1508009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45E966D5-EA3E-6C0E-F002-A4A6FDF54A20}"/>
              </a:ext>
            </a:extLst>
          </p:cNvPr>
          <p:cNvCxnSpPr>
            <a:cxnSpLocks/>
          </p:cNvCxnSpPr>
          <p:nvPr/>
        </p:nvCxnSpPr>
        <p:spPr>
          <a:xfrm flipV="1">
            <a:off x="6200390" y="4861232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6A51F05-E086-9EAC-ED00-24F2AF79E2CD}"/>
              </a:ext>
            </a:extLst>
          </p:cNvPr>
          <p:cNvCxnSpPr>
            <a:cxnSpLocks/>
          </p:cNvCxnSpPr>
          <p:nvPr/>
        </p:nvCxnSpPr>
        <p:spPr>
          <a:xfrm>
            <a:off x="6198448" y="4862378"/>
            <a:ext cx="1523251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F83B9D5-23DB-8359-174E-B227EE25A6AF}"/>
              </a:ext>
            </a:extLst>
          </p:cNvPr>
          <p:cNvCxnSpPr>
            <a:cxnSpLocks/>
          </p:cNvCxnSpPr>
          <p:nvPr/>
        </p:nvCxnSpPr>
        <p:spPr>
          <a:xfrm>
            <a:off x="7719766" y="4868944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60F48D2-8CAB-DA4E-8E58-9CCBA276C9CE}"/>
              </a:ext>
            </a:extLst>
          </p:cNvPr>
          <p:cNvSpPr/>
          <p:nvPr/>
        </p:nvSpPr>
        <p:spPr>
          <a:xfrm flipH="1">
            <a:off x="8500119" y="4572076"/>
            <a:ext cx="762778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C3DC757B-C86D-4BC0-A748-0CA855DC913A}"/>
              </a:ext>
            </a:extLst>
          </p:cNvPr>
          <p:cNvCxnSpPr>
            <a:cxnSpLocks/>
          </p:cNvCxnSpPr>
          <p:nvPr/>
        </p:nvCxnSpPr>
        <p:spPr>
          <a:xfrm>
            <a:off x="9270057" y="4568507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25A64E0-EB3A-0A46-F494-976F3BC24000}"/>
              </a:ext>
            </a:extLst>
          </p:cNvPr>
          <p:cNvCxnSpPr>
            <a:cxnSpLocks/>
          </p:cNvCxnSpPr>
          <p:nvPr/>
        </p:nvCxnSpPr>
        <p:spPr>
          <a:xfrm>
            <a:off x="8501096" y="4573072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7AD73EE9-DC69-846E-B6AB-989CF900A037}"/>
              </a:ext>
            </a:extLst>
          </p:cNvPr>
          <p:cNvCxnSpPr>
            <a:cxnSpLocks/>
          </p:cNvCxnSpPr>
          <p:nvPr/>
        </p:nvCxnSpPr>
        <p:spPr>
          <a:xfrm>
            <a:off x="8494452" y="4861206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424AA75-6CEF-ED37-0032-BA97EB3F85E0}"/>
              </a:ext>
            </a:extLst>
          </p:cNvPr>
          <p:cNvGrpSpPr/>
          <p:nvPr/>
        </p:nvGrpSpPr>
        <p:grpSpPr>
          <a:xfrm>
            <a:off x="6892035" y="4565721"/>
            <a:ext cx="45719" cy="296189"/>
            <a:chOff x="3509152" y="253612"/>
            <a:chExt cx="45719" cy="296189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E6ED69B-7BAA-BFE6-F5C8-B47F1F0ECCAE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612991E-3C01-E510-DD2E-74C3DF8C9B90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60B10D4-67C7-F13B-10EF-EF96BC092AB0}"/>
              </a:ext>
            </a:extLst>
          </p:cNvPr>
          <p:cNvCxnSpPr>
            <a:cxnSpLocks/>
          </p:cNvCxnSpPr>
          <p:nvPr/>
        </p:nvCxnSpPr>
        <p:spPr>
          <a:xfrm flipH="1" flipV="1">
            <a:off x="6947409" y="4573964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C7576311-E018-8321-2E65-AAC7E351C24A}"/>
              </a:ext>
            </a:extLst>
          </p:cNvPr>
          <p:cNvGrpSpPr/>
          <p:nvPr/>
        </p:nvGrpSpPr>
        <p:grpSpPr>
          <a:xfrm>
            <a:off x="8439290" y="4572679"/>
            <a:ext cx="45719" cy="296189"/>
            <a:chOff x="3509152" y="253612"/>
            <a:chExt cx="45719" cy="296189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1C36540-AEB4-D03F-4A29-9C7058CC16F7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51E9A47F-5673-14F5-C4A1-E4AF873F5867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45A0444-71C0-33E6-16AC-1DB89DF639B3}"/>
              </a:ext>
            </a:extLst>
          </p:cNvPr>
          <p:cNvCxnSpPr>
            <a:cxnSpLocks/>
          </p:cNvCxnSpPr>
          <p:nvPr/>
        </p:nvCxnSpPr>
        <p:spPr>
          <a:xfrm flipH="1" flipV="1">
            <a:off x="8494745" y="4577186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4A71E1E-FE89-B9CD-13EA-CF50D6A162D9}"/>
              </a:ext>
            </a:extLst>
          </p:cNvPr>
          <p:cNvGrpSpPr/>
          <p:nvPr/>
        </p:nvGrpSpPr>
        <p:grpSpPr>
          <a:xfrm>
            <a:off x="8439290" y="4872077"/>
            <a:ext cx="45719" cy="296189"/>
            <a:chOff x="3509152" y="253612"/>
            <a:chExt cx="45719" cy="296189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9A74AF29-5786-481A-5B0C-6EFC312C5B2F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619AFF33-5B2B-571B-007E-3A827A0AF262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0EE2306-0DCE-E503-13BB-4A7F413471B7}"/>
              </a:ext>
            </a:extLst>
          </p:cNvPr>
          <p:cNvSpPr/>
          <p:nvPr/>
        </p:nvSpPr>
        <p:spPr>
          <a:xfrm flipH="1">
            <a:off x="6209647" y="5163461"/>
            <a:ext cx="733280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1F8D4AF7-A42F-7AB9-E005-2B9F54BED620}"/>
              </a:ext>
            </a:extLst>
          </p:cNvPr>
          <p:cNvCxnSpPr>
            <a:cxnSpLocks/>
          </p:cNvCxnSpPr>
          <p:nvPr/>
        </p:nvCxnSpPr>
        <p:spPr>
          <a:xfrm flipV="1">
            <a:off x="6200203" y="5161010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25689A5-7F96-CD90-B20D-B7E6028FDA91}"/>
              </a:ext>
            </a:extLst>
          </p:cNvPr>
          <p:cNvCxnSpPr>
            <a:cxnSpLocks/>
          </p:cNvCxnSpPr>
          <p:nvPr/>
        </p:nvCxnSpPr>
        <p:spPr>
          <a:xfrm flipV="1">
            <a:off x="3090909" y="5455339"/>
            <a:ext cx="6776403" cy="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99F8398-0537-E1C0-AE64-9751E1890347}"/>
              </a:ext>
            </a:extLst>
          </p:cNvPr>
          <p:cNvSpPr/>
          <p:nvPr/>
        </p:nvSpPr>
        <p:spPr>
          <a:xfrm flipH="1">
            <a:off x="7732491" y="5159015"/>
            <a:ext cx="1524726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76CBF7C-0497-FB44-9777-3E26516E7214}"/>
              </a:ext>
            </a:extLst>
          </p:cNvPr>
          <p:cNvCxnSpPr>
            <a:cxnSpLocks/>
          </p:cNvCxnSpPr>
          <p:nvPr/>
        </p:nvCxnSpPr>
        <p:spPr>
          <a:xfrm>
            <a:off x="6192161" y="5155954"/>
            <a:ext cx="3074141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BE785B6-4FE8-32D6-41E6-0E384D1885F3}"/>
              </a:ext>
            </a:extLst>
          </p:cNvPr>
          <p:cNvSpPr/>
          <p:nvPr/>
        </p:nvSpPr>
        <p:spPr>
          <a:xfrm flipH="1">
            <a:off x="6958304" y="5164712"/>
            <a:ext cx="756352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05DA1ECA-1288-6B62-51E9-CF223A01D83F}"/>
              </a:ext>
            </a:extLst>
          </p:cNvPr>
          <p:cNvGrpSpPr/>
          <p:nvPr/>
        </p:nvGrpSpPr>
        <p:grpSpPr>
          <a:xfrm>
            <a:off x="9737955" y="4783223"/>
            <a:ext cx="45719" cy="296189"/>
            <a:chOff x="3509152" y="253612"/>
            <a:chExt cx="45719" cy="296189"/>
          </a:xfrm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6C7505AC-DE03-BA62-271B-63212F7FCF80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364BCCD2-57A2-62B8-37B4-07DCFEAD62A9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2F095FA7-3ABC-A212-A8DE-5EED27E4EC66}"/>
                  </a:ext>
                </a:extLst>
              </p:cNvPr>
              <p:cNvSpPr txBox="1"/>
              <p:nvPr/>
            </p:nvSpPr>
            <p:spPr>
              <a:xfrm>
                <a:off x="6991834" y="4577999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2F095FA7-3ABC-A212-A8DE-5EED27E4E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1834" y="4577999"/>
                <a:ext cx="215636" cy="261610"/>
              </a:xfrm>
              <a:prstGeom prst="rect">
                <a:avLst/>
              </a:prstGeom>
              <a:blipFill>
                <a:blip r:embed="rId27"/>
                <a:stretch>
                  <a:fillRect l="-27778" r="-5556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C32959B2-8D6A-6676-71B4-E656F09F2809}"/>
                  </a:ext>
                </a:extLst>
              </p:cNvPr>
              <p:cNvSpPr txBox="1"/>
              <p:nvPr/>
            </p:nvSpPr>
            <p:spPr>
              <a:xfrm>
                <a:off x="6253964" y="4859979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C32959B2-8D6A-6676-71B4-E656F09F2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964" y="4859979"/>
                <a:ext cx="220701" cy="261610"/>
              </a:xfrm>
              <a:prstGeom prst="rect">
                <a:avLst/>
              </a:prstGeom>
              <a:blipFill>
                <a:blip r:embed="rId28"/>
                <a:stretch>
                  <a:fillRect l="-27778" r="-11111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799C315D-5FA2-3443-F9E8-CBE7190A52EB}"/>
                  </a:ext>
                </a:extLst>
              </p:cNvPr>
              <p:cNvSpPr txBox="1"/>
              <p:nvPr/>
            </p:nvSpPr>
            <p:spPr>
              <a:xfrm>
                <a:off x="6244899" y="5167061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799C315D-5FA2-3443-F9E8-CBE7190A5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899" y="5167061"/>
                <a:ext cx="220701" cy="261610"/>
              </a:xfrm>
              <a:prstGeom prst="rect">
                <a:avLst/>
              </a:prstGeom>
              <a:blipFill>
                <a:blip r:embed="rId29"/>
                <a:stretch>
                  <a:fillRect l="-26316" r="-5263" b="-2381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2EE341B9-DC53-B2CD-555B-23F2C100752D}"/>
              </a:ext>
            </a:extLst>
          </p:cNvPr>
          <p:cNvCxnSpPr/>
          <p:nvPr/>
        </p:nvCxnSpPr>
        <p:spPr>
          <a:xfrm>
            <a:off x="9876228" y="3984094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B7BD66DE-2AC4-CEBB-183D-8FDD30B557DC}"/>
              </a:ext>
            </a:extLst>
          </p:cNvPr>
          <p:cNvSpPr txBox="1"/>
          <p:nvPr/>
        </p:nvSpPr>
        <p:spPr>
          <a:xfrm>
            <a:off x="2346980" y="3619065"/>
            <a:ext cx="315355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b="1" dirty="0"/>
              <a:t>Scenario B: With optimizations    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7FE543E-8938-AA61-E814-73C2B4F6D98F}"/>
              </a:ext>
            </a:extLst>
          </p:cNvPr>
          <p:cNvCxnSpPr>
            <a:cxnSpLocks/>
          </p:cNvCxnSpPr>
          <p:nvPr/>
        </p:nvCxnSpPr>
        <p:spPr>
          <a:xfrm>
            <a:off x="9841986" y="84093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8115BBF0-F270-912E-FD9B-01ED0D2E5606}"/>
              </a:ext>
            </a:extLst>
          </p:cNvPr>
          <p:cNvCxnSpPr/>
          <p:nvPr/>
        </p:nvCxnSpPr>
        <p:spPr>
          <a:xfrm>
            <a:off x="10624988" y="84093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3BE43B13-C7A1-4CBA-AB59-5A8946EB9600}"/>
              </a:ext>
            </a:extLst>
          </p:cNvPr>
          <p:cNvCxnSpPr>
            <a:cxnSpLocks/>
          </p:cNvCxnSpPr>
          <p:nvPr/>
        </p:nvCxnSpPr>
        <p:spPr>
          <a:xfrm>
            <a:off x="11396840" y="83160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7C0534E-A551-3013-8A4D-33F845C276E6}"/>
                  </a:ext>
                </a:extLst>
              </p:cNvPr>
              <p:cNvSpPr txBox="1"/>
              <p:nvPr/>
            </p:nvSpPr>
            <p:spPr>
              <a:xfrm>
                <a:off x="11388139" y="2444919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7C0534E-A551-3013-8A4D-33F845C27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8139" y="2444919"/>
                <a:ext cx="231602" cy="430887"/>
              </a:xfrm>
              <a:prstGeom prst="rect">
                <a:avLst/>
              </a:prstGeom>
              <a:blipFill>
                <a:blip r:embed="rId30"/>
                <a:stretch>
                  <a:fillRect l="-26316" r="-2631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C3CC6B2-C8A7-9170-F885-E7714BC0D3CC}"/>
                  </a:ext>
                </a:extLst>
              </p:cNvPr>
              <p:cNvSpPr txBox="1"/>
              <p:nvPr/>
            </p:nvSpPr>
            <p:spPr>
              <a:xfrm>
                <a:off x="9774420" y="2425124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C3CC6B2-C8A7-9170-F885-E7714BC0D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4420" y="2425124"/>
                <a:ext cx="485710" cy="307777"/>
              </a:xfrm>
              <a:prstGeom prst="rect">
                <a:avLst/>
              </a:prstGeom>
              <a:blipFill>
                <a:blip r:embed="rId31"/>
                <a:stretch>
                  <a:fillRect l="-10256" r="-12821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057E6C19-FCD3-7ADA-195A-7DCAB396F82E}"/>
                  </a:ext>
                </a:extLst>
              </p:cNvPr>
              <p:cNvSpPr txBox="1"/>
              <p:nvPr/>
            </p:nvSpPr>
            <p:spPr>
              <a:xfrm>
                <a:off x="10371136" y="2425124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057E6C19-FCD3-7ADA-195A-7DCAB396F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1136" y="2425124"/>
                <a:ext cx="485710" cy="307777"/>
              </a:xfrm>
              <a:prstGeom prst="rect">
                <a:avLst/>
              </a:prstGeom>
              <a:blipFill>
                <a:blip r:embed="rId32"/>
                <a:stretch>
                  <a:fillRect l="-10256" r="-12821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258F52FC-B7F5-1D71-8A5C-698884671F4A}"/>
              </a:ext>
            </a:extLst>
          </p:cNvPr>
          <p:cNvCxnSpPr>
            <a:cxnSpLocks/>
          </p:cNvCxnSpPr>
          <p:nvPr/>
        </p:nvCxnSpPr>
        <p:spPr>
          <a:xfrm flipH="1" flipV="1">
            <a:off x="3049118" y="174624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341C7393-775D-9DC1-CE86-1BC0ABBF088C}"/>
              </a:ext>
            </a:extLst>
          </p:cNvPr>
          <p:cNvCxnSpPr>
            <a:cxnSpLocks/>
          </p:cNvCxnSpPr>
          <p:nvPr/>
        </p:nvCxnSpPr>
        <p:spPr>
          <a:xfrm flipH="1" flipV="1">
            <a:off x="6915396" y="1446467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EF505F86-26B5-CF55-04C9-743508068CF7}"/>
              </a:ext>
            </a:extLst>
          </p:cNvPr>
          <p:cNvCxnSpPr>
            <a:cxnSpLocks/>
          </p:cNvCxnSpPr>
          <p:nvPr/>
        </p:nvCxnSpPr>
        <p:spPr>
          <a:xfrm flipH="1" flipV="1">
            <a:off x="10624455" y="1452679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B1DF358C-9FD6-B3A3-D0C7-94A768FFFA57}"/>
              </a:ext>
            </a:extLst>
          </p:cNvPr>
          <p:cNvCxnSpPr>
            <a:cxnSpLocks/>
          </p:cNvCxnSpPr>
          <p:nvPr/>
        </p:nvCxnSpPr>
        <p:spPr>
          <a:xfrm flipH="1" flipV="1">
            <a:off x="3831407" y="174624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758C2338-EB9C-47A3-7EA8-0FA48CBB0699}"/>
              </a:ext>
            </a:extLst>
          </p:cNvPr>
          <p:cNvCxnSpPr>
            <a:cxnSpLocks/>
          </p:cNvCxnSpPr>
          <p:nvPr/>
        </p:nvCxnSpPr>
        <p:spPr>
          <a:xfrm flipH="1" flipV="1">
            <a:off x="3309881" y="174624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E3DF97B6-C467-045F-8D82-5604F24AA000}"/>
              </a:ext>
            </a:extLst>
          </p:cNvPr>
          <p:cNvCxnSpPr>
            <a:cxnSpLocks/>
          </p:cNvCxnSpPr>
          <p:nvPr/>
        </p:nvCxnSpPr>
        <p:spPr>
          <a:xfrm flipH="1" flipV="1">
            <a:off x="3570644" y="174624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D22C176B-BEFF-2634-BFF4-42F80623FBFD}"/>
              </a:ext>
            </a:extLst>
          </p:cNvPr>
          <p:cNvCxnSpPr>
            <a:cxnSpLocks/>
          </p:cNvCxnSpPr>
          <p:nvPr/>
        </p:nvCxnSpPr>
        <p:spPr>
          <a:xfrm flipH="1" flipV="1">
            <a:off x="4596358" y="1753122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13556242-2008-E3A3-AA4A-D8CEFF50AFFC}"/>
              </a:ext>
            </a:extLst>
          </p:cNvPr>
          <p:cNvCxnSpPr>
            <a:cxnSpLocks/>
          </p:cNvCxnSpPr>
          <p:nvPr/>
        </p:nvCxnSpPr>
        <p:spPr>
          <a:xfrm flipH="1" flipV="1">
            <a:off x="4074832" y="1753122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53716952-B0E6-E46F-1027-7E70A896621C}"/>
              </a:ext>
            </a:extLst>
          </p:cNvPr>
          <p:cNvCxnSpPr>
            <a:cxnSpLocks/>
          </p:cNvCxnSpPr>
          <p:nvPr/>
        </p:nvCxnSpPr>
        <p:spPr>
          <a:xfrm flipH="1" flipV="1">
            <a:off x="4335595" y="1753122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02696865-12BB-86AA-D548-58FCE8E9E43B}"/>
              </a:ext>
            </a:extLst>
          </p:cNvPr>
          <p:cNvCxnSpPr>
            <a:cxnSpLocks/>
          </p:cNvCxnSpPr>
          <p:nvPr/>
        </p:nvCxnSpPr>
        <p:spPr>
          <a:xfrm flipH="1" flipV="1">
            <a:off x="5383181" y="1742140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E119F766-5255-7C42-E6DF-5549978A6BF6}"/>
              </a:ext>
            </a:extLst>
          </p:cNvPr>
          <p:cNvCxnSpPr>
            <a:cxnSpLocks/>
          </p:cNvCxnSpPr>
          <p:nvPr/>
        </p:nvCxnSpPr>
        <p:spPr>
          <a:xfrm flipH="1" flipV="1">
            <a:off x="4861655" y="1742140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968622F5-FC46-C411-716A-EAEFB978F692}"/>
              </a:ext>
            </a:extLst>
          </p:cNvPr>
          <p:cNvCxnSpPr>
            <a:cxnSpLocks/>
          </p:cNvCxnSpPr>
          <p:nvPr/>
        </p:nvCxnSpPr>
        <p:spPr>
          <a:xfrm flipH="1" flipV="1">
            <a:off x="5122418" y="1742140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F1E0AFCB-3695-F951-DA9B-BDE2E4A3585C}"/>
              </a:ext>
            </a:extLst>
          </p:cNvPr>
          <p:cNvCxnSpPr>
            <a:cxnSpLocks/>
          </p:cNvCxnSpPr>
          <p:nvPr/>
        </p:nvCxnSpPr>
        <p:spPr>
          <a:xfrm flipH="1" flipV="1">
            <a:off x="6136980" y="1749017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8B53B513-8945-0023-0EAA-F275CC5FE572}"/>
              </a:ext>
            </a:extLst>
          </p:cNvPr>
          <p:cNvCxnSpPr>
            <a:cxnSpLocks/>
          </p:cNvCxnSpPr>
          <p:nvPr/>
        </p:nvCxnSpPr>
        <p:spPr>
          <a:xfrm flipH="1" flipV="1">
            <a:off x="5626606" y="1749017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401745D5-9081-0260-C3C2-1B5B1E27FFF1}"/>
              </a:ext>
            </a:extLst>
          </p:cNvPr>
          <p:cNvCxnSpPr>
            <a:cxnSpLocks/>
          </p:cNvCxnSpPr>
          <p:nvPr/>
        </p:nvCxnSpPr>
        <p:spPr>
          <a:xfrm flipH="1" flipV="1">
            <a:off x="5887369" y="1749017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A927BA1-54BE-CE58-92A7-BFFFF0467085}"/>
              </a:ext>
            </a:extLst>
          </p:cNvPr>
          <p:cNvCxnSpPr>
            <a:cxnSpLocks/>
          </p:cNvCxnSpPr>
          <p:nvPr/>
        </p:nvCxnSpPr>
        <p:spPr>
          <a:xfrm flipH="1" flipV="1">
            <a:off x="6394582" y="1753974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4C96ADD9-5A79-635E-9A08-12975108B19C}"/>
              </a:ext>
            </a:extLst>
          </p:cNvPr>
          <p:cNvCxnSpPr>
            <a:cxnSpLocks/>
          </p:cNvCxnSpPr>
          <p:nvPr/>
        </p:nvCxnSpPr>
        <p:spPr>
          <a:xfrm flipH="1" flipV="1">
            <a:off x="7176871" y="1753974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7A6C67ED-D05F-D7B1-A627-9DB2E5628E3F}"/>
              </a:ext>
            </a:extLst>
          </p:cNvPr>
          <p:cNvCxnSpPr>
            <a:cxnSpLocks/>
          </p:cNvCxnSpPr>
          <p:nvPr/>
        </p:nvCxnSpPr>
        <p:spPr>
          <a:xfrm flipH="1" flipV="1">
            <a:off x="6655345" y="1753974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D55B7D1D-21E1-542E-1CC4-13CB9D3E4C24}"/>
              </a:ext>
            </a:extLst>
          </p:cNvPr>
          <p:cNvCxnSpPr>
            <a:cxnSpLocks/>
          </p:cNvCxnSpPr>
          <p:nvPr/>
        </p:nvCxnSpPr>
        <p:spPr>
          <a:xfrm flipH="1" flipV="1">
            <a:off x="6916108" y="1753974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1611C1F8-F4D6-E97B-DFF7-B970790BDBF1}"/>
              </a:ext>
            </a:extLst>
          </p:cNvPr>
          <p:cNvCxnSpPr>
            <a:cxnSpLocks/>
          </p:cNvCxnSpPr>
          <p:nvPr/>
        </p:nvCxnSpPr>
        <p:spPr>
          <a:xfrm flipH="1" flipV="1">
            <a:off x="7941822" y="1760851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09CF1075-B477-D1EE-7FB8-CEBCB533949E}"/>
              </a:ext>
            </a:extLst>
          </p:cNvPr>
          <p:cNvCxnSpPr>
            <a:cxnSpLocks/>
          </p:cNvCxnSpPr>
          <p:nvPr/>
        </p:nvCxnSpPr>
        <p:spPr>
          <a:xfrm flipH="1" flipV="1">
            <a:off x="7420296" y="1760851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F5771D2D-A3C3-327D-BE14-7CD2A4FD6143}"/>
              </a:ext>
            </a:extLst>
          </p:cNvPr>
          <p:cNvCxnSpPr>
            <a:cxnSpLocks/>
          </p:cNvCxnSpPr>
          <p:nvPr/>
        </p:nvCxnSpPr>
        <p:spPr>
          <a:xfrm flipH="1" flipV="1">
            <a:off x="7681059" y="1760851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57A195EA-564C-A9AD-7E2A-331CCD97C6DB}"/>
              </a:ext>
            </a:extLst>
          </p:cNvPr>
          <p:cNvCxnSpPr>
            <a:cxnSpLocks/>
          </p:cNvCxnSpPr>
          <p:nvPr/>
        </p:nvCxnSpPr>
        <p:spPr>
          <a:xfrm flipH="1" flipV="1">
            <a:off x="8728645" y="1749869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E60FFD3A-1085-81A8-A823-5C3DFF1F6B45}"/>
              </a:ext>
            </a:extLst>
          </p:cNvPr>
          <p:cNvCxnSpPr>
            <a:cxnSpLocks/>
          </p:cNvCxnSpPr>
          <p:nvPr/>
        </p:nvCxnSpPr>
        <p:spPr>
          <a:xfrm flipH="1" flipV="1">
            <a:off x="8207119" y="1749869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F4ED64C6-B032-7052-AB8A-B5ACF18EC326}"/>
              </a:ext>
            </a:extLst>
          </p:cNvPr>
          <p:cNvCxnSpPr>
            <a:cxnSpLocks/>
          </p:cNvCxnSpPr>
          <p:nvPr/>
        </p:nvCxnSpPr>
        <p:spPr>
          <a:xfrm flipH="1" flipV="1">
            <a:off x="8467882" y="1749869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B884A38C-3D6D-5E7A-FE76-56C73FD16114}"/>
              </a:ext>
            </a:extLst>
          </p:cNvPr>
          <p:cNvCxnSpPr>
            <a:cxnSpLocks/>
          </p:cNvCxnSpPr>
          <p:nvPr/>
        </p:nvCxnSpPr>
        <p:spPr>
          <a:xfrm flipH="1" flipV="1">
            <a:off x="9437836" y="1756746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00006C24-D9E1-8156-1E53-345C9FD43F01}"/>
              </a:ext>
            </a:extLst>
          </p:cNvPr>
          <p:cNvCxnSpPr>
            <a:cxnSpLocks/>
          </p:cNvCxnSpPr>
          <p:nvPr/>
        </p:nvCxnSpPr>
        <p:spPr>
          <a:xfrm flipH="1" flipV="1">
            <a:off x="8972070" y="1756746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CB90B28A-B4C5-E8E3-0BFA-3E6628545904}"/>
              </a:ext>
            </a:extLst>
          </p:cNvPr>
          <p:cNvCxnSpPr>
            <a:cxnSpLocks/>
          </p:cNvCxnSpPr>
          <p:nvPr/>
        </p:nvCxnSpPr>
        <p:spPr>
          <a:xfrm flipH="1" flipV="1">
            <a:off x="9232833" y="1756746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6849C89B-319E-2B83-83A6-25DFAFD27434}"/>
              </a:ext>
            </a:extLst>
          </p:cNvPr>
          <p:cNvCxnSpPr>
            <a:cxnSpLocks/>
          </p:cNvCxnSpPr>
          <p:nvPr/>
        </p:nvCxnSpPr>
        <p:spPr>
          <a:xfrm flipH="1" flipV="1">
            <a:off x="10100465" y="174918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15C6F71E-2D47-6D3E-F8CD-24049285A0C1}"/>
              </a:ext>
            </a:extLst>
          </p:cNvPr>
          <p:cNvCxnSpPr>
            <a:cxnSpLocks/>
          </p:cNvCxnSpPr>
          <p:nvPr/>
        </p:nvCxnSpPr>
        <p:spPr>
          <a:xfrm flipH="1" flipV="1">
            <a:off x="9839702" y="174918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A54A8BF0-A63C-573E-C112-F86FC46F6058}"/>
              </a:ext>
            </a:extLst>
          </p:cNvPr>
          <p:cNvCxnSpPr>
            <a:cxnSpLocks/>
          </p:cNvCxnSpPr>
          <p:nvPr/>
        </p:nvCxnSpPr>
        <p:spPr>
          <a:xfrm flipH="1" flipV="1">
            <a:off x="10887288" y="1738203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345D2F78-05D3-B49B-4C7E-7CF552639993}"/>
              </a:ext>
            </a:extLst>
          </p:cNvPr>
          <p:cNvCxnSpPr>
            <a:cxnSpLocks/>
          </p:cNvCxnSpPr>
          <p:nvPr/>
        </p:nvCxnSpPr>
        <p:spPr>
          <a:xfrm flipH="1" flipV="1">
            <a:off x="10365762" y="1738203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8B7B4AD8-EB60-62C8-9272-9093E425D1A6}"/>
              </a:ext>
            </a:extLst>
          </p:cNvPr>
          <p:cNvCxnSpPr>
            <a:cxnSpLocks/>
          </p:cNvCxnSpPr>
          <p:nvPr/>
        </p:nvCxnSpPr>
        <p:spPr>
          <a:xfrm flipH="1" flipV="1">
            <a:off x="10626525" y="1738203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F649EE3C-7221-4EF1-A509-3F5AB8D29AE6}"/>
              </a:ext>
            </a:extLst>
          </p:cNvPr>
          <p:cNvCxnSpPr>
            <a:cxnSpLocks/>
          </p:cNvCxnSpPr>
          <p:nvPr/>
        </p:nvCxnSpPr>
        <p:spPr>
          <a:xfrm flipH="1" flipV="1">
            <a:off x="9642747" y="1750891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66BB7A36-E6F1-35A1-5598-66223412CA0A}"/>
              </a:ext>
            </a:extLst>
          </p:cNvPr>
          <p:cNvCxnSpPr>
            <a:cxnSpLocks/>
          </p:cNvCxnSpPr>
          <p:nvPr/>
        </p:nvCxnSpPr>
        <p:spPr>
          <a:xfrm flipH="1" flipV="1">
            <a:off x="11175838" y="2040472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Freeform 336">
            <a:extLst>
              <a:ext uri="{FF2B5EF4-FFF2-40B4-BE49-F238E27FC236}">
                <a16:creationId xmlns:a16="http://schemas.microsoft.com/office/drawing/2014/main" id="{7C2FF799-6897-17A4-C204-2D48923F1AA5}"/>
              </a:ext>
            </a:extLst>
          </p:cNvPr>
          <p:cNvSpPr/>
          <p:nvPr/>
        </p:nvSpPr>
        <p:spPr>
          <a:xfrm>
            <a:off x="2783697" y="1384499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9525">
            <a:solidFill>
              <a:srgbClr val="C0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E50AB0B0-8874-B47D-422F-4ED7ACCCC341}"/>
              </a:ext>
            </a:extLst>
          </p:cNvPr>
          <p:cNvCxnSpPr>
            <a:cxnSpLocks/>
          </p:cNvCxnSpPr>
          <p:nvPr/>
        </p:nvCxnSpPr>
        <p:spPr>
          <a:xfrm flipH="1">
            <a:off x="3819832" y="1451072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092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9530</TotalTime>
  <Words>835</Words>
  <Application>Microsoft Office PowerPoint</Application>
  <PresentationFormat>Широкоэкранный</PresentationFormat>
  <Paragraphs>941</Paragraphs>
  <Slides>16</Slides>
  <Notes>0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Артем Бурмяков</dc:creator>
  <cp:lastModifiedBy>MSI</cp:lastModifiedBy>
  <cp:revision>203</cp:revision>
  <cp:lastPrinted>2024-06-05T11:48:30Z</cp:lastPrinted>
  <dcterms:created xsi:type="dcterms:W3CDTF">2024-01-08T10:43:46Z</dcterms:created>
  <dcterms:modified xsi:type="dcterms:W3CDTF">2026-07-22T09:59:19Z</dcterms:modified>
</cp:coreProperties>
</file>