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45052a8faa4134" /><Relationship Type="http://schemas.openxmlformats.org/officeDocument/2006/relationships/extended-properties" Target="/docProps/app.xml" Id="R303e071ea8154037" /><Relationship Type="http://schemas.openxmlformats.org/officeDocument/2006/relationships/officeDocument" Target="/ppt/presentation.xml" Id="Rd88ad1febae84c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22b4c6847a44a0"/>
  </p:sldMasterIdLst>
  <p:notesMasterIdLst>
    <p:notesMasterId xmlns:r="http://schemas.openxmlformats.org/officeDocument/2006/relationships" r:id="R877c23839d5446eb"/>
  </p:notesMasterIdLst>
  <p:sldIdLst>
    <p:sldId xmlns:r="http://schemas.openxmlformats.org/officeDocument/2006/relationships" id="256" r:id="R1f4523d38c5e42ad"/>
  </p:sldIdLst>
  <p:sldSz cx="12192000" cy="1428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4475b55f6244a7" /><Relationship Type="http://schemas.openxmlformats.org/officeDocument/2006/relationships/slideMaster" Target="/ppt/slideMasters/slideMaster1.xml" Id="R4a22b4c6847a44a0" /><Relationship Type="http://schemas.openxmlformats.org/officeDocument/2006/relationships/notesMaster" Target="/ppt/notesMasters/notesMaster1.xml" Id="R877c23839d5446eb" /><Relationship Type="http://schemas.openxmlformats.org/officeDocument/2006/relationships/presProps" Target="/ppt/presProps.xml" Id="R99e262f4e4b54ecd" /><Relationship Type="http://schemas.openxmlformats.org/officeDocument/2006/relationships/tableStyles" Target="/ppt/tableStyles.xml" Id="R3a25a55a1ab0487f" /><Relationship Type="http://schemas.openxmlformats.org/officeDocument/2006/relationships/slide" Target="/ppt/slides/slide1.xml" Id="R1f4523d38c5e42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866815a5eb4a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b0125cd545442c" /><Relationship Type="http://schemas.openxmlformats.org/officeDocument/2006/relationships/notesMaster" Target="/ppt/notesMasters/notesMaster1.xml" Id="R36d0938d861449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c59668d79249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806f50423948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78c7006f664d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45ce50262c4d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f24596d2a34a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ae6c0add5e43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A95E62-1F18-441F-A4CE-F3EA085CDC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5397500"/>
            <a:ext cx="9753600" cy="206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D87605-FFF7-4F62-BC13-B83F800F4C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7858125"/>
            <a:ext cx="85344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5E7A015-6C9F-4AE0-A167-542C2D3328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5953125"/>
            <a:ext cx="9753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06DEAB-12D1-49D5-96A2-71D383F426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111250"/>
            <a:ext cx="10820400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1B2969-D30F-4D6F-8EC4-D42793DDD7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3968750"/>
            <a:ext cx="10820400" cy="889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921982-617B-4B96-BB28-F5AE886850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111250"/>
            <a:ext cx="10820400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48D06F-6C6D-4DEE-ABB3-3F5F8C34D4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3968750"/>
            <a:ext cx="5029200" cy="889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08796DA-8A1C-48D6-96D3-EEFCAA3EA3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3968750"/>
            <a:ext cx="5029200" cy="889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6BC22B-2A95-4C76-B1A9-F64147A93A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111250"/>
            <a:ext cx="10820400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CF6081-9A6B-4F11-B16F-3AB0C3A624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3968750"/>
            <a:ext cx="5029200" cy="889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47672651064855" /><Relationship Type="http://schemas.openxmlformats.org/officeDocument/2006/relationships/slideLayout" Target="/ppt/slideLayouts/slideLayout1.xml" Id="Rffdcd8ea013a4482" /><Relationship Type="http://schemas.openxmlformats.org/officeDocument/2006/relationships/slideLayout" Target="/ppt/slideLayouts/slideLayout2.xml" Id="R8e2d87f40e0e4f12" /><Relationship Type="http://schemas.openxmlformats.org/officeDocument/2006/relationships/slideLayout" Target="/ppt/slideLayouts/slideLayout3.xml" Id="R7d767db2214e4764" /><Relationship Type="http://schemas.openxmlformats.org/officeDocument/2006/relationships/slideLayout" Target="/ppt/slideLayouts/slideLayout4.xml" Id="R983425ddba0e4b74" /><Relationship Type="http://schemas.openxmlformats.org/officeDocument/2006/relationships/slideLayout" Target="/ppt/slideLayouts/slideLayout5.xml" Id="Re40181bbf8ef455e" /><Relationship Type="http://schemas.openxmlformats.org/officeDocument/2006/relationships/slideLayout" Target="/ppt/slideLayouts/slideLayout6.xml" Id="Rdda7d5fcbcce49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dcd8ea013a4482"/>
    <p:sldLayoutId xmlns:r="http://schemas.openxmlformats.org/officeDocument/2006/relationships" id="2147483650" r:id="R8e2d87f40e0e4f12"/>
    <p:sldLayoutId xmlns:r="http://schemas.openxmlformats.org/officeDocument/2006/relationships" id="2147483651" r:id="R7d767db2214e4764"/>
    <p:sldLayoutId xmlns:r="http://schemas.openxmlformats.org/officeDocument/2006/relationships" id="2147483652" r:id="R983425ddba0e4b74"/>
    <p:sldLayoutId xmlns:r="http://schemas.openxmlformats.org/officeDocument/2006/relationships" id="2147483653" r:id="Re40181bbf8ef455e"/>
    <p:sldLayoutId xmlns:r="http://schemas.openxmlformats.org/officeDocument/2006/relationships" id="2147483654" r:id="Rdda7d5fcbcce49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578c4d91c4d4c04"/><Relationship Type="http://schemas.openxmlformats.org/officeDocument/2006/relationships/notesSlide" Target="/ppt/notesSlides/notesSlide1.xml" Id="Ref17b361239c4c7b"/><Relationship Id="rId100" Type="http://schemas.openxmlformats.org/officeDocument/2006/relationships/image" Target="../media/source_image518.png"/><Relationship Id="rId101" Type="http://schemas.openxmlformats.org/officeDocument/2006/relationships/image" Target="../media/source_image519.png"/><Relationship Id="rId102" Type="http://schemas.openxmlformats.org/officeDocument/2006/relationships/image" Target="../media/source_image496.png"/><Relationship Id="rId103" Type="http://schemas.openxmlformats.org/officeDocument/2006/relationships/image" Target="../media/source_image497.png"/><Relationship Id="rId104" Type="http://schemas.openxmlformats.org/officeDocument/2006/relationships/image" Target="../media/source_image513.png"/><Relationship Id="rId105" Type="http://schemas.openxmlformats.org/officeDocument/2006/relationships/image" Target="../media/source_image470.png"/><Relationship Id="rId106" Type="http://schemas.openxmlformats.org/officeDocument/2006/relationships/image" Target="../media/source_image487.png"/><Relationship Id="rId107" Type="http://schemas.openxmlformats.org/officeDocument/2006/relationships/image" Target="../media/source_image474.png"/><Relationship Id="rId108" Type="http://schemas.openxmlformats.org/officeDocument/2006/relationships/image" Target="../media/source_image475.png"/><Relationship Id="rId109" Type="http://schemas.openxmlformats.org/officeDocument/2006/relationships/image" Target="../media/source_image477.png"/><Relationship Id="rId110" Type="http://schemas.openxmlformats.org/officeDocument/2006/relationships/image" Target="../media/source_image478.png"/><Relationship Id="rId111" Type="http://schemas.openxmlformats.org/officeDocument/2006/relationships/image" Target="../media/source_image514.png"/><Relationship Id="rId112" Type="http://schemas.openxmlformats.org/officeDocument/2006/relationships/image" Target="../media/source_image515.png"/><Relationship Id="rId113" Type="http://schemas.openxmlformats.org/officeDocument/2006/relationships/image" Target="../media/source_image516.png"/><Relationship Id="rId114" Type="http://schemas.openxmlformats.org/officeDocument/2006/relationships/image" Target="../media/source_image520.png"/><Relationship Id="rId115" Type="http://schemas.openxmlformats.org/officeDocument/2006/relationships/image" Target="../media/source_image496.png"/><Relationship Id="rId116" Type="http://schemas.openxmlformats.org/officeDocument/2006/relationships/image" Target="../media/source_image497.png"/><Relationship Id="rId117" Type="http://schemas.openxmlformats.org/officeDocument/2006/relationships/image" Target="../media/source_image470.png"/><Relationship Id="rId118" Type="http://schemas.openxmlformats.org/officeDocument/2006/relationships/image" Target="../media/source_image487.png"/><Relationship Id="rId119" Type="http://schemas.openxmlformats.org/officeDocument/2006/relationships/image" Target="../media/source_image474.png"/><Relationship Id="rId120" Type="http://schemas.openxmlformats.org/officeDocument/2006/relationships/image" Target="../media/source_image475.png"/><Relationship Id="rId121" Type="http://schemas.openxmlformats.org/officeDocument/2006/relationships/image" Target="../media/source_image477.png"/><Relationship Id="rId122" Type="http://schemas.openxmlformats.org/officeDocument/2006/relationships/image" Target="../media/source_image478.png"/><Relationship Id="rId123" Type="http://schemas.openxmlformats.org/officeDocument/2006/relationships/image" Target="../media/source_image514.png"/><Relationship Id="rId124" Type="http://schemas.openxmlformats.org/officeDocument/2006/relationships/image" Target="../media/source_image515.png"/><Relationship Id="rId125" Type="http://schemas.openxmlformats.org/officeDocument/2006/relationships/image" Target="../media/source_image516.png"/><Relationship Id="rId126" Type="http://schemas.openxmlformats.org/officeDocument/2006/relationships/image" Target="../media/source_image521.png"/><Relationship Id="rId127" Type="http://schemas.openxmlformats.org/officeDocument/2006/relationships/image" Target="../media/source_image496.png"/><Relationship Id="rId128" Type="http://schemas.openxmlformats.org/officeDocument/2006/relationships/image" Target="../media/source_image497.png"/><Relationship Id="rId129" Type="http://schemas.openxmlformats.org/officeDocument/2006/relationships/image" Target="../media/source_image470.png"/><Relationship Id="rId130" Type="http://schemas.openxmlformats.org/officeDocument/2006/relationships/image" Target="../media/source_image487.png"/><Relationship Id="rId131" Type="http://schemas.openxmlformats.org/officeDocument/2006/relationships/image" Target="../media/source_image474.png"/><Relationship Id="rId132" Type="http://schemas.openxmlformats.org/officeDocument/2006/relationships/image" Target="../media/source_image475.png"/><Relationship Id="rId133" Type="http://schemas.openxmlformats.org/officeDocument/2006/relationships/image" Target="../media/source_image477.png"/><Relationship Id="rId134" Type="http://schemas.openxmlformats.org/officeDocument/2006/relationships/image" Target="../media/source_image478.png"/><Relationship Id="rId135" Type="http://schemas.openxmlformats.org/officeDocument/2006/relationships/image" Target="../media/source_image512.png"/><Relationship Id="rId136" Type="http://schemas.openxmlformats.org/officeDocument/2006/relationships/image" Target="../media/source_image514.png"/><Relationship Id="rId137" Type="http://schemas.openxmlformats.org/officeDocument/2006/relationships/image" Target="../media/source_image515.png"/><Relationship Id="rId138" Type="http://schemas.openxmlformats.org/officeDocument/2006/relationships/image" Target="../media/source_image516.png"/><Relationship Id="rId139" Type="http://schemas.openxmlformats.org/officeDocument/2006/relationships/image" Target="../media/source_image521.png"/><Relationship Id="rId140" Type="http://schemas.openxmlformats.org/officeDocument/2006/relationships/image" Target="../media/source_image522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Units and maximum chunk duration">
            <a:extLst xmlns:a="http://schemas.openxmlformats.org/drawingml/2006/main">
              <a:ext uri="{FF2B5EF4-FFF2-40B4-BE49-F238E27FC236}">
                <a16:creationId xmlns:a16="http://schemas.microsoft.com/office/drawing/2014/main" id="{411487E3-E2AE-4D32-B965-431A355A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All times in ms. Maximum chunk duration in (c): Δ = 4 ms.</a:t>
            </a:r>
          </a:p>
        </p:txBody>
      </p:sp>
      <p:sp>
        <p:nvSpPr>
          <p:cNvPr id="2" name="Panel a">
            <a:extLst xmlns:a="http://schemas.openxmlformats.org/drawingml/2006/main">
              <a:ext uri="{FF2B5EF4-FFF2-40B4-BE49-F238E27FC236}">
                <a16:creationId xmlns:a16="http://schemas.microsoft.com/office/drawing/2014/main" id="{31A311BB-7509-4209-A7F3-E44950DC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(a) SuperLoop</a:t>
            </a:r>
          </a:p>
        </p:txBody>
      </p:sp>
      <p:sp>
        <p:nvSpPr>
          <p:cNvPr id="3" name="Panel b">
            <a:extLst xmlns:a="http://schemas.openxmlformats.org/drawingml/2006/main">
              <a:ext uri="{FF2B5EF4-FFF2-40B4-BE49-F238E27FC236}">
                <a16:creationId xmlns:a16="http://schemas.microsoft.com/office/drawing/2014/main" id="{A22A19CF-A4BA-4875-A8C6-59333657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(b) EDF</a:t>
            </a:r>
          </a:p>
        </p:txBody>
      </p:sp>
      <p:sp>
        <p:nvSpPr>
          <p:cNvPr id="4" name="Panel c">
            <a:extLst xmlns:a="http://schemas.openxmlformats.org/drawingml/2006/main">
              <a:ext uri="{FF2B5EF4-FFF2-40B4-BE49-F238E27FC236}">
                <a16:creationId xmlns:a16="http://schemas.microsoft.com/office/drawing/2014/main" id="{3595433C-9FDA-4969-A765-5933F08C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(c) Chunked EDF</a:t>
            </a:r>
          </a:p>
        </p:txBody>
      </p:sp>
      <p:sp>
        <p:nvSpPr>
          <p:cNvPr id="5" name="Draft common caption">
            <a:extLst xmlns:a="http://schemas.openxmlformats.org/drawingml/2006/main">
              <a:ext uri="{FF2B5EF4-FFF2-40B4-BE49-F238E27FC236}">
                <a16:creationId xmlns:a16="http://schemas.microsoft.com/office/drawing/2014/main" id="{B567F2F6-58EF-4C8E-8D3A-2AF34A3E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683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Fig. 2. Execution of the same periodic task set under (a) SuperLoop, (b) EDF, and (c) chunked EDF.</a:t>
            </a:r>
          </a:p>
        </p:txBody>
      </p:sp>
      <p:grpSp>
        <p:nvGrpSpPr>
          <p:cNvPr id="1002" name="Common task parameters"/>
          <p:cNvGrpSpPr/>
          <p:nvPr/>
        </p:nvGrpSpPr>
        <p:grpSpPr>
          <ns1:xfrm xmlns:ns1="http://schemas.openxmlformats.org/drawingml/2006/main">
            <ns1:off x="2000250" y="133350"/>
            <ns1:ext cx="8191500" cy="990600"/>
            <ns1:chOff x="2000250" y="2324100"/>
            <ns1:chExt cx="8191500" cy="990600"/>
          </ns1:xfrm>
        </p:grpSpPr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000" name="Task model">
                  <a:extLst>
                    <a:ext uri="{FF2B5EF4-FFF2-40B4-BE49-F238E27FC236}">
                      <a16:creationId xmlns:a16="http://schemas.microsoft.com/office/drawing/2014/main" id="{3ECF29C3-BDB6-4F27-ADF6-F1A7F74C159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000250" y="2324100"/>
                  <a:ext cx="8191500" cy="4572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anchor="ctr">
                  <a:noAutofit/>
                </a:bodyPr>
                <a:lstStyle>
                  <a:defPPr algn="ctr">
                    <a:defRPr sz="225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defRPr>
                  </a:defPPr>
                </a:lstStyle>
                <a:p>
                  <a:pPr algn="ctr">
                    <a:defRPr lang="en-US" sz="2250">
                      <a:solidFill>
                        <a:srgbClr val="000000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/>
                          </a:rPr>
                          <m:t> = (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/>
                          </a:rPr>
                          <m:t>),    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/>
                          </a:rPr>
                          <m:t> = 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200" dirty="0">
                    <a:latin typeface="Cambria Math"/>
                  </a:endParaRPr>
                </a:p>
              </p:txBody>
            </p:sp>
          </mc:Choice>
          <mc:Fallback xmlns="">
            <p:sp>
              <p:nvSpPr>
                <p:cNvPr id="1000" name="Task model">
                  <a:extLst>
                    <a:ext uri="{FF2B5EF4-FFF2-40B4-BE49-F238E27FC236}">
                      <a16:creationId xmlns:a16="http://schemas.microsoft.com/office/drawing/2014/main" id="{3ECF29C3-BDB6-4F27-ADF6-F1A7F74C15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0250" y="2324100"/>
                  <a:ext cx="8191500" cy="457200"/>
                </a:xfrm>
                <a:prstGeom prst="rect">
                  <a:avLst/>
                </a:prstGeom>
                <a:blipFill>
                  <a:blip r:embed="rId100"/>
                  <a:stretch>
                    <a:fillRect b="-16000"/>
                  </a:stretch>
                </a:blipFill>
                <a:ln w="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001" name="Example task set">
                  <a:extLst>
                    <a:ext uri="{FF2B5EF4-FFF2-40B4-BE49-F238E27FC236}">
                      <a16:creationId xmlns:a16="http://schemas.microsoft.com/office/drawing/2014/main" id="{7D1A8C1A-CCD3-47DC-9D04-810C4859E8D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000250" y="2857500"/>
                  <a:ext cx="8191500" cy="4572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anchor="ctr">
                  <a:noAutofit/>
                </a:bodyPr>
                <a:lstStyle>
                  <a:defPPr algn="ctr">
                    <a:defRPr sz="225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defRPr>
                  </a:defPPr>
                </a:lstStyle>
                <a:p>
                  <a:pPr algn="ctr">
                    <a:defRPr lang="en-US" sz="2250">
                      <a:solidFill>
                        <a:srgbClr val="000000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/>
                          </a:rPr>
                          <m:t> = (</m:t>
                        </m:r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/>
                          </a:rPr>
                          <m:t>18</m:t>
                        </m:r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/>
                          </a:rPr>
                          <m:t>50</m:t>
                        </m:r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/>
                          </a:rPr>
                          <m:t>50</m:t>
                        </m:r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/>
                          </a:rPr>
                          <m:t>),    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/>
                          </a:rPr>
                          <m:t> = (</m:t>
                        </m:r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/>
                          </a:rPr>
                          <m:t>20</m:t>
                        </m:r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/>
                          </a:rPr>
                          <m:t>20</m:t>
                        </m:r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latin typeface="Cambria Math"/>
                  </a:endParaRPr>
                </a:p>
              </p:txBody>
            </p:sp>
          </mc:Choice>
          <mc:Fallback xmlns="">
            <p:sp>
              <p:nvSpPr>
                <p:cNvPr id="1001" name="Example task set">
                  <a:extLst>
                    <a:ext uri="{FF2B5EF4-FFF2-40B4-BE49-F238E27FC236}">
                      <a16:creationId xmlns:a16="http://schemas.microsoft.com/office/drawing/2014/main" id="{7D1A8C1A-CCD3-47DC-9D04-810C4859E8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0250" y="2857500"/>
                  <a:ext cx="8191500" cy="457200"/>
                </a:xfrm>
                <a:prstGeom prst="rect">
                  <a:avLst/>
                </a:prstGeom>
                <a:blipFill>
                  <a:blip r:embed="rId101"/>
                  <a:stretch>
                    <a:fillRect b="-14667"/>
                  </a:stretch>
                </a:blipFill>
                <a:ln w="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8" name="Schedule panel 1"/>
          <p:cNvGrpSpPr/>
          <p:nvPr/>
        </p:nvGrpSpPr>
        <p:grpSpPr>
          <ns1:xfrm xmlns:ns1="http://schemas.openxmlformats.org/drawingml/2006/main">
            <ns1:off x="571500" y="2038350"/>
            <ns1:ext cx="11049000" cy="2997595"/>
            <ns1:chOff x="2774918" y="1015651"/>
            <ns1:chExt cx="7839075" cy="2126742"/>
          </ns1:xfrm>
        </p:grpSpPr>
        <p:sp xmlns:a="http://schemas.openxmlformats.org/drawingml/2006/main">
          <p:nvSpPr>
            <p:cNvPr id="1003" name="execution guide 0">
              <a:extLst>
                <a:ext uri="{FF2B5EF4-FFF2-40B4-BE49-F238E27FC236}">
                  <a16:creationId xmlns:a16="http://schemas.microsoft.com/office/drawing/2014/main" id="{2785B174-6707-7530-0317-591FD3319C58}"/>
                </a:ext>
              </a:extLst>
            </p:cNvPr>
            <p:cNvSpPr>
              <a:spLocks/>
            </p:cNvSpPr>
            <p:nvPr/>
          </p:nvSpPr>
          <p:spPr>
            <a:xfrm flipH="1" flipV="1">
              <a:off x="2774925" y="2413420"/>
              <a:ext cx="7365681" cy="4642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04" name="execution guide 0">
              <a:extLst>
                <a:ext uri="{FF2B5EF4-FFF2-40B4-BE49-F238E27FC236}">
                  <a16:creationId xmlns:a16="http://schemas.microsoft.com/office/drawing/2014/main" id="{2C342DA7-D649-C9F1-ECB8-A6B3883F9D9F}"/>
                </a:ext>
              </a:extLst>
            </p:cNvPr>
            <p:cNvSpPr>
              <a:spLocks/>
            </p:cNvSpPr>
            <p:nvPr/>
          </p:nvSpPr>
          <p:spPr>
            <a:xfrm flipH="1">
              <a:off x="2774926" y="2787646"/>
              <a:ext cx="7450398" cy="3309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05" name="execution guide 0">
              <a:extLst>
                <a:ext uri="{FF2B5EF4-FFF2-40B4-BE49-F238E27FC236}">
                  <a16:creationId xmlns:a16="http://schemas.microsoft.com/office/drawing/2014/main" id="{742B7C45-A12F-7C8F-2A28-3F72F3E104F0}"/>
                </a:ext>
              </a:extLst>
            </p:cNvPr>
            <p:cNvSpPr>
              <a:spLocks/>
            </p:cNvSpPr>
            <p:nvPr/>
          </p:nvSpPr>
          <p:spPr>
            <a:xfrm flipH="1">
              <a:off x="2774926" y="1421184"/>
              <a:ext cx="7362165" cy="3597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06" name="execution guide 0">
              <a:extLst>
                <a:ext uri="{FF2B5EF4-FFF2-40B4-BE49-F238E27FC236}">
                  <a16:creationId xmlns:a16="http://schemas.microsoft.com/office/drawing/2014/main" id="{03AD4EA2-2D0C-0FCA-87A5-6451C349B751}"/>
                </a:ext>
              </a:extLst>
            </p:cNvPr>
            <p:cNvSpPr>
              <a:spLocks/>
            </p:cNvSpPr>
            <p:nvPr/>
          </p:nvSpPr>
          <p:spPr>
            <a:xfrm flipH="1">
              <a:off x="2774926" y="1787550"/>
              <a:ext cx="7362824" cy="9471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07" name="execution guide 0">
              <a:extLst>
                <a:ext uri="{FF2B5EF4-FFF2-40B4-BE49-F238E27FC236}">
                  <a16:creationId xmlns:a16="http://schemas.microsoft.com/office/drawing/2014/main" id="{BFC171A6-047C-F573-3AAD-0BD1604FBC3B}"/>
                </a:ext>
              </a:extLst>
            </p:cNvPr>
            <p:cNvSpPr>
              <a:spLocks/>
            </p:cNvSpPr>
            <p:nvPr/>
          </p:nvSpPr>
          <p:spPr>
            <a:xfrm>
              <a:off x="6355437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08" name="execution guide 0">
              <a:extLst>
                <a:ext uri="{FF2B5EF4-FFF2-40B4-BE49-F238E27FC236}">
                  <a16:creationId xmlns:a16="http://schemas.microsoft.com/office/drawing/2014/main" id="{D4E77B2E-B0AE-FD88-83D8-BC61B9421987}"/>
                </a:ext>
              </a:extLst>
            </p:cNvPr>
            <p:cNvSpPr>
              <a:spLocks/>
            </p:cNvSpPr>
            <p:nvPr/>
          </p:nvSpPr>
          <p:spPr>
            <a:xfrm>
              <a:off x="6625807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09" name="execution guide 0">
              <a:extLst>
                <a:ext uri="{FF2B5EF4-FFF2-40B4-BE49-F238E27FC236}">
                  <a16:creationId xmlns:a16="http://schemas.microsoft.com/office/drawing/2014/main" id="{E0D10940-FA24-440E-99B2-8A6D01ACB7E6}"/>
                </a:ext>
              </a:extLst>
            </p:cNvPr>
            <p:cNvSpPr>
              <a:spLocks/>
            </p:cNvSpPr>
            <p:nvPr/>
          </p:nvSpPr>
          <p:spPr>
            <a:xfrm>
              <a:off x="8788759" y="1022007"/>
              <a:ext cx="0" cy="18540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olid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10" name="execution guide 0">
              <a:extLst>
                <a:ext uri="{FF2B5EF4-FFF2-40B4-BE49-F238E27FC236}">
                  <a16:creationId xmlns:a16="http://schemas.microsoft.com/office/drawing/2014/main" id="{518B1D7A-FF2D-6969-6985-7C06890E747D}"/>
                </a:ext>
              </a:extLst>
            </p:cNvPr>
            <p:cNvSpPr>
              <a:spLocks/>
            </p:cNvSpPr>
            <p:nvPr/>
          </p:nvSpPr>
          <p:spPr>
            <a:xfrm>
              <a:off x="7436913" y="1022007"/>
              <a:ext cx="0" cy="18540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olid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11" name="execution guide 0">
              <a:extLst>
                <a:ext uri="{FF2B5EF4-FFF2-40B4-BE49-F238E27FC236}">
                  <a16:creationId xmlns:a16="http://schemas.microsoft.com/office/drawing/2014/main" id="{50AF8C28-434E-2668-EC28-BE2DE07CB999}"/>
                </a:ext>
              </a:extLst>
            </p:cNvPr>
            <p:cNvSpPr>
              <a:spLocks/>
            </p:cNvSpPr>
            <p:nvPr/>
          </p:nvSpPr>
          <p:spPr>
            <a:xfrm>
              <a:off x="6896175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12" name="execution guide 0">
              <a:extLst>
                <a:ext uri="{FF2B5EF4-FFF2-40B4-BE49-F238E27FC236}">
                  <a16:creationId xmlns:a16="http://schemas.microsoft.com/office/drawing/2014/main" id="{4355582D-B65B-AF34-C189-073B5199BCD9}"/>
                </a:ext>
              </a:extLst>
            </p:cNvPr>
            <p:cNvSpPr>
              <a:spLocks/>
            </p:cNvSpPr>
            <p:nvPr/>
          </p:nvSpPr>
          <p:spPr>
            <a:xfrm>
              <a:off x="7166545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13" name="execution guide 0">
              <a:extLst>
                <a:ext uri="{FF2B5EF4-FFF2-40B4-BE49-F238E27FC236}">
                  <a16:creationId xmlns:a16="http://schemas.microsoft.com/office/drawing/2014/main" id="{197B4E70-F95C-1D02-0CF2-2A2C3F16C9E0}"/>
                </a:ext>
              </a:extLst>
            </p:cNvPr>
            <p:cNvSpPr>
              <a:spLocks/>
            </p:cNvSpPr>
            <p:nvPr/>
          </p:nvSpPr>
          <p:spPr>
            <a:xfrm>
              <a:off x="7707283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14" name="execution guide 0">
              <a:extLst>
                <a:ext uri="{FF2B5EF4-FFF2-40B4-BE49-F238E27FC236}">
                  <a16:creationId xmlns:a16="http://schemas.microsoft.com/office/drawing/2014/main" id="{723B241F-C1AC-C12B-A365-FB8BB2B8082D}"/>
                </a:ext>
              </a:extLst>
            </p:cNvPr>
            <p:cNvSpPr>
              <a:spLocks/>
            </p:cNvSpPr>
            <p:nvPr/>
          </p:nvSpPr>
          <p:spPr>
            <a:xfrm>
              <a:off x="7977653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15" name="execution guide 0">
              <a:extLst>
                <a:ext uri="{FF2B5EF4-FFF2-40B4-BE49-F238E27FC236}">
                  <a16:creationId xmlns:a16="http://schemas.microsoft.com/office/drawing/2014/main" id="{42274009-F3BE-D26B-FA8F-548B177FD168}"/>
                </a:ext>
              </a:extLst>
            </p:cNvPr>
            <p:cNvSpPr>
              <a:spLocks/>
            </p:cNvSpPr>
            <p:nvPr/>
          </p:nvSpPr>
          <p:spPr>
            <a:xfrm>
              <a:off x="8248021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16" name="execution guide 0">
              <a:extLst>
                <a:ext uri="{FF2B5EF4-FFF2-40B4-BE49-F238E27FC236}">
                  <a16:creationId xmlns:a16="http://schemas.microsoft.com/office/drawing/2014/main" id="{D1B2D076-8594-DEA8-3299-BF623C54CD3F}"/>
                </a:ext>
              </a:extLst>
            </p:cNvPr>
            <p:cNvSpPr>
              <a:spLocks/>
            </p:cNvSpPr>
            <p:nvPr/>
          </p:nvSpPr>
          <p:spPr>
            <a:xfrm>
              <a:off x="8518391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17" name="execution guide 0">
              <a:extLst>
                <a:ext uri="{FF2B5EF4-FFF2-40B4-BE49-F238E27FC236}">
                  <a16:creationId xmlns:a16="http://schemas.microsoft.com/office/drawing/2014/main" id="{FE30C668-F586-DA98-6961-B4F8761113F3}"/>
                </a:ext>
              </a:extLst>
            </p:cNvPr>
            <p:cNvSpPr>
              <a:spLocks/>
            </p:cNvSpPr>
            <p:nvPr/>
          </p:nvSpPr>
          <p:spPr>
            <a:xfrm>
              <a:off x="9059129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18" name="execution guide 0">
              <a:extLst>
                <a:ext uri="{FF2B5EF4-FFF2-40B4-BE49-F238E27FC236}">
                  <a16:creationId xmlns:a16="http://schemas.microsoft.com/office/drawing/2014/main" id="{FC58AC0B-9002-4F0C-D716-84243FC75CB5}"/>
                </a:ext>
              </a:extLst>
            </p:cNvPr>
            <p:cNvSpPr>
              <a:spLocks/>
            </p:cNvSpPr>
            <p:nvPr/>
          </p:nvSpPr>
          <p:spPr>
            <a:xfrm>
              <a:off x="9329499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19" name="execution guide 0">
              <a:extLst>
                <a:ext uri="{FF2B5EF4-FFF2-40B4-BE49-F238E27FC236}">
                  <a16:creationId xmlns:a16="http://schemas.microsoft.com/office/drawing/2014/main" id="{6C5D76DE-7BE5-CF51-75D7-8C7EABA81E01}"/>
                </a:ext>
              </a:extLst>
            </p:cNvPr>
            <p:cNvSpPr>
              <a:spLocks/>
            </p:cNvSpPr>
            <p:nvPr/>
          </p:nvSpPr>
          <p:spPr>
            <a:xfrm>
              <a:off x="10140608" y="1022007"/>
              <a:ext cx="0" cy="18540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olid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20" name="execution guide 0">
              <a:extLst>
                <a:ext uri="{FF2B5EF4-FFF2-40B4-BE49-F238E27FC236}">
                  <a16:creationId xmlns:a16="http://schemas.microsoft.com/office/drawing/2014/main" id="{9F9E5540-15A2-F111-98E7-65ABF6EBB334}"/>
                </a:ext>
              </a:extLst>
            </p:cNvPr>
            <p:cNvSpPr>
              <a:spLocks/>
            </p:cNvSpPr>
            <p:nvPr/>
          </p:nvSpPr>
          <p:spPr>
            <a:xfrm>
              <a:off x="9599867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21" name="execution guide 0">
              <a:extLst>
                <a:ext uri="{FF2B5EF4-FFF2-40B4-BE49-F238E27FC236}">
                  <a16:creationId xmlns:a16="http://schemas.microsoft.com/office/drawing/2014/main" id="{1A8E81CF-B8AC-598D-BED8-7D866A467BBD}"/>
                </a:ext>
              </a:extLst>
            </p:cNvPr>
            <p:cNvSpPr>
              <a:spLocks/>
            </p:cNvSpPr>
            <p:nvPr/>
          </p:nvSpPr>
          <p:spPr>
            <a:xfrm>
              <a:off x="9870237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22" name="execution guide 0">
              <a:extLst>
                <a:ext uri="{FF2B5EF4-FFF2-40B4-BE49-F238E27FC236}">
                  <a16:creationId xmlns:a16="http://schemas.microsoft.com/office/drawing/2014/main" id="{EB0C23E3-4B49-CDFA-5421-AF83FE26162E}"/>
                </a:ext>
              </a:extLst>
            </p:cNvPr>
            <p:cNvSpPr>
              <a:spLocks/>
            </p:cNvSpPr>
            <p:nvPr/>
          </p:nvSpPr>
          <p:spPr>
            <a:xfrm>
              <a:off x="6085067" y="1022007"/>
              <a:ext cx="0" cy="18540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olid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23" name="execution guide 0">
              <a:extLst>
                <a:ext uri="{FF2B5EF4-FFF2-40B4-BE49-F238E27FC236}">
                  <a16:creationId xmlns:a16="http://schemas.microsoft.com/office/drawing/2014/main" id="{97D22D3E-C40F-A828-9786-72D5DF925881}"/>
                </a:ext>
              </a:extLst>
            </p:cNvPr>
            <p:cNvSpPr>
              <a:spLocks/>
            </p:cNvSpPr>
            <p:nvPr/>
          </p:nvSpPr>
          <p:spPr>
            <a:xfrm>
              <a:off x="5003591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24" name="execution guide 0">
              <a:extLst>
                <a:ext uri="{FF2B5EF4-FFF2-40B4-BE49-F238E27FC236}">
                  <a16:creationId xmlns:a16="http://schemas.microsoft.com/office/drawing/2014/main" id="{BF0D490B-09B3-13DC-2E9E-86DCB790CD2F}"/>
                </a:ext>
              </a:extLst>
            </p:cNvPr>
            <p:cNvSpPr>
              <a:spLocks/>
            </p:cNvSpPr>
            <p:nvPr/>
          </p:nvSpPr>
          <p:spPr>
            <a:xfrm>
              <a:off x="5544329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25" name="execution guide 0">
              <a:extLst>
                <a:ext uri="{FF2B5EF4-FFF2-40B4-BE49-F238E27FC236}">
                  <a16:creationId xmlns:a16="http://schemas.microsoft.com/office/drawing/2014/main" id="{09045DD5-817C-B9D4-1E69-E514FD3865BA}"/>
                </a:ext>
              </a:extLst>
            </p:cNvPr>
            <p:cNvSpPr>
              <a:spLocks/>
            </p:cNvSpPr>
            <p:nvPr/>
          </p:nvSpPr>
          <p:spPr>
            <a:xfrm>
              <a:off x="5814699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26" name="execution guide 0">
              <a:extLst>
                <a:ext uri="{FF2B5EF4-FFF2-40B4-BE49-F238E27FC236}">
                  <a16:creationId xmlns:a16="http://schemas.microsoft.com/office/drawing/2014/main" id="{38589285-BDDD-C96B-CE89-6BA23CE26C88}"/>
                </a:ext>
              </a:extLst>
            </p:cNvPr>
            <p:cNvSpPr>
              <a:spLocks/>
            </p:cNvSpPr>
            <p:nvPr/>
          </p:nvSpPr>
          <p:spPr>
            <a:xfrm>
              <a:off x="5273961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27" name="execution guide 0">
              <a:extLst>
                <a:ext uri="{FF2B5EF4-FFF2-40B4-BE49-F238E27FC236}">
                  <a16:creationId xmlns:a16="http://schemas.microsoft.com/office/drawing/2014/main" id="{08A61704-40EF-B261-0A43-B29E273F5818}"/>
                </a:ext>
              </a:extLst>
            </p:cNvPr>
            <p:cNvSpPr>
              <a:spLocks/>
            </p:cNvSpPr>
            <p:nvPr/>
          </p:nvSpPr>
          <p:spPr>
            <a:xfrm>
              <a:off x="4733221" y="1022007"/>
              <a:ext cx="0" cy="18540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olid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28" name="execution guide 0">
              <a:extLst>
                <a:ext uri="{FF2B5EF4-FFF2-40B4-BE49-F238E27FC236}">
                  <a16:creationId xmlns:a16="http://schemas.microsoft.com/office/drawing/2014/main" id="{58BD22C8-B4FB-7366-90D4-E84A66425CDE}"/>
                </a:ext>
              </a:extLst>
            </p:cNvPr>
            <p:cNvSpPr>
              <a:spLocks/>
            </p:cNvSpPr>
            <p:nvPr/>
          </p:nvSpPr>
          <p:spPr>
            <a:xfrm>
              <a:off x="4192483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29" name="execution guide 0">
              <a:extLst>
                <a:ext uri="{FF2B5EF4-FFF2-40B4-BE49-F238E27FC236}">
                  <a16:creationId xmlns:a16="http://schemas.microsoft.com/office/drawing/2014/main" id="{E068B60A-952A-71BC-896B-75B5F96D569C}"/>
                </a:ext>
              </a:extLst>
            </p:cNvPr>
            <p:cNvSpPr>
              <a:spLocks/>
            </p:cNvSpPr>
            <p:nvPr/>
          </p:nvSpPr>
          <p:spPr>
            <a:xfrm>
              <a:off x="4462853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30" name="execution guide 0">
              <a:extLst>
                <a:ext uri="{FF2B5EF4-FFF2-40B4-BE49-F238E27FC236}">
                  <a16:creationId xmlns:a16="http://schemas.microsoft.com/office/drawing/2014/main" id="{FC3D5F7F-4FF8-D2F7-A3DF-1DF1EDF05FDE}"/>
                </a:ext>
              </a:extLst>
            </p:cNvPr>
            <p:cNvSpPr>
              <a:spLocks/>
            </p:cNvSpPr>
            <p:nvPr/>
          </p:nvSpPr>
          <p:spPr>
            <a:xfrm>
              <a:off x="3381375" y="1022007"/>
              <a:ext cx="0" cy="18540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olid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31" name="execution guide 0">
              <a:extLst>
                <a:ext uri="{FF2B5EF4-FFF2-40B4-BE49-F238E27FC236}">
                  <a16:creationId xmlns:a16="http://schemas.microsoft.com/office/drawing/2014/main" id="{1114A5B5-F938-2CC6-9E8D-46068645FA32}"/>
                </a:ext>
              </a:extLst>
            </p:cNvPr>
            <p:cNvSpPr>
              <a:spLocks/>
            </p:cNvSpPr>
            <p:nvPr/>
          </p:nvSpPr>
          <p:spPr>
            <a:xfrm>
              <a:off x="3651745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32" name="execution guide 0">
              <a:extLst>
                <a:ext uri="{FF2B5EF4-FFF2-40B4-BE49-F238E27FC236}">
                  <a16:creationId xmlns:a16="http://schemas.microsoft.com/office/drawing/2014/main" id="{35DF4FB1-9F1C-94ED-86FC-EAF91F2FE59C}"/>
                </a:ext>
              </a:extLst>
            </p:cNvPr>
            <p:cNvSpPr>
              <a:spLocks/>
            </p:cNvSpPr>
            <p:nvPr/>
          </p:nvSpPr>
          <p:spPr>
            <a:xfrm>
              <a:off x="3922115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33" name="execution time symbol">
              <a:extLst>
                <a:ext uri="{FF2B5EF4-FFF2-40B4-BE49-F238E27FC236}">
                  <a16:creationId xmlns:a16="http://schemas.microsoft.com/office/drawing/2014/main" id="{7C4FBB02-1B91-1E65-ACA2-CC94CAE1630F}"/>
                </a:ext>
              </a:extLst>
            </p:cNvPr>
            <p:cNvSpPr>
              <a:spLocks/>
            </p:cNvSpPr>
            <p:nvPr/>
          </p:nvSpPr>
          <p:spPr>
            <a:xfrm>
              <a:off x="10328275" y="2856644"/>
              <a:ext cx="285750" cy="2857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>
                <a:defRPr sz="1725" b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400" b="1" dirty="0">
                  <a:solidFill>
                    <a:srgbClr val="20202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/>
                </a:rPr>
                <a:t>t</a:t>
              </a:r>
            </a:p>
          </p:txBody>
        </p:sp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034" name="execution task 1">
                  <a:extLst>
                    <a:ext uri="{FF2B5EF4-FFF2-40B4-BE49-F238E27FC236}">
                      <a16:creationId xmlns:a16="http://schemas.microsoft.com/office/drawing/2014/main" id="{54DB9DC9-1DA9-BFDB-7AF9-200ECBB121C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775585" y="1438276"/>
                  <a:ext cx="429702" cy="32385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anchor="ctr">
                  <a:noAutofit/>
                </a:bodyPr>
                <a:lstStyle/>
                <a:p>
                  <a:pPr>
                    <a:defRPr sz="1800" b="0">
                      <a:solidFill>
                        <a:srgbClr val="202020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RU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U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ru-RU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2000" b="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1034" name="execution task 1">
                  <a:extLst>
                    <a:ext uri="{FF2B5EF4-FFF2-40B4-BE49-F238E27FC236}">
                      <a16:creationId xmlns:a16="http://schemas.microsoft.com/office/drawing/2014/main" id="{9EAC1FF8-0D50-8DCB-1089-199EEEE378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5585" y="1438276"/>
                  <a:ext cx="429702" cy="323850"/>
                </a:xfrm>
                <a:prstGeom prst="rect">
                  <a:avLst/>
                </a:prstGeom>
                <a:blipFill>
                  <a:blip r:embed="rId102"/>
                  <a:stretch>
                    <a:fillRect r="-1408" b="-26415"/>
                  </a:stretch>
                </a:blipFill>
                <a:ln w="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035" name="execution task 2">
                  <a:extLst>
                    <a:ext uri="{FF2B5EF4-FFF2-40B4-BE49-F238E27FC236}">
                      <a16:creationId xmlns:a16="http://schemas.microsoft.com/office/drawing/2014/main" id="{01578E99-8842-0FDC-1605-D46D4B9F12C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775585" y="2428876"/>
                  <a:ext cx="436755" cy="32385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anchor="ctr">
                  <a:noAutofit/>
                </a:bodyPr>
                <a:lstStyle/>
                <a:p>
                  <a:pPr>
                    <a:defRPr sz="1800" b="0">
                      <a:solidFill>
                        <a:srgbClr val="202020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RU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U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sz="2000" b="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1035" name="execution task 2">
                  <a:extLst>
                    <a:ext uri="{FF2B5EF4-FFF2-40B4-BE49-F238E27FC236}">
                      <a16:creationId xmlns:a16="http://schemas.microsoft.com/office/drawing/2014/main" id="{56AA4EF2-3300-89C9-8A3E-5E19D18EE1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5585" y="2428876"/>
                  <a:ext cx="436755" cy="323850"/>
                </a:xfrm>
                <a:prstGeom prst="rect">
                  <a:avLst/>
                </a:prstGeom>
                <a:blipFill>
                  <a:blip r:embed="rId103"/>
                  <a:stretch>
                    <a:fillRect b="-24074"/>
                  </a:stretch>
                </a:blipFill>
                <a:ln w="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036" name="skip label">
                  <a:extLst>
                    <a:ext uri="{FF2B5EF4-FFF2-40B4-BE49-F238E27FC236}">
                      <a16:creationId xmlns:a16="http://schemas.microsoft.com/office/drawing/2014/main" id="{E3A914F8-1E51-28D5-FE69-15EC8EABB6E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072667" y="2082800"/>
                  <a:ext cx="1711070" cy="295275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anchor="ctr">
                  <a:noAutofit/>
                </a:bodyPr>
                <a:lstStyle/>
                <a:p>
                  <a:pPr>
                    <a:defRPr sz="1575" b="0">
                      <a:solidFill>
                        <a:srgbClr val="B52222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ar-AE" sz="17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7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ar-AE" sz="17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sz="17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17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17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RU" sz="1700" dirty="0">
                      <a:solidFill>
                        <a:srgbClr val="C00000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/>
                    </a:rPr>
                    <a:t>skipped</a:t>
                  </a:r>
                  <a:endParaRPr lang="en-RU" sz="1700" b="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1036" name="skip label">
                  <a:extLst>
                    <a:ext uri="{FF2B5EF4-FFF2-40B4-BE49-F238E27FC236}">
                      <a16:creationId xmlns:a16="http://schemas.microsoft.com/office/drawing/2014/main" id="{E3A914F8-1E51-28D5-FE69-15EC8EABB6E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2667" y="2082800"/>
                  <a:ext cx="1711070" cy="295275"/>
                </a:xfrm>
                <a:prstGeom prst="rect">
                  <a:avLst/>
                </a:prstGeom>
                <a:blipFill>
                  <a:blip r:embed="rId104"/>
                  <a:stretch>
                    <a:fillRect t="-18750" b="-35417"/>
                  </a:stretch>
                </a:blipFill>
                <a:ln w="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 xmlns:a="http://schemas.openxmlformats.org/drawingml/2006/main">
          <p:nvSpPr>
            <p:cNvPr id="1037" name="job 1">
              <a:extLst>
                <a:ext uri="{FF2B5EF4-FFF2-40B4-BE49-F238E27FC236}">
                  <a16:creationId xmlns:a16="http://schemas.microsoft.com/office/drawing/2014/main" id="{CFA6191D-CC9A-1618-BF87-EBC46BDAF9D0}"/>
                </a:ext>
              </a:extLst>
            </p:cNvPr>
            <p:cNvSpPr>
              <a:spLocks/>
            </p:cNvSpPr>
            <p:nvPr/>
          </p:nvSpPr>
          <p:spPr>
            <a:xfrm>
              <a:off x="3381375" y="1422400"/>
              <a:ext cx="2437564" cy="371475"/>
            </a:xfrm>
            <a:prstGeom prst="rect">
              <a:avLst/>
            </a:prstGeom>
            <a:solidFill>
              <a:srgbClr val="E2E2E2"/>
            </a:solidFill>
            <a:ln w="9525">
              <a:solidFill>
                <a:srgbClr val="202020"/>
              </a:solidFill>
            </a:ln>
          </p:spPr>
          <p:txBody>
            <a:bodyPr/>
            <a:lstStyle/>
            <a:p>
              <a:endParaRPr lang="en-US"/>
            </a:p>
          </p:txBody>
        </p:sp>
        <p:sp xmlns:a="http://schemas.openxmlformats.org/drawingml/2006/main">
          <p:nvSpPr>
            <p:cNvPr id="1038" name="job 3">
              <a:extLst>
                <a:ext uri="{FF2B5EF4-FFF2-40B4-BE49-F238E27FC236}">
                  <a16:creationId xmlns:a16="http://schemas.microsoft.com/office/drawing/2014/main" id="{C58F94C0-E624-3830-1E24-1D55AC3DB562}"/>
                </a:ext>
              </a:extLst>
            </p:cNvPr>
            <p:cNvSpPr>
              <a:spLocks/>
            </p:cNvSpPr>
            <p:nvPr/>
          </p:nvSpPr>
          <p:spPr>
            <a:xfrm>
              <a:off x="8791575" y="2413000"/>
              <a:ext cx="1352550" cy="371475"/>
            </a:xfrm>
            <a:prstGeom prst="rect">
              <a:avLst/>
            </a:prstGeom>
            <a:solidFill>
              <a:srgbClr val="E2E2E2"/>
            </a:solidFill>
            <a:ln w="9525">
              <a:solidFill>
                <a:srgbClr val="202020"/>
              </a:solidFill>
            </a:ln>
          </p:spPr>
          <p:txBody>
            <a:bodyPr/>
            <a:lstStyle/>
            <a:p>
              <a:endParaRPr lang="en-US"/>
            </a:p>
          </p:txBody>
        </p:sp>
        <p:sp xmlns:a="http://schemas.openxmlformats.org/drawingml/2006/main">
          <p:nvSpPr>
            <p:cNvPr id="1039" name="late label background">
              <a:extLst>
                <a:ext uri="{FF2B5EF4-FFF2-40B4-BE49-F238E27FC236}">
                  <a16:creationId xmlns:a16="http://schemas.microsoft.com/office/drawing/2014/main" id="{42081E5A-4D5A-C15E-6AEB-D794506342B6}"/>
                </a:ext>
              </a:extLst>
            </p:cNvPr>
            <p:cNvSpPr>
              <a:spLocks/>
            </p:cNvSpPr>
            <p:nvPr/>
          </p:nvSpPr>
          <p:spPr>
            <a:xfrm>
              <a:off x="6572250" y="2463800"/>
              <a:ext cx="457200" cy="257175"/>
            </a:xfrm>
            <a:prstGeom prst="rect">
              <a:avLst/>
            </a:prstGeom>
            <a:solidFill>
              <a:schemeClr val="bg1"/>
            </a:solidFill>
            <a:ln w="0">
              <a:solidFill>
                <a:srgbClr val="FFF4F4"/>
              </a:solidFill>
            </a:ln>
          </p:spPr>
          <p:txBody>
            <a:bodyPr/>
            <a:lstStyle/>
            <a:p>
              <a:endParaRPr lang="en-US"/>
            </a:p>
          </p:txBody>
        </p:sp>
        <p:sp xmlns:a="http://schemas.openxmlformats.org/drawingml/2006/main">
          <p:nvSpPr>
            <p:cNvPr id="1040" name="Rectangle 769">
              <a:extLst>
                <a:ext uri="{FF2B5EF4-FFF2-40B4-BE49-F238E27FC236}">
                  <a16:creationId xmlns:a16="http://schemas.microsoft.com/office/drawing/2014/main" id="{AEB2935C-BC16-3E74-B800-844872A4A82C}"/>
                </a:ext>
              </a:extLst>
            </p:cNvPr>
            <p:cNvSpPr/>
            <p:nvPr/>
          </p:nvSpPr>
          <p:spPr>
            <a:xfrm flipH="1">
              <a:off x="5818000" y="2413000"/>
              <a:ext cx="1350739" cy="377849"/>
            </a:xfrm>
            <a:prstGeom prst="rect">
              <a:avLst/>
            </a:prstGeom>
            <a:solidFill>
              <a:srgbClr val="E2E2E2"/>
            </a:solidFill>
            <a:ln w="12700" cmpd="sng">
              <a:solidFill>
                <a:schemeClr val="tx1"/>
              </a:solidFill>
              <a:prstDash val="solid"/>
            </a:ln>
            <a:effectLst>
              <a:innerShdw dist="1539431" dir="10800000">
                <a:srgbClr val="C00000">
                  <a:alpha val="8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rgbClr val="A6A6A6"/>
                </a:solidFill>
              </a:endParaRPr>
            </a:p>
          </p:txBody>
        </p:sp>
        <p:sp xmlns:a="http://schemas.openxmlformats.org/drawingml/2006/main">
          <p:nvSpPr>
            <p:cNvPr id="1041" name="skip cross b">
              <a:extLst>
                <a:ext uri="{FF2B5EF4-FFF2-40B4-BE49-F238E27FC236}">
                  <a16:creationId xmlns:a16="http://schemas.microsoft.com/office/drawing/2014/main" id="{F06ACC63-0D11-BDF4-9E24-D4A9B7D39AE7}"/>
                </a:ext>
              </a:extLst>
            </p:cNvPr>
            <p:cNvSpPr>
              <a:spLocks/>
            </p:cNvSpPr>
            <p:nvPr/>
          </p:nvSpPr>
          <p:spPr>
            <a:xfrm flipV="1">
              <a:off x="6032239" y="2278064"/>
              <a:ext cx="114300" cy="114300"/>
            </a:xfrm>
            <a:prstGeom prst="line">
              <a:avLst/>
            </a:prstGeom>
            <a:noFill/>
            <a:ln w="17145">
              <a:solidFill>
                <a:srgbClr val="C00000"/>
              </a:solidFill>
            </a:ln>
          </p:spPr>
          <p:txBody>
            <a:bodyPr/>
            <a:lstStyle/>
            <a:p>
              <a:endParaRPr lang="en-US"/>
            </a:p>
          </p:txBody>
        </p:sp>
        <p:cxnSp xmlns:a="http://schemas.openxmlformats.org/drawingml/2006/main">
          <p:nvCxnSpPr>
            <p:cNvPr id="1042" name="Straight Connector 90">
              <a:extLst>
                <a:ext uri="{FF2B5EF4-FFF2-40B4-BE49-F238E27FC236}">
                  <a16:creationId xmlns:a16="http://schemas.microsoft.com/office/drawing/2014/main" id="{68EF9DAD-BCFE-3585-442D-BA194F3212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81375" y="1422400"/>
              <a:ext cx="0" cy="381000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 xmlns:a="http://schemas.openxmlformats.org/drawingml/2006/main">
          <p:nvCxnSpPr>
            <p:cNvPr id="1043" name="Straight Connector 90">
              <a:extLst>
                <a:ext uri="{FF2B5EF4-FFF2-40B4-BE49-F238E27FC236}">
                  <a16:creationId xmlns:a16="http://schemas.microsoft.com/office/drawing/2014/main" id="{151D1297-4908-DEDD-1BB1-71F69C6F03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81375" y="2413000"/>
              <a:ext cx="0" cy="381000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 xmlns:a="http://schemas.openxmlformats.org/drawingml/2006/main">
          <p:nvCxnSpPr>
            <p:cNvPr id="1044" name="Straight Connector 90">
              <a:extLst>
                <a:ext uri="{FF2B5EF4-FFF2-40B4-BE49-F238E27FC236}">
                  <a16:creationId xmlns:a16="http://schemas.microsoft.com/office/drawing/2014/main" id="{84F078F4-26F6-3D1F-7418-EE9DC7F9E62D}"/>
                </a:ext>
              </a:extLst>
            </p:cNvPr>
            <p:cNvCxnSpPr>
              <a:cxnSpLocks/>
            </p:cNvCxnSpPr>
            <p:nvPr/>
          </p:nvCxnSpPr>
          <p:spPr>
            <a:xfrm>
              <a:off x="5814914" y="1419224"/>
              <a:ext cx="3810" cy="384175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 xmlns:a="http://schemas.openxmlformats.org/drawingml/2006/main">
          <p:nvCxnSpPr>
            <p:cNvPr id="1045" name="Straight Connector 90">
              <a:extLst>
                <a:ext uri="{FF2B5EF4-FFF2-40B4-BE49-F238E27FC236}">
                  <a16:creationId xmlns:a16="http://schemas.microsoft.com/office/drawing/2014/main" id="{8E0108D5-B460-400A-D011-FC95A8FF1FCC}"/>
                </a:ext>
              </a:extLst>
            </p:cNvPr>
            <p:cNvCxnSpPr>
              <a:cxnSpLocks/>
            </p:cNvCxnSpPr>
            <p:nvPr/>
          </p:nvCxnSpPr>
          <p:spPr>
            <a:xfrm>
              <a:off x="7164632" y="2413000"/>
              <a:ext cx="3810" cy="384175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 xmlns:a="http://schemas.openxmlformats.org/drawingml/2006/main">
          <p:nvCxnSpPr>
            <p:cNvPr id="1046" name="Straight Connector 90">
              <a:extLst>
                <a:ext uri="{FF2B5EF4-FFF2-40B4-BE49-F238E27FC236}">
                  <a16:creationId xmlns:a16="http://schemas.microsoft.com/office/drawing/2014/main" id="{5C309851-39BB-E809-9AFB-56513CEA6709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411" y="2420755"/>
              <a:ext cx="3810" cy="384175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047" name="TextBox 36">
                  <a:extLst>
                    <a:ext uri="{FF2B5EF4-FFF2-40B4-BE49-F238E27FC236}">
                      <a16:creationId xmlns:a16="http://schemas.microsoft.com/office/drawing/2014/main" id="{D0A907EE-B717-AC45-2C79-AD24C36B34B5}"/>
                    </a:ext>
                  </a:extLst>
                </p:cNvPr>
                <p:cNvSpPr txBox="1"/>
                <p:nvPr/>
              </p:nvSpPr>
              <p:spPr>
                <a:xfrm>
                  <a:off x="4599711" y="2879446"/>
                  <a:ext cx="290143" cy="2616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r>
                          <a:rPr lang="ru-RU" sz="17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RU" sz="1700" dirty="0"/>
                </a:p>
              </p:txBody>
            </p:sp>
          </mc:Choice>
          <mc:Fallback xmlns="">
            <p:sp>
              <p:nvSpPr>
                <p:cNvPr id="1047" name="TextBox 36">
                  <a:extLst>
                    <a:ext uri="{FF2B5EF4-FFF2-40B4-BE49-F238E27FC236}">
                      <a16:creationId xmlns:a16="http://schemas.microsoft.com/office/drawing/2014/main" id="{ACAEEBEC-CF3B-4789-5427-7465C87FA4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9711" y="2879446"/>
                  <a:ext cx="290143" cy="261610"/>
                </a:xfrm>
                <a:prstGeom prst="rect">
                  <a:avLst/>
                </a:prstGeom>
                <a:blipFill>
                  <a:blip r:embed="rId105"/>
                  <a:stretch>
                    <a:fillRect l="-19149" r="-14894" b="-6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048" name="TextBox 39">
                  <a:extLst>
                    <a:ext uri="{FF2B5EF4-FFF2-40B4-BE49-F238E27FC236}">
                      <a16:creationId xmlns:a16="http://schemas.microsoft.com/office/drawing/2014/main" id="{4E521E26-157B-4097-F86E-DFEBCB07AE77}"/>
                    </a:ext>
                  </a:extLst>
                </p:cNvPr>
                <p:cNvSpPr txBox="1"/>
                <p:nvPr/>
              </p:nvSpPr>
              <p:spPr>
                <a:xfrm>
                  <a:off x="5934082" y="2879446"/>
                  <a:ext cx="290144" cy="2616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r>
                          <a:rPr lang="ru-RU" sz="17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ru-RU" sz="1700" b="0" dirty="0"/>
                </a:p>
              </p:txBody>
            </p:sp>
          </mc:Choice>
          <mc:Fallback xmlns="">
            <p:sp>
              <p:nvSpPr>
                <p:cNvPr id="1048" name="TextBox 39">
                  <a:extLst>
                    <a:ext uri="{FF2B5EF4-FFF2-40B4-BE49-F238E27FC236}">
                      <a16:creationId xmlns:a16="http://schemas.microsoft.com/office/drawing/2014/main" id="{32658063-3F15-ACA5-A524-5CB120569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4082" y="2879446"/>
                  <a:ext cx="290144" cy="261610"/>
                </a:xfrm>
                <a:prstGeom prst="rect">
                  <a:avLst/>
                </a:prstGeom>
                <a:blipFill>
                  <a:blip r:embed="rId106"/>
                  <a:stretch>
                    <a:fillRect l="-16667" r="-14583" b="-6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049" name="TextBox 40">
                  <a:extLst>
                    <a:ext uri="{FF2B5EF4-FFF2-40B4-BE49-F238E27FC236}">
                      <a16:creationId xmlns:a16="http://schemas.microsoft.com/office/drawing/2014/main" id="{3585DB77-1A28-0455-2B4E-1985218F7C23}"/>
                    </a:ext>
                  </a:extLst>
                </p:cNvPr>
                <p:cNvSpPr txBox="1"/>
                <p:nvPr/>
              </p:nvSpPr>
              <p:spPr>
                <a:xfrm>
                  <a:off x="7287604" y="2879446"/>
                  <a:ext cx="290144" cy="2616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r>
                          <a:rPr lang="ru-RU" sz="17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oMath>
                    </m:oMathPara>
                  </a14:m>
                  <a:endParaRPr lang="ru-RU" sz="1700" b="0" dirty="0"/>
                </a:p>
              </p:txBody>
            </p:sp>
          </mc:Choice>
          <mc:Fallback xmlns="">
            <p:sp>
              <p:nvSpPr>
                <p:cNvPr id="1049" name="TextBox 40">
                  <a:extLst>
                    <a:ext uri="{FF2B5EF4-FFF2-40B4-BE49-F238E27FC236}">
                      <a16:creationId xmlns:a16="http://schemas.microsoft.com/office/drawing/2014/main" id="{7DC80501-2AE2-11EA-F91A-0737BE0063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7604" y="2879446"/>
                  <a:ext cx="290144" cy="261610"/>
                </a:xfrm>
                <a:prstGeom prst="rect">
                  <a:avLst/>
                </a:prstGeom>
                <a:blipFill>
                  <a:blip r:embed="rId107"/>
                  <a:stretch>
                    <a:fillRect l="-16667" r="-14583" b="-6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050" name="TextBox 41">
                  <a:extLst>
                    <a:ext uri="{FF2B5EF4-FFF2-40B4-BE49-F238E27FC236}">
                      <a16:creationId xmlns:a16="http://schemas.microsoft.com/office/drawing/2014/main" id="{D93634AC-CACA-FC4A-09B7-DDDF37C2DBAA}"/>
                    </a:ext>
                  </a:extLst>
                </p:cNvPr>
                <p:cNvSpPr txBox="1"/>
                <p:nvPr/>
              </p:nvSpPr>
              <p:spPr>
                <a:xfrm>
                  <a:off x="8646503" y="2879446"/>
                  <a:ext cx="290144" cy="2616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r>
                          <a:rPr lang="ru-RU" sz="17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oMath>
                    </m:oMathPara>
                  </a14:m>
                  <a:endParaRPr lang="ru-RU" sz="1700" b="0" dirty="0"/>
                </a:p>
              </p:txBody>
            </p:sp>
          </mc:Choice>
          <mc:Fallback xmlns="">
            <p:sp>
              <p:nvSpPr>
                <p:cNvPr id="1050" name="TextBox 41">
                  <a:extLst>
                    <a:ext uri="{FF2B5EF4-FFF2-40B4-BE49-F238E27FC236}">
                      <a16:creationId xmlns:a16="http://schemas.microsoft.com/office/drawing/2014/main" id="{329E8997-939A-E502-A5B1-AEEB0950CE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6503" y="2879446"/>
                  <a:ext cx="290144" cy="261610"/>
                </a:xfrm>
                <a:prstGeom prst="rect">
                  <a:avLst/>
                </a:prstGeom>
                <a:blipFill>
                  <a:blip r:embed="rId108"/>
                  <a:stretch>
                    <a:fillRect l="-16667" r="-14583" b="-6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051" name="TextBox 42">
                  <a:extLst>
                    <a:ext uri="{FF2B5EF4-FFF2-40B4-BE49-F238E27FC236}">
                      <a16:creationId xmlns:a16="http://schemas.microsoft.com/office/drawing/2014/main" id="{55442586-E68B-9610-B57B-77EC0595F67D}"/>
                    </a:ext>
                  </a:extLst>
                </p:cNvPr>
                <p:cNvSpPr txBox="1"/>
                <p:nvPr/>
              </p:nvSpPr>
              <p:spPr>
                <a:xfrm>
                  <a:off x="10005402" y="2879446"/>
                  <a:ext cx="290144" cy="2616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r>
                          <a:rPr lang="ru-RU" sz="1700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ru-RU" sz="17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ru-RU" sz="1700" b="0" dirty="0"/>
                </a:p>
              </p:txBody>
            </p:sp>
          </mc:Choice>
          <mc:Fallback xmlns="">
            <p:sp>
              <p:nvSpPr>
                <p:cNvPr id="1051" name="TextBox 42">
                  <a:extLst>
                    <a:ext uri="{FF2B5EF4-FFF2-40B4-BE49-F238E27FC236}">
                      <a16:creationId xmlns:a16="http://schemas.microsoft.com/office/drawing/2014/main" id="{D9115DD0-D1B8-97C8-834E-9F7C0C92B1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5402" y="2879446"/>
                  <a:ext cx="290144" cy="261610"/>
                </a:xfrm>
                <a:prstGeom prst="rect">
                  <a:avLst/>
                </a:prstGeom>
                <a:blipFill>
                  <a:blip r:embed="rId109"/>
                  <a:stretch>
                    <a:fillRect l="-18750" r="-14583" b="-6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052" name="TextBox 43">
                  <a:extLst>
                    <a:ext uri="{FF2B5EF4-FFF2-40B4-BE49-F238E27FC236}">
                      <a16:creationId xmlns:a16="http://schemas.microsoft.com/office/drawing/2014/main" id="{F2D09A7B-D2C0-22E9-3DE8-CC7607BEEF97}"/>
                    </a:ext>
                  </a:extLst>
                </p:cNvPr>
                <p:cNvSpPr txBox="1"/>
                <p:nvPr/>
              </p:nvSpPr>
              <p:spPr>
                <a:xfrm>
                  <a:off x="3296416" y="2879446"/>
                  <a:ext cx="169918" cy="2616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r>
                          <a:rPr lang="ru-RU" sz="17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RU" sz="1700" dirty="0"/>
                </a:p>
              </p:txBody>
            </p:sp>
          </mc:Choice>
          <mc:Fallback xmlns="">
            <p:sp>
              <p:nvSpPr>
                <p:cNvPr id="1052" name="TextBox 43">
                  <a:extLst>
                    <a:ext uri="{FF2B5EF4-FFF2-40B4-BE49-F238E27FC236}">
                      <a16:creationId xmlns:a16="http://schemas.microsoft.com/office/drawing/2014/main" id="{7213FF57-F9CA-FCB5-16F3-AC24720163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6416" y="2879446"/>
                  <a:ext cx="169918" cy="261610"/>
                </a:xfrm>
                <a:prstGeom prst="rect">
                  <a:avLst/>
                </a:prstGeom>
                <a:blipFill>
                  <a:blip r:embed="rId110"/>
                  <a:stretch>
                    <a:fillRect l="-32143" r="-25000" b="-6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 xmlns:a="http://schemas.openxmlformats.org/drawingml/2006/main">
          <p:nvSpPr>
            <p:cNvPr id="1053" name="skipped release stem">
              <a:extLst>
                <a:ext uri="{FF2B5EF4-FFF2-40B4-BE49-F238E27FC236}">
                  <a16:creationId xmlns:a16="http://schemas.microsoft.com/office/drawing/2014/main" id="{E90C3886-A68F-34D5-55E6-A97E28EE1825}"/>
                </a:ext>
              </a:extLst>
            </p:cNvPr>
            <p:cNvSpPr>
              <a:spLocks/>
            </p:cNvSpPr>
            <p:nvPr/>
          </p:nvSpPr>
          <p:spPr>
            <a:xfrm flipH="1">
              <a:off x="6083302" y="2325687"/>
              <a:ext cx="6349" cy="468313"/>
            </a:xfrm>
            <a:prstGeom prst="line">
              <a:avLst/>
            </a:prstGeom>
            <a:noFill/>
            <a:ln w="14288">
              <a:solidFill>
                <a:srgbClr val="C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 xmlns:a="http://schemas.openxmlformats.org/drawingml/2006/main">
          <p:nvSpPr>
            <p:cNvPr id="1054" name="skip cross a">
              <a:extLst>
                <a:ext uri="{FF2B5EF4-FFF2-40B4-BE49-F238E27FC236}">
                  <a16:creationId xmlns:a16="http://schemas.microsoft.com/office/drawing/2014/main" id="{984DDFAF-F79D-0EB3-B284-BEA6E29B2BC6}"/>
                </a:ext>
              </a:extLst>
            </p:cNvPr>
            <p:cNvSpPr>
              <a:spLocks/>
            </p:cNvSpPr>
            <p:nvPr/>
          </p:nvSpPr>
          <p:spPr>
            <a:xfrm>
              <a:off x="6032239" y="2278064"/>
              <a:ext cx="114300" cy="114300"/>
            </a:xfrm>
            <a:prstGeom prst="line">
              <a:avLst/>
            </a:prstGeom>
            <a:noFill/>
            <a:ln w="17145">
              <a:solidFill>
                <a:srgbClr val="C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 xmlns:a="http://schemas.openxmlformats.org/drawingml/2006/main">
          <p:nvSpPr>
            <p:cNvPr id="1055" name="execution guide 0">
              <a:extLst>
                <a:ext uri="{FF2B5EF4-FFF2-40B4-BE49-F238E27FC236}">
                  <a16:creationId xmlns:a16="http://schemas.microsoft.com/office/drawing/2014/main" id="{3A1BBC70-78A0-09E5-7522-0D6A9C97D313}"/>
                </a:ext>
              </a:extLst>
            </p:cNvPr>
            <p:cNvSpPr>
              <a:spLocks/>
            </p:cNvSpPr>
            <p:nvPr/>
          </p:nvSpPr>
          <p:spPr>
            <a:xfrm flipH="1">
              <a:off x="2774926" y="1015655"/>
              <a:ext cx="7362824" cy="9471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grpSp xmlns:a="http://schemas.openxmlformats.org/drawingml/2006/main">
          <p:nvGrpSpPr>
            <p:cNvPr id="1056" name="Group 230">
              <a:extLst>
                <a:ext uri="{FF2B5EF4-FFF2-40B4-BE49-F238E27FC236}">
                  <a16:creationId xmlns:a16="http://schemas.microsoft.com/office/drawing/2014/main" id="{46478C51-C1F5-A686-343F-B6FDB0DEC894}"/>
                </a:ext>
              </a:extLst>
            </p:cNvPr>
            <p:cNvGrpSpPr/>
            <p:nvPr/>
          </p:nvGrpSpPr>
          <p:grpSpPr>
            <a:xfrm>
              <a:off x="10098693" y="1419224"/>
              <a:ext cx="90602" cy="371019"/>
              <a:chOff x="3509152" y="253612"/>
              <a:chExt cx="45719" cy="296189"/>
            </a:xfrm>
          </p:grpSpPr>
          <p:sp>
            <p:nvSpPr>
              <p:cNvPr id="1057" name="Rectangle 231">
                <a:extLst>
                  <a:ext uri="{FF2B5EF4-FFF2-40B4-BE49-F238E27FC236}">
                    <a16:creationId xmlns:a16="http://schemas.microsoft.com/office/drawing/2014/main" id="{B42EE2FB-FB40-7947-B5AB-47D7E43E2D0B}"/>
                  </a:ext>
                </a:extLst>
              </p:cNvPr>
              <p:cNvSpPr/>
              <p:nvPr/>
            </p:nvSpPr>
            <p:spPr>
              <a:xfrm flipH="1">
                <a:off x="3509152" y="253612"/>
                <a:ext cx="45719" cy="289752"/>
              </a:xfrm>
              <a:prstGeom prst="rect">
                <a:avLst/>
              </a:prstGeom>
              <a:solidFill>
                <a:schemeClr val="bg1"/>
              </a:solidFill>
              <a:ln w="12700" cmpd="sng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1058" name="Straight Connector 232">
                <a:extLst>
                  <a:ext uri="{FF2B5EF4-FFF2-40B4-BE49-F238E27FC236}">
                    <a16:creationId xmlns:a16="http://schemas.microsoft.com/office/drawing/2014/main" id="{175B9A57-D092-E25B-A566-FA6D7E5156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32011" y="253612"/>
                <a:ext cx="0" cy="296189"/>
              </a:xfrm>
              <a:prstGeom prst="line">
                <a:avLst/>
              </a:prstGeom>
              <a:ln w="22860" cmpd="sng">
                <a:solidFill>
                  <a:schemeClr val="tx1"/>
                </a:solidFill>
                <a:prstDash val="dashDot"/>
                <a:headEnd type="none" w="med" len="lg"/>
                <a:tailEnd type="none" w="med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 xmlns:a="http://schemas.openxmlformats.org/drawingml/2006/main">
          <p:nvSpPr>
            <p:cNvPr id="1059" name="Rectangle 231">
              <a:extLst>
                <a:ext uri="{FF2B5EF4-FFF2-40B4-BE49-F238E27FC236}">
                  <a16:creationId xmlns:a16="http://schemas.microsoft.com/office/drawing/2014/main" id="{ABF0D124-E060-0318-80D5-EF0F8A72A660}"/>
                </a:ext>
              </a:extLst>
            </p:cNvPr>
            <p:cNvSpPr/>
            <p:nvPr/>
          </p:nvSpPr>
          <p:spPr>
            <a:xfrm flipH="1">
              <a:off x="8707560" y="2415741"/>
              <a:ext cx="90602" cy="362956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 xmlns:a="http://schemas.openxmlformats.org/drawingml/2006/main">
          <p:nvCxnSpPr>
            <p:cNvPr id="1060" name="Straight Arrow Connector 616">
              <a:extLst>
                <a:ext uri="{FF2B5EF4-FFF2-40B4-BE49-F238E27FC236}">
                  <a16:creationId xmlns:a16="http://schemas.microsoft.com/office/drawing/2014/main" id="{D4E9D1A2-15E5-1834-16E5-B84F7ACEE8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1375" y="2783619"/>
              <a:ext cx="7127875" cy="103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 xmlns:a="http://schemas.openxmlformats.org/drawingml/2006/main">
          <p:nvCxnSpPr>
            <p:cNvPr id="1061" name="Straight Connector 232">
              <a:extLst>
                <a:ext uri="{FF2B5EF4-FFF2-40B4-BE49-F238E27FC236}">
                  <a16:creationId xmlns:a16="http://schemas.microsoft.com/office/drawing/2014/main" id="{7F916688-CC08-3259-6499-F33CE5B5A0AA}"/>
                </a:ext>
              </a:extLst>
            </p:cNvPr>
            <p:cNvCxnSpPr>
              <a:cxnSpLocks/>
            </p:cNvCxnSpPr>
            <p:nvPr/>
          </p:nvCxnSpPr>
          <p:spPr>
            <a:xfrm>
              <a:off x="6072667" y="2428876"/>
              <a:ext cx="0" cy="374193"/>
            </a:xfrm>
            <a:prstGeom prst="line">
              <a:avLst/>
            </a:prstGeom>
            <a:ln w="22860" cmpd="sng">
              <a:solidFill>
                <a:schemeClr val="tx1"/>
              </a:solidFill>
              <a:prstDash val="dash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062" name="TextBox 1">
                  <a:extLst>
                    <a:ext uri="{FF2B5EF4-FFF2-40B4-BE49-F238E27FC236}">
                      <a16:creationId xmlns:a16="http://schemas.microsoft.com/office/drawing/2014/main" id="{19F6F7CF-2646-7C0F-7C91-9F28049E2540}"/>
                    </a:ext>
                  </a:extLst>
                </p:cNvPr>
                <p:cNvSpPr txBox="1"/>
                <p:nvPr/>
              </p:nvSpPr>
              <p:spPr>
                <a:xfrm>
                  <a:off x="3329516" y="1122265"/>
                  <a:ext cx="348685" cy="27315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RU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RU" sz="1700" dirty="0"/>
                </a:p>
              </p:txBody>
            </p:sp>
          </mc:Choice>
          <mc:Fallback xmlns="">
            <p:sp>
              <p:nvSpPr>
                <p:cNvPr id="1062" name="TextBox 1">
                  <a:extLst>
                    <a:ext uri="{FF2B5EF4-FFF2-40B4-BE49-F238E27FC236}">
                      <a16:creationId xmlns:a16="http://schemas.microsoft.com/office/drawing/2014/main" id="{19F6F7CF-2646-7C0F-7C91-9F28049E25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9516" y="1122265"/>
                  <a:ext cx="348685" cy="273152"/>
                </a:xfrm>
                <a:prstGeom prst="rect">
                  <a:avLst/>
                </a:prstGeom>
                <a:blipFill>
                  <a:blip r:embed="rId111"/>
                  <a:stretch>
                    <a:fillRect l="-8772" r="-5263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063" name="TextBox 3">
                  <a:extLst>
                    <a:ext uri="{FF2B5EF4-FFF2-40B4-BE49-F238E27FC236}">
                      <a16:creationId xmlns:a16="http://schemas.microsoft.com/office/drawing/2014/main" id="{309ACE48-B751-3D56-A13C-F9ED00D0A382}"/>
                    </a:ext>
                  </a:extLst>
                </p:cNvPr>
                <p:cNvSpPr txBox="1"/>
                <p:nvPr/>
              </p:nvSpPr>
              <p:spPr>
                <a:xfrm>
                  <a:off x="3344896" y="2130617"/>
                  <a:ext cx="353750" cy="27315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RU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RU" sz="1700" dirty="0"/>
                </a:p>
              </p:txBody>
            </p:sp>
          </mc:Choice>
          <mc:Fallback xmlns="">
            <p:sp>
              <p:nvSpPr>
                <p:cNvPr id="1063" name="TextBox 3">
                  <a:extLst>
                    <a:ext uri="{FF2B5EF4-FFF2-40B4-BE49-F238E27FC236}">
                      <a16:creationId xmlns:a16="http://schemas.microsoft.com/office/drawing/2014/main" id="{309ACE48-B751-3D56-A13C-F9ED00D0A3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4896" y="2130617"/>
                  <a:ext cx="353750" cy="273152"/>
                </a:xfrm>
                <a:prstGeom prst="rect">
                  <a:avLst/>
                </a:prstGeom>
                <a:blipFill>
                  <a:blip r:embed="rId112"/>
                  <a:stretch>
                    <a:fillRect l="-8621" r="-3448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064" name="TextBox 10">
                  <a:extLst>
                    <a:ext uri="{FF2B5EF4-FFF2-40B4-BE49-F238E27FC236}">
                      <a16:creationId xmlns:a16="http://schemas.microsoft.com/office/drawing/2014/main" id="{45BE7E98-7593-6080-1DF8-AAFF879896A9}"/>
                    </a:ext>
                  </a:extLst>
                </p:cNvPr>
                <p:cNvSpPr txBox="1"/>
                <p:nvPr/>
              </p:nvSpPr>
              <p:spPr>
                <a:xfrm>
                  <a:off x="8738155" y="2106146"/>
                  <a:ext cx="353750" cy="27315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RU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RU" sz="1700" dirty="0"/>
                </a:p>
              </p:txBody>
            </p:sp>
          </mc:Choice>
          <mc:Fallback xmlns="">
            <p:sp>
              <p:nvSpPr>
                <p:cNvPr id="1064" name="TextBox 10">
                  <a:extLst>
                    <a:ext uri="{FF2B5EF4-FFF2-40B4-BE49-F238E27FC236}">
                      <a16:creationId xmlns:a16="http://schemas.microsoft.com/office/drawing/2014/main" id="{45BE7E98-7593-6080-1DF8-AAFF879896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8155" y="2106146"/>
                  <a:ext cx="353750" cy="273152"/>
                </a:xfrm>
                <a:prstGeom prst="rect">
                  <a:avLst/>
                </a:prstGeom>
                <a:blipFill>
                  <a:blip r:embed="rId113"/>
                  <a:stretch>
                    <a:fillRect l="-8621" r="-5172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 xmlns:a="http://schemas.openxmlformats.org/drawingml/2006/main">
          <p:nvCxnSpPr>
            <p:cNvPr id="1065" name="Straight Connector 90">
              <a:extLst>
                <a:ext uri="{FF2B5EF4-FFF2-40B4-BE49-F238E27FC236}">
                  <a16:creationId xmlns:a16="http://schemas.microsoft.com/office/drawing/2014/main" id="{E8FB93C4-CF24-4715-FC78-A0E7136ECC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88759" y="2397697"/>
              <a:ext cx="0" cy="381000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 xmlns:a="http://schemas.openxmlformats.org/drawingml/2006/main">
          <p:nvSpPr>
            <p:cNvPr id="1066" name="Freeform 402">
              <a:extLst>
                <a:ext uri="{FF2B5EF4-FFF2-40B4-BE49-F238E27FC236}">
                  <a16:creationId xmlns:a16="http://schemas.microsoft.com/office/drawing/2014/main" id="{FAB4A555-C68A-D302-003C-7B8F9A74D4B8}"/>
                </a:ext>
              </a:extLst>
            </p:cNvPr>
            <p:cNvSpPr/>
            <p:nvPr/>
          </p:nvSpPr>
          <p:spPr>
            <a:xfrm flipH="1">
              <a:off x="5825333" y="2420754"/>
              <a:ext cx="228581" cy="160803"/>
            </a:xfrm>
            <a:custGeom>
              <a:avLst/>
              <a:gdLst>
                <a:gd name="connsiteX0" fmla="*/ 228600 w 228600"/>
                <a:gd name="connsiteY0" fmla="*/ 0 h 276225"/>
                <a:gd name="connsiteX1" fmla="*/ 161925 w 228600"/>
                <a:gd name="connsiteY1" fmla="*/ 171450 h 276225"/>
                <a:gd name="connsiteX2" fmla="*/ 0 w 228600"/>
                <a:gd name="connsiteY2" fmla="*/ 27622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600" h="276225">
                  <a:moveTo>
                    <a:pt x="228600" y="0"/>
                  </a:moveTo>
                  <a:cubicBezTo>
                    <a:pt x="214312" y="62706"/>
                    <a:pt x="200025" y="125413"/>
                    <a:pt x="161925" y="171450"/>
                  </a:cubicBezTo>
                  <a:cubicBezTo>
                    <a:pt x="123825" y="217487"/>
                    <a:pt x="61912" y="246856"/>
                    <a:pt x="0" y="276225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dirty="0"/>
            </a:p>
          </p:txBody>
        </p:sp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067" name="TextBox 33">
                  <a:extLst>
                    <a:ext uri="{FF2B5EF4-FFF2-40B4-BE49-F238E27FC236}">
                      <a16:creationId xmlns:a16="http://schemas.microsoft.com/office/drawing/2014/main" id="{0E4186D8-05FB-9331-B0FA-2AD4503084EA}"/>
                    </a:ext>
                  </a:extLst>
                </p:cNvPr>
                <p:cNvSpPr txBox="1"/>
                <p:nvPr/>
              </p:nvSpPr>
              <p:spPr>
                <a:xfrm>
                  <a:off x="5584741" y="2104923"/>
                  <a:ext cx="400174" cy="27315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RU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RU" sz="1700" dirty="0"/>
                </a:p>
              </p:txBody>
            </p:sp>
          </mc:Choice>
          <mc:Fallback xmlns="">
            <p:sp>
              <p:nvSpPr>
                <p:cNvPr id="1067" name="TextBox 33">
                  <a:extLst>
                    <a:ext uri="{FF2B5EF4-FFF2-40B4-BE49-F238E27FC236}">
                      <a16:creationId xmlns:a16="http://schemas.microsoft.com/office/drawing/2014/main" id="{0E4186D8-05FB-9331-B0FA-2AD4503084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4741" y="2104923"/>
                  <a:ext cx="400174" cy="273152"/>
                </a:xfrm>
                <a:prstGeom prst="rect">
                  <a:avLst/>
                </a:prstGeom>
                <a:blipFill>
                  <a:blip r:embed="rId114"/>
                  <a:stretch>
                    <a:fillRect l="-13636" r="-4545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4" name="Schedule panel 2"/>
          <p:cNvGrpSpPr/>
          <p:nvPr/>
        </p:nvGrpSpPr>
        <p:grpSpPr>
          <ns1:xfrm xmlns:ns1="http://schemas.openxmlformats.org/drawingml/2006/main">
            <ns1:off x="571500" y="5419725"/>
            <ns1:ext cx="11049000" cy="2997595"/>
            <ns1:chOff x="2774918" y="1015651"/>
            <ns1:chExt cx="7839075" cy="2126742"/>
          </ns1:xfrm>
        </p:grpSpPr>
        <p:sp xmlns:a="http://schemas.openxmlformats.org/drawingml/2006/main">
          <p:nvSpPr>
            <p:cNvPr id="1069" name="execution guide 0">
              <a:extLst>
                <a:ext uri="{FF2B5EF4-FFF2-40B4-BE49-F238E27FC236}">
                  <a16:creationId xmlns:a16="http://schemas.microsoft.com/office/drawing/2014/main" id="{62D11109-BA3F-4147-0D8C-D1924665961B}"/>
                </a:ext>
              </a:extLst>
            </p:cNvPr>
            <p:cNvSpPr>
              <a:spLocks/>
            </p:cNvSpPr>
            <p:nvPr/>
          </p:nvSpPr>
          <p:spPr>
            <a:xfrm flipH="1" flipV="1">
              <a:off x="2774925" y="2413420"/>
              <a:ext cx="7365681" cy="4642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70" name="execution guide 0">
              <a:extLst>
                <a:ext uri="{FF2B5EF4-FFF2-40B4-BE49-F238E27FC236}">
                  <a16:creationId xmlns:a16="http://schemas.microsoft.com/office/drawing/2014/main" id="{0760B6B1-8693-3BDD-41EF-F8397316A7A7}"/>
                </a:ext>
              </a:extLst>
            </p:cNvPr>
            <p:cNvSpPr>
              <a:spLocks/>
            </p:cNvSpPr>
            <p:nvPr/>
          </p:nvSpPr>
          <p:spPr>
            <a:xfrm flipH="1">
              <a:off x="2774926" y="2787646"/>
              <a:ext cx="7450398" cy="3309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71" name="execution guide 0">
              <a:extLst>
                <a:ext uri="{FF2B5EF4-FFF2-40B4-BE49-F238E27FC236}">
                  <a16:creationId xmlns:a16="http://schemas.microsoft.com/office/drawing/2014/main" id="{76706780-9BAD-BFDF-2E18-C6DC7B6E1B54}"/>
                </a:ext>
              </a:extLst>
            </p:cNvPr>
            <p:cNvSpPr>
              <a:spLocks/>
            </p:cNvSpPr>
            <p:nvPr/>
          </p:nvSpPr>
          <p:spPr>
            <a:xfrm flipH="1">
              <a:off x="2774926" y="1421184"/>
              <a:ext cx="7362165" cy="3597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72" name="execution guide 0">
              <a:extLst>
                <a:ext uri="{FF2B5EF4-FFF2-40B4-BE49-F238E27FC236}">
                  <a16:creationId xmlns:a16="http://schemas.microsoft.com/office/drawing/2014/main" id="{225EA468-CC65-1154-0E97-4EC3FF89055F}"/>
                </a:ext>
              </a:extLst>
            </p:cNvPr>
            <p:cNvSpPr>
              <a:spLocks/>
            </p:cNvSpPr>
            <p:nvPr/>
          </p:nvSpPr>
          <p:spPr>
            <a:xfrm flipH="1">
              <a:off x="2774926" y="1787550"/>
              <a:ext cx="7362824" cy="9471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073" name="execution task 1">
                  <a:extLst>
                    <a:ext uri="{FF2B5EF4-FFF2-40B4-BE49-F238E27FC236}">
                      <a16:creationId xmlns:a16="http://schemas.microsoft.com/office/drawing/2014/main" id="{1CBA7589-98D7-726A-5C62-D1A12AF2DA1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775585" y="1438276"/>
                  <a:ext cx="429702" cy="32385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anchor="ctr">
                  <a:noAutofit/>
                </a:bodyPr>
                <a:lstStyle/>
                <a:p>
                  <a:pPr>
                    <a:defRPr sz="1800" b="0">
                      <a:solidFill>
                        <a:srgbClr val="202020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RU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U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ru-RU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2000" b="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1073" name="execution task 1">
                  <a:extLst>
                    <a:ext uri="{FF2B5EF4-FFF2-40B4-BE49-F238E27FC236}">
                      <a16:creationId xmlns:a16="http://schemas.microsoft.com/office/drawing/2014/main" id="{BA2A0980-2D1C-7C85-53F7-B56A26E6A8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5585" y="1438276"/>
                  <a:ext cx="429702" cy="323850"/>
                </a:xfrm>
                <a:prstGeom prst="rect">
                  <a:avLst/>
                </a:prstGeom>
                <a:blipFill>
                  <a:blip r:embed="rId115"/>
                  <a:stretch>
                    <a:fillRect r="-1408" b="-26415"/>
                  </a:stretch>
                </a:blipFill>
                <a:ln w="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074" name="execution task 2">
                  <a:extLst>
                    <a:ext uri="{FF2B5EF4-FFF2-40B4-BE49-F238E27FC236}">
                      <a16:creationId xmlns:a16="http://schemas.microsoft.com/office/drawing/2014/main" id="{5211CECD-BF74-27BC-2FB3-9FF5EF01EE8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775585" y="2428876"/>
                  <a:ext cx="436755" cy="32385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anchor="ctr">
                  <a:noAutofit/>
                </a:bodyPr>
                <a:lstStyle/>
                <a:p>
                  <a:pPr>
                    <a:defRPr sz="1800" b="0">
                      <a:solidFill>
                        <a:srgbClr val="202020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RU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U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sz="2000" b="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1074" name="execution task 2">
                  <a:extLst>
                    <a:ext uri="{FF2B5EF4-FFF2-40B4-BE49-F238E27FC236}">
                      <a16:creationId xmlns:a16="http://schemas.microsoft.com/office/drawing/2014/main" id="{89BFAE9F-51E9-11B0-75C1-AC347AB504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5585" y="2428876"/>
                  <a:ext cx="436755" cy="323850"/>
                </a:xfrm>
                <a:prstGeom prst="rect">
                  <a:avLst/>
                </a:prstGeom>
                <a:blipFill>
                  <a:blip r:embed="rId116"/>
                  <a:stretch>
                    <a:fillRect b="-24074"/>
                  </a:stretch>
                </a:blipFill>
                <a:ln w="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 xmlns:a="http://schemas.openxmlformats.org/drawingml/2006/main">
          <p:nvSpPr>
            <p:cNvPr id="1075" name="execution guide 0">
              <a:extLst>
                <a:ext uri="{FF2B5EF4-FFF2-40B4-BE49-F238E27FC236}">
                  <a16:creationId xmlns:a16="http://schemas.microsoft.com/office/drawing/2014/main" id="{2C2559A2-4416-916D-BD17-0C146D8BC75A}"/>
                </a:ext>
              </a:extLst>
            </p:cNvPr>
            <p:cNvSpPr>
              <a:spLocks/>
            </p:cNvSpPr>
            <p:nvPr/>
          </p:nvSpPr>
          <p:spPr>
            <a:xfrm flipH="1">
              <a:off x="2774926" y="1015655"/>
              <a:ext cx="7362824" cy="9471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76" name="execution guide 0">
              <a:extLst>
                <a:ext uri="{FF2B5EF4-FFF2-40B4-BE49-F238E27FC236}">
                  <a16:creationId xmlns:a16="http://schemas.microsoft.com/office/drawing/2014/main" id="{BF4C63C8-FD4C-B197-AEB3-38E4BB571D96}"/>
                </a:ext>
              </a:extLst>
            </p:cNvPr>
            <p:cNvSpPr>
              <a:spLocks/>
            </p:cNvSpPr>
            <p:nvPr/>
          </p:nvSpPr>
          <p:spPr>
            <a:xfrm>
              <a:off x="6355437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77" name="execution guide 0">
              <a:extLst>
                <a:ext uri="{FF2B5EF4-FFF2-40B4-BE49-F238E27FC236}">
                  <a16:creationId xmlns:a16="http://schemas.microsoft.com/office/drawing/2014/main" id="{06480BFA-732E-6B5F-B9D3-83B498EF4F73}"/>
                </a:ext>
              </a:extLst>
            </p:cNvPr>
            <p:cNvSpPr>
              <a:spLocks/>
            </p:cNvSpPr>
            <p:nvPr/>
          </p:nvSpPr>
          <p:spPr>
            <a:xfrm>
              <a:off x="6625807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78" name="execution guide 0">
              <a:extLst>
                <a:ext uri="{FF2B5EF4-FFF2-40B4-BE49-F238E27FC236}">
                  <a16:creationId xmlns:a16="http://schemas.microsoft.com/office/drawing/2014/main" id="{69897862-C44C-710A-8DB4-2B310387C966}"/>
                </a:ext>
              </a:extLst>
            </p:cNvPr>
            <p:cNvSpPr>
              <a:spLocks/>
            </p:cNvSpPr>
            <p:nvPr/>
          </p:nvSpPr>
          <p:spPr>
            <a:xfrm>
              <a:off x="6896175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79" name="execution guide 0">
              <a:extLst>
                <a:ext uri="{FF2B5EF4-FFF2-40B4-BE49-F238E27FC236}">
                  <a16:creationId xmlns:a16="http://schemas.microsoft.com/office/drawing/2014/main" id="{84B1796B-02D3-D8E9-BA30-B83C4C4A1339}"/>
                </a:ext>
              </a:extLst>
            </p:cNvPr>
            <p:cNvSpPr>
              <a:spLocks/>
            </p:cNvSpPr>
            <p:nvPr/>
          </p:nvSpPr>
          <p:spPr>
            <a:xfrm>
              <a:off x="7166545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80" name="execution guide 0">
              <a:extLst>
                <a:ext uri="{FF2B5EF4-FFF2-40B4-BE49-F238E27FC236}">
                  <a16:creationId xmlns:a16="http://schemas.microsoft.com/office/drawing/2014/main" id="{4D9D73D9-ADDD-2ACF-648F-6758296944B9}"/>
                </a:ext>
              </a:extLst>
            </p:cNvPr>
            <p:cNvSpPr>
              <a:spLocks/>
            </p:cNvSpPr>
            <p:nvPr/>
          </p:nvSpPr>
          <p:spPr>
            <a:xfrm>
              <a:off x="8518391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81" name="execution guide 0">
              <a:extLst>
                <a:ext uri="{FF2B5EF4-FFF2-40B4-BE49-F238E27FC236}">
                  <a16:creationId xmlns:a16="http://schemas.microsoft.com/office/drawing/2014/main" id="{31C97D0F-DED9-7321-450C-B318BC37B5E1}"/>
                </a:ext>
              </a:extLst>
            </p:cNvPr>
            <p:cNvSpPr>
              <a:spLocks/>
            </p:cNvSpPr>
            <p:nvPr/>
          </p:nvSpPr>
          <p:spPr>
            <a:xfrm>
              <a:off x="7707283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82" name="execution guide 0">
              <a:extLst>
                <a:ext uri="{FF2B5EF4-FFF2-40B4-BE49-F238E27FC236}">
                  <a16:creationId xmlns:a16="http://schemas.microsoft.com/office/drawing/2014/main" id="{EE6CE5D4-DD40-8D78-607A-0EF670530786}"/>
                </a:ext>
              </a:extLst>
            </p:cNvPr>
            <p:cNvSpPr>
              <a:spLocks/>
            </p:cNvSpPr>
            <p:nvPr/>
          </p:nvSpPr>
          <p:spPr>
            <a:xfrm>
              <a:off x="7977653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83" name="execution guide 0">
              <a:extLst>
                <a:ext uri="{FF2B5EF4-FFF2-40B4-BE49-F238E27FC236}">
                  <a16:creationId xmlns:a16="http://schemas.microsoft.com/office/drawing/2014/main" id="{58456CA0-6307-EEBB-FC59-43E21B9F0EF9}"/>
                </a:ext>
              </a:extLst>
            </p:cNvPr>
            <p:cNvSpPr>
              <a:spLocks/>
            </p:cNvSpPr>
            <p:nvPr/>
          </p:nvSpPr>
          <p:spPr>
            <a:xfrm>
              <a:off x="8248021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84" name="job 1">
              <a:extLst>
                <a:ext uri="{FF2B5EF4-FFF2-40B4-BE49-F238E27FC236}">
                  <a16:creationId xmlns:a16="http://schemas.microsoft.com/office/drawing/2014/main" id="{759F56CD-5C0A-B148-F859-316506A1954B}"/>
                </a:ext>
              </a:extLst>
            </p:cNvPr>
            <p:cNvSpPr>
              <a:spLocks/>
            </p:cNvSpPr>
            <p:nvPr/>
          </p:nvSpPr>
          <p:spPr>
            <a:xfrm>
              <a:off x="7443364" y="1422400"/>
              <a:ext cx="1078815" cy="371475"/>
            </a:xfrm>
            <a:prstGeom prst="rect">
              <a:avLst/>
            </a:prstGeom>
            <a:solidFill>
              <a:srgbClr val="E2E2E2"/>
            </a:solidFill>
            <a:ln w="9525">
              <a:solidFill>
                <a:srgbClr val="202020"/>
              </a:solidFill>
            </a:ln>
          </p:spPr>
          <p:txBody>
            <a:bodyPr/>
            <a:lstStyle/>
            <a:p>
              <a:endParaRPr lang="en-US"/>
            </a:p>
          </p:txBody>
        </p:sp>
        <p:sp xmlns:a="http://schemas.openxmlformats.org/drawingml/2006/main">
          <p:nvSpPr>
            <p:cNvPr id="1085" name="execution guide 0">
              <a:extLst>
                <a:ext uri="{FF2B5EF4-FFF2-40B4-BE49-F238E27FC236}">
                  <a16:creationId xmlns:a16="http://schemas.microsoft.com/office/drawing/2014/main" id="{0996D75D-6777-330D-3978-431173022070}"/>
                </a:ext>
              </a:extLst>
            </p:cNvPr>
            <p:cNvSpPr>
              <a:spLocks/>
            </p:cNvSpPr>
            <p:nvPr/>
          </p:nvSpPr>
          <p:spPr>
            <a:xfrm>
              <a:off x="8788759" y="1022007"/>
              <a:ext cx="0" cy="18540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olid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86" name="execution guide 0">
              <a:extLst>
                <a:ext uri="{FF2B5EF4-FFF2-40B4-BE49-F238E27FC236}">
                  <a16:creationId xmlns:a16="http://schemas.microsoft.com/office/drawing/2014/main" id="{0F357F25-EBD1-8FDD-A7F9-A8713DE62E75}"/>
                </a:ext>
              </a:extLst>
            </p:cNvPr>
            <p:cNvSpPr>
              <a:spLocks/>
            </p:cNvSpPr>
            <p:nvPr/>
          </p:nvSpPr>
          <p:spPr>
            <a:xfrm>
              <a:off x="7436913" y="1022007"/>
              <a:ext cx="0" cy="18540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olid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87" name="execution guide 0">
              <a:extLst>
                <a:ext uri="{FF2B5EF4-FFF2-40B4-BE49-F238E27FC236}">
                  <a16:creationId xmlns:a16="http://schemas.microsoft.com/office/drawing/2014/main" id="{18762C16-C433-4ADA-5119-45F4F13A5DC9}"/>
                </a:ext>
              </a:extLst>
            </p:cNvPr>
            <p:cNvSpPr>
              <a:spLocks/>
            </p:cNvSpPr>
            <p:nvPr/>
          </p:nvSpPr>
          <p:spPr>
            <a:xfrm>
              <a:off x="9059129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88" name="execution guide 0">
              <a:extLst>
                <a:ext uri="{FF2B5EF4-FFF2-40B4-BE49-F238E27FC236}">
                  <a16:creationId xmlns:a16="http://schemas.microsoft.com/office/drawing/2014/main" id="{D75E814A-A038-2AF2-A881-4E1EDA66DA85}"/>
                </a:ext>
              </a:extLst>
            </p:cNvPr>
            <p:cNvSpPr>
              <a:spLocks/>
            </p:cNvSpPr>
            <p:nvPr/>
          </p:nvSpPr>
          <p:spPr>
            <a:xfrm>
              <a:off x="9329499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89" name="execution guide 0">
              <a:extLst>
                <a:ext uri="{FF2B5EF4-FFF2-40B4-BE49-F238E27FC236}">
                  <a16:creationId xmlns:a16="http://schemas.microsoft.com/office/drawing/2014/main" id="{3F514354-CF9C-B4AE-9106-1AA7BA059AA4}"/>
                </a:ext>
              </a:extLst>
            </p:cNvPr>
            <p:cNvSpPr>
              <a:spLocks/>
            </p:cNvSpPr>
            <p:nvPr/>
          </p:nvSpPr>
          <p:spPr>
            <a:xfrm>
              <a:off x="10140608" y="1022007"/>
              <a:ext cx="0" cy="18540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olid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90" name="execution guide 0">
              <a:extLst>
                <a:ext uri="{FF2B5EF4-FFF2-40B4-BE49-F238E27FC236}">
                  <a16:creationId xmlns:a16="http://schemas.microsoft.com/office/drawing/2014/main" id="{75FC5C7D-2043-17E6-2032-E74B1117E34B}"/>
                </a:ext>
              </a:extLst>
            </p:cNvPr>
            <p:cNvSpPr>
              <a:spLocks/>
            </p:cNvSpPr>
            <p:nvPr/>
          </p:nvSpPr>
          <p:spPr>
            <a:xfrm>
              <a:off x="9599867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91" name="execution guide 0">
              <a:extLst>
                <a:ext uri="{FF2B5EF4-FFF2-40B4-BE49-F238E27FC236}">
                  <a16:creationId xmlns:a16="http://schemas.microsoft.com/office/drawing/2014/main" id="{1298D0CB-CC22-27C6-D9FC-DBE2AAE93E2C}"/>
                </a:ext>
              </a:extLst>
            </p:cNvPr>
            <p:cNvSpPr>
              <a:spLocks/>
            </p:cNvSpPr>
            <p:nvPr/>
          </p:nvSpPr>
          <p:spPr>
            <a:xfrm>
              <a:off x="9870237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92" name="execution guide 0">
              <a:extLst>
                <a:ext uri="{FF2B5EF4-FFF2-40B4-BE49-F238E27FC236}">
                  <a16:creationId xmlns:a16="http://schemas.microsoft.com/office/drawing/2014/main" id="{B28D6FCE-E4D8-6220-19A8-A33037C1E483}"/>
                </a:ext>
              </a:extLst>
            </p:cNvPr>
            <p:cNvSpPr>
              <a:spLocks/>
            </p:cNvSpPr>
            <p:nvPr/>
          </p:nvSpPr>
          <p:spPr>
            <a:xfrm>
              <a:off x="6085067" y="1022007"/>
              <a:ext cx="0" cy="18540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olid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93" name="execution guide 0">
              <a:extLst>
                <a:ext uri="{FF2B5EF4-FFF2-40B4-BE49-F238E27FC236}">
                  <a16:creationId xmlns:a16="http://schemas.microsoft.com/office/drawing/2014/main" id="{18932DBF-D059-A359-3946-406700BEA27F}"/>
                </a:ext>
              </a:extLst>
            </p:cNvPr>
            <p:cNvSpPr>
              <a:spLocks/>
            </p:cNvSpPr>
            <p:nvPr/>
          </p:nvSpPr>
          <p:spPr>
            <a:xfrm>
              <a:off x="5003591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94" name="execution guide 0">
              <a:extLst>
                <a:ext uri="{FF2B5EF4-FFF2-40B4-BE49-F238E27FC236}">
                  <a16:creationId xmlns:a16="http://schemas.microsoft.com/office/drawing/2014/main" id="{A5D448F1-C0CB-1194-4ACF-06C80B17C1C3}"/>
                </a:ext>
              </a:extLst>
            </p:cNvPr>
            <p:cNvSpPr>
              <a:spLocks/>
            </p:cNvSpPr>
            <p:nvPr/>
          </p:nvSpPr>
          <p:spPr>
            <a:xfrm>
              <a:off x="5544329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95" name="execution guide 0">
              <a:extLst>
                <a:ext uri="{FF2B5EF4-FFF2-40B4-BE49-F238E27FC236}">
                  <a16:creationId xmlns:a16="http://schemas.microsoft.com/office/drawing/2014/main" id="{89BDA894-E501-D7D5-419D-8DA759D54AA7}"/>
                </a:ext>
              </a:extLst>
            </p:cNvPr>
            <p:cNvSpPr>
              <a:spLocks/>
            </p:cNvSpPr>
            <p:nvPr/>
          </p:nvSpPr>
          <p:spPr>
            <a:xfrm>
              <a:off x="5814699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96" name="execution guide 0">
              <a:extLst>
                <a:ext uri="{FF2B5EF4-FFF2-40B4-BE49-F238E27FC236}">
                  <a16:creationId xmlns:a16="http://schemas.microsoft.com/office/drawing/2014/main" id="{08C418A7-98E0-3A33-4B15-D9B246FF6156}"/>
                </a:ext>
              </a:extLst>
            </p:cNvPr>
            <p:cNvSpPr>
              <a:spLocks/>
            </p:cNvSpPr>
            <p:nvPr/>
          </p:nvSpPr>
          <p:spPr>
            <a:xfrm>
              <a:off x="5273961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97" name="execution guide 0">
              <a:extLst>
                <a:ext uri="{FF2B5EF4-FFF2-40B4-BE49-F238E27FC236}">
                  <a16:creationId xmlns:a16="http://schemas.microsoft.com/office/drawing/2014/main" id="{6AF9DD7E-ED12-5502-0F01-BFF68309A78C}"/>
                </a:ext>
              </a:extLst>
            </p:cNvPr>
            <p:cNvSpPr>
              <a:spLocks/>
            </p:cNvSpPr>
            <p:nvPr/>
          </p:nvSpPr>
          <p:spPr>
            <a:xfrm>
              <a:off x="4733221" y="1022007"/>
              <a:ext cx="0" cy="18540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olid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98" name="execution guide 0">
              <a:extLst>
                <a:ext uri="{FF2B5EF4-FFF2-40B4-BE49-F238E27FC236}">
                  <a16:creationId xmlns:a16="http://schemas.microsoft.com/office/drawing/2014/main" id="{55A2B933-9A01-271A-E47F-D270A5AEBCE4}"/>
                </a:ext>
              </a:extLst>
            </p:cNvPr>
            <p:cNvSpPr>
              <a:spLocks/>
            </p:cNvSpPr>
            <p:nvPr/>
          </p:nvSpPr>
          <p:spPr>
            <a:xfrm>
              <a:off x="4192483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099" name="execution guide 0">
              <a:extLst>
                <a:ext uri="{FF2B5EF4-FFF2-40B4-BE49-F238E27FC236}">
                  <a16:creationId xmlns:a16="http://schemas.microsoft.com/office/drawing/2014/main" id="{C92D5482-C451-24F9-FE82-885687E87DEB}"/>
                </a:ext>
              </a:extLst>
            </p:cNvPr>
            <p:cNvSpPr>
              <a:spLocks/>
            </p:cNvSpPr>
            <p:nvPr/>
          </p:nvSpPr>
          <p:spPr>
            <a:xfrm>
              <a:off x="4462853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00" name="execution guide 0">
              <a:extLst>
                <a:ext uri="{FF2B5EF4-FFF2-40B4-BE49-F238E27FC236}">
                  <a16:creationId xmlns:a16="http://schemas.microsoft.com/office/drawing/2014/main" id="{57074E6C-0FC9-E8E6-379D-8A00C6808FC0}"/>
                </a:ext>
              </a:extLst>
            </p:cNvPr>
            <p:cNvSpPr>
              <a:spLocks/>
            </p:cNvSpPr>
            <p:nvPr/>
          </p:nvSpPr>
          <p:spPr>
            <a:xfrm>
              <a:off x="3381375" y="1022007"/>
              <a:ext cx="0" cy="18540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olid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01" name="execution guide 0">
              <a:extLst>
                <a:ext uri="{FF2B5EF4-FFF2-40B4-BE49-F238E27FC236}">
                  <a16:creationId xmlns:a16="http://schemas.microsoft.com/office/drawing/2014/main" id="{77FF11EA-0DEB-C4C6-E24F-ABCA0D345C28}"/>
                </a:ext>
              </a:extLst>
            </p:cNvPr>
            <p:cNvSpPr>
              <a:spLocks/>
            </p:cNvSpPr>
            <p:nvPr/>
          </p:nvSpPr>
          <p:spPr>
            <a:xfrm>
              <a:off x="3651745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02" name="execution guide 0">
              <a:extLst>
                <a:ext uri="{FF2B5EF4-FFF2-40B4-BE49-F238E27FC236}">
                  <a16:creationId xmlns:a16="http://schemas.microsoft.com/office/drawing/2014/main" id="{60804FE4-7E94-4FA8-EF63-382617DD3686}"/>
                </a:ext>
              </a:extLst>
            </p:cNvPr>
            <p:cNvSpPr>
              <a:spLocks/>
            </p:cNvSpPr>
            <p:nvPr/>
          </p:nvSpPr>
          <p:spPr>
            <a:xfrm>
              <a:off x="3922115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03" name="job 1">
              <a:extLst>
                <a:ext uri="{FF2B5EF4-FFF2-40B4-BE49-F238E27FC236}">
                  <a16:creationId xmlns:a16="http://schemas.microsoft.com/office/drawing/2014/main" id="{EFFA35EA-212C-F21B-F9C0-969099255076}"/>
                </a:ext>
              </a:extLst>
            </p:cNvPr>
            <p:cNvSpPr>
              <a:spLocks/>
            </p:cNvSpPr>
            <p:nvPr/>
          </p:nvSpPr>
          <p:spPr>
            <a:xfrm>
              <a:off x="4734473" y="1422400"/>
              <a:ext cx="1350157" cy="371475"/>
            </a:xfrm>
            <a:prstGeom prst="rect">
              <a:avLst/>
            </a:prstGeom>
            <a:solidFill>
              <a:srgbClr val="E2E2E2"/>
            </a:solidFill>
            <a:ln w="9525">
              <a:solidFill>
                <a:srgbClr val="202020"/>
              </a:solidFill>
            </a:ln>
          </p:spPr>
          <p:txBody>
            <a:bodyPr/>
            <a:lstStyle/>
            <a:p>
              <a:endParaRPr lang="en-US"/>
            </a:p>
          </p:txBody>
        </p:sp>
        <p:sp xmlns:a="http://schemas.openxmlformats.org/drawingml/2006/main">
          <p:nvSpPr>
            <p:cNvPr id="1104" name="job 3">
              <a:extLst>
                <a:ext uri="{FF2B5EF4-FFF2-40B4-BE49-F238E27FC236}">
                  <a16:creationId xmlns:a16="http://schemas.microsoft.com/office/drawing/2014/main" id="{C8B63F49-BEAD-D739-740A-DD894C5DA946}"/>
                </a:ext>
              </a:extLst>
            </p:cNvPr>
            <p:cNvSpPr>
              <a:spLocks/>
            </p:cNvSpPr>
            <p:nvPr/>
          </p:nvSpPr>
          <p:spPr>
            <a:xfrm>
              <a:off x="8788759" y="2413000"/>
              <a:ext cx="1355366" cy="371475"/>
            </a:xfrm>
            <a:prstGeom prst="rect">
              <a:avLst/>
            </a:prstGeom>
            <a:solidFill>
              <a:srgbClr val="E2E2E2"/>
            </a:solidFill>
            <a:ln w="9525">
              <a:solidFill>
                <a:srgbClr val="202020"/>
              </a:solidFill>
            </a:ln>
          </p:spPr>
          <p:txBody>
            <a:bodyPr/>
            <a:lstStyle/>
            <a:p>
              <a:endParaRPr lang="en-US"/>
            </a:p>
          </p:txBody>
        </p:sp>
        <p:sp xmlns:a="http://schemas.openxmlformats.org/drawingml/2006/main">
          <p:nvSpPr>
            <p:cNvPr id="1105" name="Rectangle 769">
              <a:extLst>
                <a:ext uri="{FF2B5EF4-FFF2-40B4-BE49-F238E27FC236}">
                  <a16:creationId xmlns:a16="http://schemas.microsoft.com/office/drawing/2014/main" id="{D1103D20-E786-5F60-6839-0EAB14022BCB}"/>
                </a:ext>
              </a:extLst>
            </p:cNvPr>
            <p:cNvSpPr/>
            <p:nvPr/>
          </p:nvSpPr>
          <p:spPr>
            <a:xfrm flipH="1">
              <a:off x="3376253" y="2412712"/>
              <a:ext cx="1355329" cy="377849"/>
            </a:xfrm>
            <a:prstGeom prst="rect">
              <a:avLst/>
            </a:prstGeom>
            <a:solidFill>
              <a:srgbClr val="E2E2E2"/>
            </a:solidFill>
            <a:ln w="12700" cmpd="sng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rgbClr val="A6A6A6"/>
                </a:solidFill>
              </a:endParaRPr>
            </a:p>
          </p:txBody>
        </p:sp>
        <p:cxnSp xmlns:a="http://schemas.openxmlformats.org/drawingml/2006/main">
          <p:nvCxnSpPr>
            <p:cNvPr id="1106" name="Straight Connector 90">
              <a:extLst>
                <a:ext uri="{FF2B5EF4-FFF2-40B4-BE49-F238E27FC236}">
                  <a16:creationId xmlns:a16="http://schemas.microsoft.com/office/drawing/2014/main" id="{B0354E6B-F2D5-3C7F-6BB3-44FF4563DF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81375" y="1415257"/>
              <a:ext cx="0" cy="381000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 xmlns:a="http://schemas.openxmlformats.org/drawingml/2006/main">
          <p:nvCxnSpPr>
            <p:cNvPr id="1107" name="Straight Connector 90">
              <a:extLst>
                <a:ext uri="{FF2B5EF4-FFF2-40B4-BE49-F238E27FC236}">
                  <a16:creationId xmlns:a16="http://schemas.microsoft.com/office/drawing/2014/main" id="{3A52CC5D-38C9-9C89-E6FE-DB5A3BEBB8D6}"/>
                </a:ext>
              </a:extLst>
            </p:cNvPr>
            <p:cNvCxnSpPr>
              <a:cxnSpLocks/>
            </p:cNvCxnSpPr>
            <p:nvPr/>
          </p:nvCxnSpPr>
          <p:spPr>
            <a:xfrm>
              <a:off x="8513857" y="1426050"/>
              <a:ext cx="3810" cy="384175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 xmlns:a="http://schemas.openxmlformats.org/drawingml/2006/main">
          <p:nvCxnSpPr>
            <p:cNvPr id="1108" name="Straight Connector 90">
              <a:extLst>
                <a:ext uri="{FF2B5EF4-FFF2-40B4-BE49-F238E27FC236}">
                  <a16:creationId xmlns:a16="http://schemas.microsoft.com/office/drawing/2014/main" id="{E47FDB55-6BDE-3FE0-C2BE-E1AD707FD681}"/>
                </a:ext>
              </a:extLst>
            </p:cNvPr>
            <p:cNvCxnSpPr>
              <a:cxnSpLocks/>
            </p:cNvCxnSpPr>
            <p:nvPr/>
          </p:nvCxnSpPr>
          <p:spPr>
            <a:xfrm>
              <a:off x="4731583" y="2408419"/>
              <a:ext cx="3810" cy="384175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 xmlns:a="http://schemas.openxmlformats.org/drawingml/2006/main">
          <p:nvCxnSpPr>
            <p:cNvPr id="1109" name="Straight Connector 90">
              <a:extLst>
                <a:ext uri="{FF2B5EF4-FFF2-40B4-BE49-F238E27FC236}">
                  <a16:creationId xmlns:a16="http://schemas.microsoft.com/office/drawing/2014/main" id="{F4EFF972-16CA-DCCE-7FDE-0E288F6EF3B7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411" y="2420755"/>
              <a:ext cx="3810" cy="384175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110" name="TextBox 36">
                  <a:extLst>
                    <a:ext uri="{FF2B5EF4-FFF2-40B4-BE49-F238E27FC236}">
                      <a16:creationId xmlns:a16="http://schemas.microsoft.com/office/drawing/2014/main" id="{AEA7212E-12B2-8CC0-5A98-E514D6086DCD}"/>
                    </a:ext>
                  </a:extLst>
                </p:cNvPr>
                <p:cNvSpPr txBox="1"/>
                <p:nvPr/>
              </p:nvSpPr>
              <p:spPr>
                <a:xfrm>
                  <a:off x="4599711" y="2879446"/>
                  <a:ext cx="290143" cy="2616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r>
                          <a:rPr lang="ru-RU" sz="17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RU" sz="1700" dirty="0"/>
                </a:p>
              </p:txBody>
            </p:sp>
          </mc:Choice>
          <mc:Fallback xmlns="">
            <p:sp>
              <p:nvSpPr>
                <p:cNvPr id="1110" name="TextBox 36">
                  <a:extLst>
                    <a:ext uri="{FF2B5EF4-FFF2-40B4-BE49-F238E27FC236}">
                      <a16:creationId xmlns:a16="http://schemas.microsoft.com/office/drawing/2014/main" id="{ACAEEBEC-CF3B-4789-5427-7465C87FA4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9711" y="2879446"/>
                  <a:ext cx="290143" cy="261610"/>
                </a:xfrm>
                <a:prstGeom prst="rect">
                  <a:avLst/>
                </a:prstGeom>
                <a:blipFill>
                  <a:blip r:embed="rId117"/>
                  <a:stretch>
                    <a:fillRect l="-19149" r="-14894" b="-6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111" name="TextBox 39">
                  <a:extLst>
                    <a:ext uri="{FF2B5EF4-FFF2-40B4-BE49-F238E27FC236}">
                      <a16:creationId xmlns:a16="http://schemas.microsoft.com/office/drawing/2014/main" id="{B6D69422-F1A4-7BCC-855E-E55B45D5EC58}"/>
                    </a:ext>
                  </a:extLst>
                </p:cNvPr>
                <p:cNvSpPr txBox="1"/>
                <p:nvPr/>
              </p:nvSpPr>
              <p:spPr>
                <a:xfrm>
                  <a:off x="5934082" y="2879446"/>
                  <a:ext cx="290144" cy="2616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r>
                          <a:rPr lang="ru-RU" sz="17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ru-RU" sz="1700" b="0" dirty="0"/>
                </a:p>
              </p:txBody>
            </p:sp>
          </mc:Choice>
          <mc:Fallback xmlns="">
            <p:sp>
              <p:nvSpPr>
                <p:cNvPr id="1111" name="TextBox 39">
                  <a:extLst>
                    <a:ext uri="{FF2B5EF4-FFF2-40B4-BE49-F238E27FC236}">
                      <a16:creationId xmlns:a16="http://schemas.microsoft.com/office/drawing/2014/main" id="{94400385-57AF-2908-7688-654121B779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4082" y="2879446"/>
                  <a:ext cx="290144" cy="261610"/>
                </a:xfrm>
                <a:prstGeom prst="rect">
                  <a:avLst/>
                </a:prstGeom>
                <a:blipFill>
                  <a:blip r:embed="rId118"/>
                  <a:stretch>
                    <a:fillRect l="-16667" r="-14583" b="-6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112" name="TextBox 40">
                  <a:extLst>
                    <a:ext uri="{FF2B5EF4-FFF2-40B4-BE49-F238E27FC236}">
                      <a16:creationId xmlns:a16="http://schemas.microsoft.com/office/drawing/2014/main" id="{9B4BB6B9-B02E-E7BA-DEE8-3BE23DD40599}"/>
                    </a:ext>
                  </a:extLst>
                </p:cNvPr>
                <p:cNvSpPr txBox="1"/>
                <p:nvPr/>
              </p:nvSpPr>
              <p:spPr>
                <a:xfrm>
                  <a:off x="7287604" y="2879446"/>
                  <a:ext cx="290144" cy="2616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r>
                          <a:rPr lang="ru-RU" sz="17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oMath>
                    </m:oMathPara>
                  </a14:m>
                  <a:endParaRPr lang="ru-RU" sz="1700" b="0" dirty="0"/>
                </a:p>
              </p:txBody>
            </p:sp>
          </mc:Choice>
          <mc:Fallback xmlns="">
            <p:sp>
              <p:nvSpPr>
                <p:cNvPr id="1112" name="TextBox 40">
                  <a:extLst>
                    <a:ext uri="{FF2B5EF4-FFF2-40B4-BE49-F238E27FC236}">
                      <a16:creationId xmlns:a16="http://schemas.microsoft.com/office/drawing/2014/main" id="{7DC80501-2AE2-11EA-F91A-0737BE0063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7604" y="2879446"/>
                  <a:ext cx="290144" cy="261610"/>
                </a:xfrm>
                <a:prstGeom prst="rect">
                  <a:avLst/>
                </a:prstGeom>
                <a:blipFill>
                  <a:blip r:embed="rId119"/>
                  <a:stretch>
                    <a:fillRect l="-16667" r="-14583" b="-6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113" name="TextBox 41">
                  <a:extLst>
                    <a:ext uri="{FF2B5EF4-FFF2-40B4-BE49-F238E27FC236}">
                      <a16:creationId xmlns:a16="http://schemas.microsoft.com/office/drawing/2014/main" id="{77FCC2D5-2E8E-7783-5741-D74EF78E88C6}"/>
                    </a:ext>
                  </a:extLst>
                </p:cNvPr>
                <p:cNvSpPr txBox="1"/>
                <p:nvPr/>
              </p:nvSpPr>
              <p:spPr>
                <a:xfrm>
                  <a:off x="8646503" y="2879446"/>
                  <a:ext cx="290144" cy="2616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r>
                          <a:rPr lang="ru-RU" sz="17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oMath>
                    </m:oMathPara>
                  </a14:m>
                  <a:endParaRPr lang="ru-RU" sz="1700" b="0" dirty="0"/>
                </a:p>
              </p:txBody>
            </p:sp>
          </mc:Choice>
          <mc:Fallback xmlns="">
            <p:sp>
              <p:nvSpPr>
                <p:cNvPr id="1113" name="TextBox 41">
                  <a:extLst>
                    <a:ext uri="{FF2B5EF4-FFF2-40B4-BE49-F238E27FC236}">
                      <a16:creationId xmlns:a16="http://schemas.microsoft.com/office/drawing/2014/main" id="{329E8997-939A-E502-A5B1-AEEB0950CE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6503" y="2879446"/>
                  <a:ext cx="290144" cy="261610"/>
                </a:xfrm>
                <a:prstGeom prst="rect">
                  <a:avLst/>
                </a:prstGeom>
                <a:blipFill>
                  <a:blip r:embed="rId120"/>
                  <a:stretch>
                    <a:fillRect l="-16667" r="-14583" b="-6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114" name="TextBox 42">
                  <a:extLst>
                    <a:ext uri="{FF2B5EF4-FFF2-40B4-BE49-F238E27FC236}">
                      <a16:creationId xmlns:a16="http://schemas.microsoft.com/office/drawing/2014/main" id="{8F36F3DC-181A-3708-F64F-E54BE2B3AACA}"/>
                    </a:ext>
                  </a:extLst>
                </p:cNvPr>
                <p:cNvSpPr txBox="1"/>
                <p:nvPr/>
              </p:nvSpPr>
              <p:spPr>
                <a:xfrm>
                  <a:off x="10005402" y="2879446"/>
                  <a:ext cx="290144" cy="2616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r>
                          <a:rPr lang="ru-RU" sz="1700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ru-RU" sz="17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ru-RU" sz="1700" b="0" dirty="0"/>
                </a:p>
              </p:txBody>
            </p:sp>
          </mc:Choice>
          <mc:Fallback xmlns="">
            <p:sp>
              <p:nvSpPr>
                <p:cNvPr id="1114" name="TextBox 42">
                  <a:extLst>
                    <a:ext uri="{FF2B5EF4-FFF2-40B4-BE49-F238E27FC236}">
                      <a16:creationId xmlns:a16="http://schemas.microsoft.com/office/drawing/2014/main" id="{D9115DD0-D1B8-97C8-834E-9F7C0C92B1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5402" y="2879446"/>
                  <a:ext cx="290144" cy="261610"/>
                </a:xfrm>
                <a:prstGeom prst="rect">
                  <a:avLst/>
                </a:prstGeom>
                <a:blipFill>
                  <a:blip r:embed="rId121"/>
                  <a:stretch>
                    <a:fillRect l="-18750" r="-14583" b="-6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115" name="TextBox 43">
                  <a:extLst>
                    <a:ext uri="{FF2B5EF4-FFF2-40B4-BE49-F238E27FC236}">
                      <a16:creationId xmlns:a16="http://schemas.microsoft.com/office/drawing/2014/main" id="{34C2AE14-CB17-473B-92F4-E7DA8A842B38}"/>
                    </a:ext>
                  </a:extLst>
                </p:cNvPr>
                <p:cNvSpPr txBox="1"/>
                <p:nvPr/>
              </p:nvSpPr>
              <p:spPr>
                <a:xfrm>
                  <a:off x="3296416" y="2879446"/>
                  <a:ext cx="169918" cy="2616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r>
                          <a:rPr lang="ru-RU" sz="17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RU" sz="1700" dirty="0"/>
                </a:p>
              </p:txBody>
            </p:sp>
          </mc:Choice>
          <mc:Fallback xmlns="">
            <p:sp>
              <p:nvSpPr>
                <p:cNvPr id="1115" name="TextBox 43">
                  <a:extLst>
                    <a:ext uri="{FF2B5EF4-FFF2-40B4-BE49-F238E27FC236}">
                      <a16:creationId xmlns:a16="http://schemas.microsoft.com/office/drawing/2014/main" id="{7213FF57-F9CA-FCB5-16F3-AC24720163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6416" y="2879446"/>
                  <a:ext cx="169918" cy="261610"/>
                </a:xfrm>
                <a:prstGeom prst="rect">
                  <a:avLst/>
                </a:prstGeom>
                <a:blipFill>
                  <a:blip r:embed="rId122"/>
                  <a:stretch>
                    <a:fillRect l="-32143" r="-25000" b="-6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 xmlns:a="http://schemas.openxmlformats.org/drawingml/2006/main">
          <p:nvSpPr>
            <p:cNvPr id="1116" name="Rectangle 769">
              <a:extLst>
                <a:ext uri="{FF2B5EF4-FFF2-40B4-BE49-F238E27FC236}">
                  <a16:creationId xmlns:a16="http://schemas.microsoft.com/office/drawing/2014/main" id="{2F4C7D6D-85B3-B2C1-0DEB-1C4715182542}"/>
                </a:ext>
              </a:extLst>
            </p:cNvPr>
            <p:cNvSpPr/>
            <p:nvPr/>
          </p:nvSpPr>
          <p:spPr>
            <a:xfrm flipH="1">
              <a:off x="6085064" y="2414542"/>
              <a:ext cx="1344539" cy="377849"/>
            </a:xfrm>
            <a:prstGeom prst="rect">
              <a:avLst/>
            </a:prstGeom>
            <a:solidFill>
              <a:srgbClr val="E2E2E2"/>
            </a:solidFill>
            <a:ln w="12700" cmpd="sng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rgbClr val="A6A6A6"/>
                </a:solidFill>
              </a:endParaRPr>
            </a:p>
          </p:txBody>
        </p:sp>
        <p:cxnSp xmlns:a="http://schemas.openxmlformats.org/drawingml/2006/main">
          <p:nvCxnSpPr>
            <p:cNvPr id="1117" name="Straight Connector 90">
              <a:extLst>
                <a:ext uri="{FF2B5EF4-FFF2-40B4-BE49-F238E27FC236}">
                  <a16:creationId xmlns:a16="http://schemas.microsoft.com/office/drawing/2014/main" id="{D8312338-0CAB-6E1C-39C5-436D4A35DD37}"/>
                </a:ext>
              </a:extLst>
            </p:cNvPr>
            <p:cNvCxnSpPr>
              <a:cxnSpLocks/>
            </p:cNvCxnSpPr>
            <p:nvPr/>
          </p:nvCxnSpPr>
          <p:spPr>
            <a:xfrm>
              <a:off x="7429605" y="2410249"/>
              <a:ext cx="3810" cy="384175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 xmlns:a="http://schemas.openxmlformats.org/drawingml/2006/main">
          <p:nvCxnSpPr>
            <p:cNvPr id="1118" name="Straight Connector 90">
              <a:extLst>
                <a:ext uri="{FF2B5EF4-FFF2-40B4-BE49-F238E27FC236}">
                  <a16:creationId xmlns:a16="http://schemas.microsoft.com/office/drawing/2014/main" id="{EDCD7558-56A3-B921-927E-4A43C015FB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78994" y="2413000"/>
              <a:ext cx="0" cy="381000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 xmlns:a="http://schemas.openxmlformats.org/drawingml/2006/main">
          <p:nvSpPr>
            <p:cNvPr id="1119" name="execution time symbol">
              <a:extLst>
                <a:ext uri="{FF2B5EF4-FFF2-40B4-BE49-F238E27FC236}">
                  <a16:creationId xmlns:a16="http://schemas.microsoft.com/office/drawing/2014/main" id="{CC00AB5E-2F08-AE8C-34A6-DF123C4C5EB7}"/>
                </a:ext>
              </a:extLst>
            </p:cNvPr>
            <p:cNvSpPr>
              <a:spLocks/>
            </p:cNvSpPr>
            <p:nvPr/>
          </p:nvSpPr>
          <p:spPr>
            <a:xfrm>
              <a:off x="10328275" y="2856644"/>
              <a:ext cx="285750" cy="2857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>
                <a:defRPr sz="1725" b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400" b="1" dirty="0">
                  <a:solidFill>
                    <a:srgbClr val="20202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/>
                </a:rPr>
                <a:t>t</a:t>
              </a:r>
            </a:p>
          </p:txBody>
        </p:sp>
        <p:grpSp xmlns:a="http://schemas.openxmlformats.org/drawingml/2006/main">
          <p:nvGrpSpPr>
            <p:cNvPr id="1120" name="Group 230">
              <a:extLst>
                <a:ext uri="{FF2B5EF4-FFF2-40B4-BE49-F238E27FC236}">
                  <a16:creationId xmlns:a16="http://schemas.microsoft.com/office/drawing/2014/main" id="{081C3C8B-49AE-3235-2330-8F372EC37C5E}"/>
                </a:ext>
              </a:extLst>
            </p:cNvPr>
            <p:cNvGrpSpPr/>
            <p:nvPr/>
          </p:nvGrpSpPr>
          <p:grpSpPr>
            <a:xfrm>
              <a:off x="10098693" y="1419224"/>
              <a:ext cx="90602" cy="371019"/>
              <a:chOff x="3509152" y="253612"/>
              <a:chExt cx="45719" cy="296189"/>
            </a:xfrm>
          </p:grpSpPr>
          <p:sp>
            <p:nvSpPr>
              <p:cNvPr id="1121" name="Rectangle 231">
                <a:extLst>
                  <a:ext uri="{FF2B5EF4-FFF2-40B4-BE49-F238E27FC236}">
                    <a16:creationId xmlns:a16="http://schemas.microsoft.com/office/drawing/2014/main" id="{5353DF0E-799A-A260-45E4-E50E3F620515}"/>
                  </a:ext>
                </a:extLst>
              </p:cNvPr>
              <p:cNvSpPr/>
              <p:nvPr/>
            </p:nvSpPr>
            <p:spPr>
              <a:xfrm flipH="1">
                <a:off x="3509152" y="253612"/>
                <a:ext cx="45719" cy="289752"/>
              </a:xfrm>
              <a:prstGeom prst="rect">
                <a:avLst/>
              </a:prstGeom>
              <a:solidFill>
                <a:schemeClr val="bg1"/>
              </a:solidFill>
              <a:ln w="12700" cmpd="sng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1122" name="Straight Connector 232">
                <a:extLst>
                  <a:ext uri="{FF2B5EF4-FFF2-40B4-BE49-F238E27FC236}">
                    <a16:creationId xmlns:a16="http://schemas.microsoft.com/office/drawing/2014/main" id="{650CC661-8D71-8B1E-EDCF-B6F52CD0FB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32011" y="253612"/>
                <a:ext cx="0" cy="296189"/>
              </a:xfrm>
              <a:prstGeom prst="line">
                <a:avLst/>
              </a:prstGeom>
              <a:ln w="22860" cmpd="sng">
                <a:solidFill>
                  <a:schemeClr val="tx1"/>
                </a:solidFill>
                <a:prstDash val="dashDot"/>
                <a:headEnd type="none" w="med" len="lg"/>
                <a:tailEnd type="none" w="med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 xmlns:a="http://schemas.openxmlformats.org/drawingml/2006/main">
          <p:nvSpPr>
            <p:cNvPr id="1123" name="Rectangle 231">
              <a:extLst>
                <a:ext uri="{FF2B5EF4-FFF2-40B4-BE49-F238E27FC236}">
                  <a16:creationId xmlns:a16="http://schemas.microsoft.com/office/drawing/2014/main" id="{05D0C6EB-E0C9-ABDB-3528-BC7F92705405}"/>
                </a:ext>
              </a:extLst>
            </p:cNvPr>
            <p:cNvSpPr/>
            <p:nvPr/>
          </p:nvSpPr>
          <p:spPr>
            <a:xfrm flipH="1">
              <a:off x="6072187" y="1417966"/>
              <a:ext cx="78916" cy="362956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 xmlns:a="http://schemas.openxmlformats.org/drawingml/2006/main">
          <p:nvCxnSpPr>
            <p:cNvPr id="1124" name="Straight Connector 232">
              <a:extLst>
                <a:ext uri="{FF2B5EF4-FFF2-40B4-BE49-F238E27FC236}">
                  <a16:creationId xmlns:a16="http://schemas.microsoft.com/office/drawing/2014/main" id="{445AC491-4ED2-B6A2-5614-C59CC4887F7D}"/>
                </a:ext>
              </a:extLst>
            </p:cNvPr>
            <p:cNvCxnSpPr>
              <a:cxnSpLocks/>
            </p:cNvCxnSpPr>
            <p:nvPr/>
          </p:nvCxnSpPr>
          <p:spPr>
            <a:xfrm>
              <a:off x="6084633" y="1422400"/>
              <a:ext cx="0" cy="371019"/>
            </a:xfrm>
            <a:prstGeom prst="line">
              <a:avLst/>
            </a:prstGeom>
            <a:noFill/>
            <a:ln w="22860" cmpd="sng">
              <a:solidFill>
                <a:schemeClr val="tx1">
                  <a:lumMod val="85000"/>
                  <a:lumOff val="15000"/>
                </a:schemeClr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 xmlns:a="http://schemas.openxmlformats.org/drawingml/2006/main">
          <p:nvSpPr>
            <p:cNvPr id="1125" name="Rectangle 231">
              <a:extLst>
                <a:ext uri="{FF2B5EF4-FFF2-40B4-BE49-F238E27FC236}">
                  <a16:creationId xmlns:a16="http://schemas.microsoft.com/office/drawing/2014/main" id="{71CD2ECF-DE9F-A4A3-B2DC-F410139BBBF0}"/>
                </a:ext>
              </a:extLst>
            </p:cNvPr>
            <p:cNvSpPr/>
            <p:nvPr/>
          </p:nvSpPr>
          <p:spPr>
            <a:xfrm flipH="1">
              <a:off x="8707560" y="2415741"/>
              <a:ext cx="90602" cy="362956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 xmlns:a="http://schemas.openxmlformats.org/drawingml/2006/main">
          <p:nvCxnSpPr>
            <p:cNvPr id="1126" name="Straight Connector 90">
              <a:extLst>
                <a:ext uri="{FF2B5EF4-FFF2-40B4-BE49-F238E27FC236}">
                  <a16:creationId xmlns:a16="http://schemas.microsoft.com/office/drawing/2014/main" id="{99615162-8692-DEA6-A7E0-4381C7C73E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88759" y="2406646"/>
              <a:ext cx="0" cy="381000"/>
            </a:xfrm>
            <a:prstGeom prst="line">
              <a:avLst/>
            </a:prstGeom>
            <a:ln w="22860" cmpd="sng">
              <a:solidFill>
                <a:schemeClr val="tx1"/>
              </a:solidFill>
              <a:prstDash val="dashDot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 xmlns:a="http://schemas.openxmlformats.org/drawingml/2006/main">
          <p:nvSpPr>
            <p:cNvPr id="1127" name="Rectangle 231">
              <a:extLst>
                <a:ext uri="{FF2B5EF4-FFF2-40B4-BE49-F238E27FC236}">
                  <a16:creationId xmlns:a16="http://schemas.microsoft.com/office/drawing/2014/main" id="{FCCB4CD3-D619-69A2-C330-F6FDA6317A59}"/>
                </a:ext>
              </a:extLst>
            </p:cNvPr>
            <p:cNvSpPr/>
            <p:nvPr/>
          </p:nvSpPr>
          <p:spPr>
            <a:xfrm flipH="1">
              <a:off x="6001775" y="2416832"/>
              <a:ext cx="90602" cy="362956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 xmlns:a="http://schemas.openxmlformats.org/drawingml/2006/main">
          <p:nvCxnSpPr>
            <p:cNvPr id="1128" name="Straight Connector 90">
              <a:extLst>
                <a:ext uri="{FF2B5EF4-FFF2-40B4-BE49-F238E27FC236}">
                  <a16:creationId xmlns:a16="http://schemas.microsoft.com/office/drawing/2014/main" id="{75F35FA6-A99F-31B4-5FEE-3AA6FEF57C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82974" y="2407737"/>
              <a:ext cx="0" cy="381000"/>
            </a:xfrm>
            <a:prstGeom prst="line">
              <a:avLst/>
            </a:prstGeom>
            <a:ln w="22860" cmpd="sng">
              <a:solidFill>
                <a:schemeClr val="tx1"/>
              </a:solidFill>
              <a:prstDash val="dashDot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 xmlns:a="http://schemas.openxmlformats.org/drawingml/2006/main">
          <p:nvCxnSpPr>
            <p:cNvPr id="1129" name="Straight Arrow Connector 616">
              <a:extLst>
                <a:ext uri="{FF2B5EF4-FFF2-40B4-BE49-F238E27FC236}">
                  <a16:creationId xmlns:a16="http://schemas.microsoft.com/office/drawing/2014/main" id="{F84B1B0B-D60D-EA03-EE23-CA99F6AD07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1375" y="2783619"/>
              <a:ext cx="7127875" cy="103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130" name="TextBox 5">
                  <a:extLst>
                    <a:ext uri="{FF2B5EF4-FFF2-40B4-BE49-F238E27FC236}">
                      <a16:creationId xmlns:a16="http://schemas.microsoft.com/office/drawing/2014/main" id="{9BB9AEBA-F3D5-8F9C-BEDE-B02FFF48B6ED}"/>
                    </a:ext>
                  </a:extLst>
                </p:cNvPr>
                <p:cNvSpPr txBox="1"/>
                <p:nvPr/>
              </p:nvSpPr>
              <p:spPr>
                <a:xfrm>
                  <a:off x="3329516" y="1122265"/>
                  <a:ext cx="348685" cy="27315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RU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RU" sz="1700" dirty="0"/>
                </a:p>
              </p:txBody>
            </p:sp>
          </mc:Choice>
          <mc:Fallback xmlns="">
            <p:sp>
              <p:nvSpPr>
                <p:cNvPr id="1130" name="TextBox 5">
                  <a:extLst>
                    <a:ext uri="{FF2B5EF4-FFF2-40B4-BE49-F238E27FC236}">
                      <a16:creationId xmlns:a16="http://schemas.microsoft.com/office/drawing/2014/main" id="{9BB9AEBA-F3D5-8F9C-BEDE-B02FFF48B6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9516" y="1122265"/>
                  <a:ext cx="348685" cy="273152"/>
                </a:xfrm>
                <a:prstGeom prst="rect">
                  <a:avLst/>
                </a:prstGeom>
                <a:blipFill>
                  <a:blip r:embed="rId123"/>
                  <a:stretch>
                    <a:fillRect l="-8772" r="-5263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131" name="TextBox 10">
                  <a:extLst>
                    <a:ext uri="{FF2B5EF4-FFF2-40B4-BE49-F238E27FC236}">
                      <a16:creationId xmlns:a16="http://schemas.microsoft.com/office/drawing/2014/main" id="{27BB643F-2FF7-9F93-39BF-C7E20E07A0B4}"/>
                    </a:ext>
                  </a:extLst>
                </p:cNvPr>
                <p:cNvSpPr txBox="1"/>
                <p:nvPr/>
              </p:nvSpPr>
              <p:spPr>
                <a:xfrm>
                  <a:off x="3344896" y="2130617"/>
                  <a:ext cx="353750" cy="27315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RU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RU" sz="1700" dirty="0"/>
                </a:p>
              </p:txBody>
            </p:sp>
          </mc:Choice>
          <mc:Fallback xmlns="">
            <p:sp>
              <p:nvSpPr>
                <p:cNvPr id="1131" name="TextBox 10">
                  <a:extLst>
                    <a:ext uri="{FF2B5EF4-FFF2-40B4-BE49-F238E27FC236}">
                      <a16:creationId xmlns:a16="http://schemas.microsoft.com/office/drawing/2014/main" id="{27BB643F-2FF7-9F93-39BF-C7E20E07A0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4896" y="2130617"/>
                  <a:ext cx="353750" cy="273152"/>
                </a:xfrm>
                <a:prstGeom prst="rect">
                  <a:avLst/>
                </a:prstGeom>
                <a:blipFill>
                  <a:blip r:embed="rId124"/>
                  <a:stretch>
                    <a:fillRect l="-8621" r="-3448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132" name="TextBox 13">
                  <a:extLst>
                    <a:ext uri="{FF2B5EF4-FFF2-40B4-BE49-F238E27FC236}">
                      <a16:creationId xmlns:a16="http://schemas.microsoft.com/office/drawing/2014/main" id="{49BC095E-D5BE-C513-18E2-772159E63DEB}"/>
                    </a:ext>
                  </a:extLst>
                </p:cNvPr>
                <p:cNvSpPr txBox="1"/>
                <p:nvPr/>
              </p:nvSpPr>
              <p:spPr>
                <a:xfrm>
                  <a:off x="8738155" y="2106146"/>
                  <a:ext cx="353750" cy="27315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RU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RU" sz="1700" dirty="0"/>
                </a:p>
              </p:txBody>
            </p:sp>
          </mc:Choice>
          <mc:Fallback xmlns="">
            <p:sp>
              <p:nvSpPr>
                <p:cNvPr id="1132" name="TextBox 13">
                  <a:extLst>
                    <a:ext uri="{FF2B5EF4-FFF2-40B4-BE49-F238E27FC236}">
                      <a16:creationId xmlns:a16="http://schemas.microsoft.com/office/drawing/2014/main" id="{49BC095E-D5BE-C513-18E2-772159E63D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8155" y="2106146"/>
                  <a:ext cx="353750" cy="273152"/>
                </a:xfrm>
                <a:prstGeom prst="rect">
                  <a:avLst/>
                </a:prstGeom>
                <a:blipFill>
                  <a:blip r:embed="rId125"/>
                  <a:stretch>
                    <a:fillRect l="-8621" r="-5172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133" name="TextBox 20">
                  <a:extLst>
                    <a:ext uri="{FF2B5EF4-FFF2-40B4-BE49-F238E27FC236}">
                      <a16:creationId xmlns:a16="http://schemas.microsoft.com/office/drawing/2014/main" id="{9C6DE0FB-31D6-AD34-DDB1-89D8811746E6}"/>
                    </a:ext>
                  </a:extLst>
                </p:cNvPr>
                <p:cNvSpPr txBox="1"/>
                <p:nvPr/>
              </p:nvSpPr>
              <p:spPr>
                <a:xfrm>
                  <a:off x="6034463" y="2126220"/>
                  <a:ext cx="353751" cy="27315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RU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RU" sz="1700" dirty="0"/>
                </a:p>
              </p:txBody>
            </p:sp>
          </mc:Choice>
          <mc:Fallback xmlns="">
            <p:sp>
              <p:nvSpPr>
                <p:cNvPr id="1133" name="TextBox 20">
                  <a:extLst>
                    <a:ext uri="{FF2B5EF4-FFF2-40B4-BE49-F238E27FC236}">
                      <a16:creationId xmlns:a16="http://schemas.microsoft.com/office/drawing/2014/main" id="{9C6DE0FB-31D6-AD34-DDB1-89D8811746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4463" y="2126220"/>
                  <a:ext cx="353751" cy="273152"/>
                </a:xfrm>
                <a:prstGeom prst="rect">
                  <a:avLst/>
                </a:prstGeom>
                <a:blipFill>
                  <a:blip r:embed="rId126"/>
                  <a:stretch>
                    <a:fillRect l="-8621" r="-3448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12" name="Schedule panel 3"/>
          <p:cNvGrpSpPr/>
          <p:nvPr/>
        </p:nvGrpSpPr>
        <p:grpSpPr>
          <ns1:xfrm xmlns:ns1="http://schemas.openxmlformats.org/drawingml/2006/main">
            <ns1:off x="571500" y="8801100"/>
            <ns1:ext cx="11049000" cy="2997595"/>
            <ns1:chOff x="2774918" y="1015651"/>
            <ns1:chExt cx="7839075" cy="2126742"/>
          </ns1:xfrm>
        </p:grpSpPr>
        <p:sp xmlns:a="http://schemas.openxmlformats.org/drawingml/2006/main">
          <p:nvSpPr>
            <p:cNvPr id="1135" name="execution guide 0">
              <a:extLst>
                <a:ext uri="{FF2B5EF4-FFF2-40B4-BE49-F238E27FC236}">
                  <a16:creationId xmlns:a16="http://schemas.microsoft.com/office/drawing/2014/main" id="{106BFB81-638C-04D9-598D-AA1894E37295}"/>
                </a:ext>
              </a:extLst>
            </p:cNvPr>
            <p:cNvSpPr>
              <a:spLocks/>
            </p:cNvSpPr>
            <p:nvPr/>
          </p:nvSpPr>
          <p:spPr>
            <a:xfrm flipH="1" flipV="1">
              <a:off x="2774925" y="2413420"/>
              <a:ext cx="7365681" cy="4642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36" name="execution guide 0">
              <a:extLst>
                <a:ext uri="{FF2B5EF4-FFF2-40B4-BE49-F238E27FC236}">
                  <a16:creationId xmlns:a16="http://schemas.microsoft.com/office/drawing/2014/main" id="{9868D52C-DBED-C4DA-9767-89CF8029725F}"/>
                </a:ext>
              </a:extLst>
            </p:cNvPr>
            <p:cNvSpPr>
              <a:spLocks/>
            </p:cNvSpPr>
            <p:nvPr/>
          </p:nvSpPr>
          <p:spPr>
            <a:xfrm>
              <a:off x="9059129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37" name="execution guide 0">
              <a:extLst>
                <a:ext uri="{FF2B5EF4-FFF2-40B4-BE49-F238E27FC236}">
                  <a16:creationId xmlns:a16="http://schemas.microsoft.com/office/drawing/2014/main" id="{1ED02C02-3587-AFDF-5799-BFCF02737B20}"/>
                </a:ext>
              </a:extLst>
            </p:cNvPr>
            <p:cNvSpPr>
              <a:spLocks/>
            </p:cNvSpPr>
            <p:nvPr/>
          </p:nvSpPr>
          <p:spPr>
            <a:xfrm>
              <a:off x="9329499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38" name="execution guide 0">
              <a:extLst>
                <a:ext uri="{FF2B5EF4-FFF2-40B4-BE49-F238E27FC236}">
                  <a16:creationId xmlns:a16="http://schemas.microsoft.com/office/drawing/2014/main" id="{0219FFDD-CEF7-4D4A-CDD1-2107ADEEF3E8}"/>
                </a:ext>
              </a:extLst>
            </p:cNvPr>
            <p:cNvSpPr>
              <a:spLocks/>
            </p:cNvSpPr>
            <p:nvPr/>
          </p:nvSpPr>
          <p:spPr>
            <a:xfrm>
              <a:off x="9599867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39" name="execution guide 0">
              <a:extLst>
                <a:ext uri="{FF2B5EF4-FFF2-40B4-BE49-F238E27FC236}">
                  <a16:creationId xmlns:a16="http://schemas.microsoft.com/office/drawing/2014/main" id="{C74423A3-A649-D00A-B57D-0531CABFD9F3}"/>
                </a:ext>
              </a:extLst>
            </p:cNvPr>
            <p:cNvSpPr>
              <a:spLocks/>
            </p:cNvSpPr>
            <p:nvPr/>
          </p:nvSpPr>
          <p:spPr>
            <a:xfrm>
              <a:off x="9870237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40" name="Rectangle 769">
              <a:extLst>
                <a:ext uri="{FF2B5EF4-FFF2-40B4-BE49-F238E27FC236}">
                  <a16:creationId xmlns:a16="http://schemas.microsoft.com/office/drawing/2014/main" id="{DFC79B62-5135-1977-ED42-94E952EB7238}"/>
                </a:ext>
              </a:extLst>
            </p:cNvPr>
            <p:cNvSpPr/>
            <p:nvPr/>
          </p:nvSpPr>
          <p:spPr>
            <a:xfrm flipH="1">
              <a:off x="9326193" y="2408257"/>
              <a:ext cx="550395" cy="378738"/>
            </a:xfrm>
            <a:prstGeom prst="rect">
              <a:avLst/>
            </a:prstGeom>
            <a:solidFill>
              <a:srgbClr val="E2E2E2"/>
            </a:solidFill>
            <a:ln w="12700" cmpd="sng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rgbClr val="A6A6A6"/>
                </a:solidFill>
              </a:endParaRPr>
            </a:p>
          </p:txBody>
        </p:sp>
        <p:sp xmlns:a="http://schemas.openxmlformats.org/drawingml/2006/main">
          <p:nvSpPr>
            <p:cNvPr id="1141" name="Rectangle 769">
              <a:extLst>
                <a:ext uri="{FF2B5EF4-FFF2-40B4-BE49-F238E27FC236}">
                  <a16:creationId xmlns:a16="http://schemas.microsoft.com/office/drawing/2014/main" id="{072A83E6-A5D4-D03D-7CDF-9D2A0EF415AD}"/>
                </a:ext>
              </a:extLst>
            </p:cNvPr>
            <p:cNvSpPr/>
            <p:nvPr/>
          </p:nvSpPr>
          <p:spPr>
            <a:xfrm flipH="1">
              <a:off x="9875418" y="2407914"/>
              <a:ext cx="265087" cy="377849"/>
            </a:xfrm>
            <a:prstGeom prst="rect">
              <a:avLst/>
            </a:prstGeom>
            <a:solidFill>
              <a:srgbClr val="E2E2E2"/>
            </a:solidFill>
            <a:ln w="12700" cmpd="sng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rgbClr val="A6A6A6"/>
                </a:solidFill>
              </a:endParaRPr>
            </a:p>
          </p:txBody>
        </p:sp>
        <p:sp xmlns:a="http://schemas.openxmlformats.org/drawingml/2006/main">
          <p:nvSpPr>
            <p:cNvPr id="1142" name="Rectangle 769">
              <a:extLst>
                <a:ext uri="{FF2B5EF4-FFF2-40B4-BE49-F238E27FC236}">
                  <a16:creationId xmlns:a16="http://schemas.microsoft.com/office/drawing/2014/main" id="{E2ABD34B-6FA2-6828-41E7-83E8CBC7C8CA}"/>
                </a:ext>
              </a:extLst>
            </p:cNvPr>
            <p:cNvSpPr/>
            <p:nvPr/>
          </p:nvSpPr>
          <p:spPr>
            <a:xfrm flipH="1">
              <a:off x="8792065" y="2408437"/>
              <a:ext cx="537021" cy="377849"/>
            </a:xfrm>
            <a:prstGeom prst="rect">
              <a:avLst/>
            </a:prstGeom>
            <a:solidFill>
              <a:srgbClr val="E2E2E2"/>
            </a:solidFill>
            <a:ln w="12700" cmpd="sng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rgbClr val="A6A6A6"/>
                </a:solidFill>
              </a:endParaRPr>
            </a:p>
          </p:txBody>
        </p:sp>
        <p:sp xmlns:a="http://schemas.openxmlformats.org/drawingml/2006/main">
          <p:nvSpPr>
            <p:cNvPr id="1143" name="execution guide 0">
              <a:extLst>
                <a:ext uri="{FF2B5EF4-FFF2-40B4-BE49-F238E27FC236}">
                  <a16:creationId xmlns:a16="http://schemas.microsoft.com/office/drawing/2014/main" id="{682784D6-B630-7C18-05A0-3723C50DBC3B}"/>
                </a:ext>
              </a:extLst>
            </p:cNvPr>
            <p:cNvSpPr>
              <a:spLocks/>
            </p:cNvSpPr>
            <p:nvPr/>
          </p:nvSpPr>
          <p:spPr>
            <a:xfrm flipH="1">
              <a:off x="2774926" y="2787646"/>
              <a:ext cx="7450398" cy="3309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44" name="execution guide 0">
              <a:extLst>
                <a:ext uri="{FF2B5EF4-FFF2-40B4-BE49-F238E27FC236}">
                  <a16:creationId xmlns:a16="http://schemas.microsoft.com/office/drawing/2014/main" id="{6AB6663A-1D53-AC22-724F-BA97F9AE85EE}"/>
                </a:ext>
              </a:extLst>
            </p:cNvPr>
            <p:cNvSpPr>
              <a:spLocks/>
            </p:cNvSpPr>
            <p:nvPr/>
          </p:nvSpPr>
          <p:spPr>
            <a:xfrm flipH="1">
              <a:off x="2774926" y="1787550"/>
              <a:ext cx="7362824" cy="9471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45" name="execution guide 0">
              <a:extLst>
                <a:ext uri="{FF2B5EF4-FFF2-40B4-BE49-F238E27FC236}">
                  <a16:creationId xmlns:a16="http://schemas.microsoft.com/office/drawing/2014/main" id="{BB745983-9C22-4C57-C205-62532D59FB30}"/>
                </a:ext>
              </a:extLst>
            </p:cNvPr>
            <p:cNvSpPr>
              <a:spLocks/>
            </p:cNvSpPr>
            <p:nvPr/>
          </p:nvSpPr>
          <p:spPr>
            <a:xfrm flipH="1">
              <a:off x="2774926" y="1421184"/>
              <a:ext cx="7362165" cy="3597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46" name="execution guide 0">
              <a:extLst>
                <a:ext uri="{FF2B5EF4-FFF2-40B4-BE49-F238E27FC236}">
                  <a16:creationId xmlns:a16="http://schemas.microsoft.com/office/drawing/2014/main" id="{4C8D5F3D-6B62-DF19-BA64-C5DF53CD126E}"/>
                </a:ext>
              </a:extLst>
            </p:cNvPr>
            <p:cNvSpPr>
              <a:spLocks/>
            </p:cNvSpPr>
            <p:nvPr/>
          </p:nvSpPr>
          <p:spPr>
            <a:xfrm>
              <a:off x="8518391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47" name="job 1">
              <a:extLst>
                <a:ext uri="{FF2B5EF4-FFF2-40B4-BE49-F238E27FC236}">
                  <a16:creationId xmlns:a16="http://schemas.microsoft.com/office/drawing/2014/main" id="{5F8BBCE7-E382-835C-2DC0-2791FC504885}"/>
                </a:ext>
              </a:extLst>
            </p:cNvPr>
            <p:cNvSpPr>
              <a:spLocks/>
            </p:cNvSpPr>
            <p:nvPr/>
          </p:nvSpPr>
          <p:spPr>
            <a:xfrm>
              <a:off x="8250879" y="1422758"/>
              <a:ext cx="270817" cy="371475"/>
            </a:xfrm>
            <a:prstGeom prst="rect">
              <a:avLst/>
            </a:prstGeom>
            <a:solidFill>
              <a:srgbClr val="E2E2E2"/>
            </a:solidFill>
            <a:ln w="9525">
              <a:solidFill>
                <a:srgbClr val="202020"/>
              </a:solidFill>
            </a:ln>
          </p:spPr>
          <p:txBody>
            <a:bodyPr/>
            <a:lstStyle/>
            <a:p>
              <a:endParaRPr lang="en-US"/>
            </a:p>
          </p:txBody>
        </p:sp>
        <p:sp xmlns:a="http://schemas.openxmlformats.org/drawingml/2006/main">
          <p:nvSpPr>
            <p:cNvPr id="1148" name="execution guide 0">
              <a:extLst>
                <a:ext uri="{FF2B5EF4-FFF2-40B4-BE49-F238E27FC236}">
                  <a16:creationId xmlns:a16="http://schemas.microsoft.com/office/drawing/2014/main" id="{01566602-3B9D-4396-30B3-DDA7EA51A016}"/>
                </a:ext>
              </a:extLst>
            </p:cNvPr>
            <p:cNvSpPr>
              <a:spLocks/>
            </p:cNvSpPr>
            <p:nvPr/>
          </p:nvSpPr>
          <p:spPr>
            <a:xfrm>
              <a:off x="7707283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49" name="execution guide 0">
              <a:extLst>
                <a:ext uri="{FF2B5EF4-FFF2-40B4-BE49-F238E27FC236}">
                  <a16:creationId xmlns:a16="http://schemas.microsoft.com/office/drawing/2014/main" id="{82703240-3D32-9EED-8190-0F42F07390A2}"/>
                </a:ext>
              </a:extLst>
            </p:cNvPr>
            <p:cNvSpPr>
              <a:spLocks/>
            </p:cNvSpPr>
            <p:nvPr/>
          </p:nvSpPr>
          <p:spPr>
            <a:xfrm>
              <a:off x="7166545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50" name="Rectangle 769">
              <a:extLst>
                <a:ext uri="{FF2B5EF4-FFF2-40B4-BE49-F238E27FC236}">
                  <a16:creationId xmlns:a16="http://schemas.microsoft.com/office/drawing/2014/main" id="{280A7349-462B-B329-F94E-40935710CC36}"/>
                </a:ext>
              </a:extLst>
            </p:cNvPr>
            <p:cNvSpPr/>
            <p:nvPr/>
          </p:nvSpPr>
          <p:spPr>
            <a:xfrm flipH="1">
              <a:off x="6896193" y="2409128"/>
              <a:ext cx="530827" cy="377849"/>
            </a:xfrm>
            <a:prstGeom prst="rect">
              <a:avLst/>
            </a:prstGeom>
            <a:solidFill>
              <a:srgbClr val="E2E2E2"/>
            </a:solidFill>
            <a:ln w="12700" cmpd="sng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rgbClr val="A6A6A6"/>
                </a:solidFill>
              </a:endParaRPr>
            </a:p>
          </p:txBody>
        </p:sp>
        <p:sp xmlns:a="http://schemas.openxmlformats.org/drawingml/2006/main">
          <p:nvSpPr>
            <p:cNvPr id="1151" name="Rectangle 769">
              <a:extLst>
                <a:ext uri="{FF2B5EF4-FFF2-40B4-BE49-F238E27FC236}">
                  <a16:creationId xmlns:a16="http://schemas.microsoft.com/office/drawing/2014/main" id="{ECDF208F-1FD8-FEAD-6A31-99C3A0AA83A4}"/>
                </a:ext>
              </a:extLst>
            </p:cNvPr>
            <p:cNvSpPr/>
            <p:nvPr/>
          </p:nvSpPr>
          <p:spPr>
            <a:xfrm flipH="1">
              <a:off x="7433901" y="2409535"/>
              <a:ext cx="265087" cy="377849"/>
            </a:xfrm>
            <a:prstGeom prst="rect">
              <a:avLst/>
            </a:prstGeom>
            <a:solidFill>
              <a:srgbClr val="E2E2E2"/>
            </a:solidFill>
            <a:ln w="12700" cmpd="sng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rgbClr val="A6A6A6"/>
                </a:solidFill>
              </a:endParaRPr>
            </a:p>
          </p:txBody>
        </p:sp>
        <p:sp xmlns:a="http://schemas.openxmlformats.org/drawingml/2006/main">
          <p:nvSpPr>
            <p:cNvPr id="1152" name="Rectangle 361">
              <a:extLst>
                <a:ext uri="{FF2B5EF4-FFF2-40B4-BE49-F238E27FC236}">
                  <a16:creationId xmlns:a16="http://schemas.microsoft.com/office/drawing/2014/main" id="{D1F6BDE4-7897-0AB7-EEDB-8DBC14CCAA2B}"/>
                </a:ext>
              </a:extLst>
            </p:cNvPr>
            <p:cNvSpPr/>
            <p:nvPr/>
          </p:nvSpPr>
          <p:spPr>
            <a:xfrm flipH="1">
              <a:off x="6092210" y="2416967"/>
              <a:ext cx="263224" cy="371475"/>
            </a:xfrm>
            <a:prstGeom prst="rect">
              <a:avLst/>
            </a:prstGeom>
            <a:pattFill prst="wdUpDiag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 xmlns:a="http://schemas.openxmlformats.org/drawingml/2006/main">
          <p:nvSpPr>
            <p:cNvPr id="1153" name="execution guide 0">
              <a:extLst>
                <a:ext uri="{FF2B5EF4-FFF2-40B4-BE49-F238E27FC236}">
                  <a16:creationId xmlns:a16="http://schemas.microsoft.com/office/drawing/2014/main" id="{31AA39EB-CA76-8970-113E-B2075DB9548F}"/>
                </a:ext>
              </a:extLst>
            </p:cNvPr>
            <p:cNvSpPr>
              <a:spLocks/>
            </p:cNvSpPr>
            <p:nvPr/>
          </p:nvSpPr>
          <p:spPr>
            <a:xfrm>
              <a:off x="4462853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54" name="execution guide 0">
              <a:extLst>
                <a:ext uri="{FF2B5EF4-FFF2-40B4-BE49-F238E27FC236}">
                  <a16:creationId xmlns:a16="http://schemas.microsoft.com/office/drawing/2014/main" id="{045982EB-1EAE-97D5-2078-7E88567577EC}"/>
                </a:ext>
              </a:extLst>
            </p:cNvPr>
            <p:cNvSpPr>
              <a:spLocks/>
            </p:cNvSpPr>
            <p:nvPr/>
          </p:nvSpPr>
          <p:spPr>
            <a:xfrm>
              <a:off x="4192483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55" name="Rectangle 769">
              <a:extLst>
                <a:ext uri="{FF2B5EF4-FFF2-40B4-BE49-F238E27FC236}">
                  <a16:creationId xmlns:a16="http://schemas.microsoft.com/office/drawing/2014/main" id="{4358FE64-E2CF-FC1D-2E46-F6BAEEF6162C}"/>
                </a:ext>
              </a:extLst>
            </p:cNvPr>
            <p:cNvSpPr/>
            <p:nvPr/>
          </p:nvSpPr>
          <p:spPr>
            <a:xfrm flipH="1">
              <a:off x="3923754" y="2413420"/>
              <a:ext cx="550395" cy="377849"/>
            </a:xfrm>
            <a:prstGeom prst="rect">
              <a:avLst/>
            </a:prstGeom>
            <a:solidFill>
              <a:srgbClr val="E2E2E2"/>
            </a:solidFill>
            <a:ln w="12700" cmpd="sng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rgbClr val="A6A6A6"/>
                </a:solidFill>
              </a:endParaRPr>
            </a:p>
          </p:txBody>
        </p:sp>
        <p:sp xmlns:a="http://schemas.openxmlformats.org/drawingml/2006/main">
          <p:nvSpPr>
            <p:cNvPr id="1156" name="Rectangle 769">
              <a:extLst>
                <a:ext uri="{FF2B5EF4-FFF2-40B4-BE49-F238E27FC236}">
                  <a16:creationId xmlns:a16="http://schemas.microsoft.com/office/drawing/2014/main" id="{2D18AA6A-E608-64DB-952C-D96EB512BDD3}"/>
                </a:ext>
              </a:extLst>
            </p:cNvPr>
            <p:cNvSpPr/>
            <p:nvPr/>
          </p:nvSpPr>
          <p:spPr>
            <a:xfrm flipH="1">
              <a:off x="4472979" y="2412506"/>
              <a:ext cx="265087" cy="375949"/>
            </a:xfrm>
            <a:prstGeom prst="rect">
              <a:avLst/>
            </a:prstGeom>
            <a:solidFill>
              <a:srgbClr val="E2E2E2"/>
            </a:solidFill>
            <a:ln w="12700" cmpd="sng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rgbClr val="A6A6A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157" name="execution task 1">
                  <a:extLst>
                    <a:ext uri="{FF2B5EF4-FFF2-40B4-BE49-F238E27FC236}">
                      <a16:creationId xmlns:a16="http://schemas.microsoft.com/office/drawing/2014/main" id="{B8FEE6AB-734E-4348-FF5F-4FA7429E4BE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775585" y="1438276"/>
                  <a:ext cx="429702" cy="32385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anchor="ctr">
                  <a:noAutofit/>
                </a:bodyPr>
                <a:lstStyle/>
                <a:p>
                  <a:pPr>
                    <a:defRPr sz="1800" b="0">
                      <a:solidFill>
                        <a:srgbClr val="202020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RU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U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ru-RU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2000" b="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1157" name="execution task 1">
                  <a:extLst>
                    <a:ext uri="{FF2B5EF4-FFF2-40B4-BE49-F238E27FC236}">
                      <a16:creationId xmlns:a16="http://schemas.microsoft.com/office/drawing/2014/main" id="{73BF1A5C-1047-6C42-5DC9-19A7285090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5585" y="1438276"/>
                  <a:ext cx="429702" cy="323850"/>
                </a:xfrm>
                <a:prstGeom prst="rect">
                  <a:avLst/>
                </a:prstGeom>
                <a:blipFill>
                  <a:blip r:embed="rId127"/>
                  <a:stretch>
                    <a:fillRect r="-1408" b="-26415"/>
                  </a:stretch>
                </a:blipFill>
                <a:ln w="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158" name="execution task 2">
                  <a:extLst>
                    <a:ext uri="{FF2B5EF4-FFF2-40B4-BE49-F238E27FC236}">
                      <a16:creationId xmlns:a16="http://schemas.microsoft.com/office/drawing/2014/main" id="{5133A8AA-2ED8-F262-8260-A17DB8CC97D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775585" y="2428876"/>
                  <a:ext cx="436755" cy="32385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anchor="ctr">
                  <a:noAutofit/>
                </a:bodyPr>
                <a:lstStyle/>
                <a:p>
                  <a:pPr>
                    <a:defRPr sz="1800" b="0">
                      <a:solidFill>
                        <a:srgbClr val="202020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RU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U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sz="2000" b="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1158" name="execution task 2">
                  <a:extLst>
                    <a:ext uri="{FF2B5EF4-FFF2-40B4-BE49-F238E27FC236}">
                      <a16:creationId xmlns:a16="http://schemas.microsoft.com/office/drawing/2014/main" id="{E0B1A608-1C4E-6537-3FE6-517A55FBFE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5585" y="2428876"/>
                  <a:ext cx="436755" cy="323850"/>
                </a:xfrm>
                <a:prstGeom prst="rect">
                  <a:avLst/>
                </a:prstGeom>
                <a:blipFill>
                  <a:blip r:embed="rId128"/>
                  <a:stretch>
                    <a:fillRect b="-24074"/>
                  </a:stretch>
                </a:blipFill>
                <a:ln w="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 xmlns:a="http://schemas.openxmlformats.org/drawingml/2006/main">
          <p:nvSpPr>
            <p:cNvPr id="1159" name="execution guide 0">
              <a:extLst>
                <a:ext uri="{FF2B5EF4-FFF2-40B4-BE49-F238E27FC236}">
                  <a16:creationId xmlns:a16="http://schemas.microsoft.com/office/drawing/2014/main" id="{B1807435-21F1-A145-4157-DF40986E9CEB}"/>
                </a:ext>
              </a:extLst>
            </p:cNvPr>
            <p:cNvSpPr>
              <a:spLocks/>
            </p:cNvSpPr>
            <p:nvPr/>
          </p:nvSpPr>
          <p:spPr>
            <a:xfrm flipH="1">
              <a:off x="2774926" y="1015655"/>
              <a:ext cx="7362824" cy="9471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60" name="execution guide 0">
              <a:extLst>
                <a:ext uri="{FF2B5EF4-FFF2-40B4-BE49-F238E27FC236}">
                  <a16:creationId xmlns:a16="http://schemas.microsoft.com/office/drawing/2014/main" id="{FA46E402-A9E1-DBD6-96AD-633807BF5589}"/>
                </a:ext>
              </a:extLst>
            </p:cNvPr>
            <p:cNvSpPr>
              <a:spLocks/>
            </p:cNvSpPr>
            <p:nvPr/>
          </p:nvSpPr>
          <p:spPr>
            <a:xfrm>
              <a:off x="6355437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61" name="execution guide 0">
              <a:extLst>
                <a:ext uri="{FF2B5EF4-FFF2-40B4-BE49-F238E27FC236}">
                  <a16:creationId xmlns:a16="http://schemas.microsoft.com/office/drawing/2014/main" id="{93A0D8E5-7552-9270-B574-FC36E2EC1D62}"/>
                </a:ext>
              </a:extLst>
            </p:cNvPr>
            <p:cNvSpPr>
              <a:spLocks/>
            </p:cNvSpPr>
            <p:nvPr/>
          </p:nvSpPr>
          <p:spPr>
            <a:xfrm>
              <a:off x="6625807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62" name="execution guide 0">
              <a:extLst>
                <a:ext uri="{FF2B5EF4-FFF2-40B4-BE49-F238E27FC236}">
                  <a16:creationId xmlns:a16="http://schemas.microsoft.com/office/drawing/2014/main" id="{0F87D0C6-38E1-7876-F186-3411EF4F3883}"/>
                </a:ext>
              </a:extLst>
            </p:cNvPr>
            <p:cNvSpPr>
              <a:spLocks/>
            </p:cNvSpPr>
            <p:nvPr/>
          </p:nvSpPr>
          <p:spPr>
            <a:xfrm>
              <a:off x="6896175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63" name="execution guide 0">
              <a:extLst>
                <a:ext uri="{FF2B5EF4-FFF2-40B4-BE49-F238E27FC236}">
                  <a16:creationId xmlns:a16="http://schemas.microsoft.com/office/drawing/2014/main" id="{CE574712-373F-8074-272D-790585347C4E}"/>
                </a:ext>
              </a:extLst>
            </p:cNvPr>
            <p:cNvSpPr>
              <a:spLocks/>
            </p:cNvSpPr>
            <p:nvPr/>
          </p:nvSpPr>
          <p:spPr>
            <a:xfrm>
              <a:off x="7977653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64" name="execution guide 0">
              <a:extLst>
                <a:ext uri="{FF2B5EF4-FFF2-40B4-BE49-F238E27FC236}">
                  <a16:creationId xmlns:a16="http://schemas.microsoft.com/office/drawing/2014/main" id="{7E1992C2-2C90-7542-D662-CD982F9CF639}"/>
                </a:ext>
              </a:extLst>
            </p:cNvPr>
            <p:cNvSpPr>
              <a:spLocks/>
            </p:cNvSpPr>
            <p:nvPr/>
          </p:nvSpPr>
          <p:spPr>
            <a:xfrm>
              <a:off x="8248021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65" name="job 1">
              <a:extLst>
                <a:ext uri="{FF2B5EF4-FFF2-40B4-BE49-F238E27FC236}">
                  <a16:creationId xmlns:a16="http://schemas.microsoft.com/office/drawing/2014/main" id="{59396BF9-2F13-AD09-22D7-7D87060EBFAB}"/>
                </a:ext>
              </a:extLst>
            </p:cNvPr>
            <p:cNvSpPr>
              <a:spLocks/>
            </p:cNvSpPr>
            <p:nvPr/>
          </p:nvSpPr>
          <p:spPr>
            <a:xfrm>
              <a:off x="7700123" y="1422400"/>
              <a:ext cx="549456" cy="371475"/>
            </a:xfrm>
            <a:prstGeom prst="rect">
              <a:avLst/>
            </a:prstGeom>
            <a:solidFill>
              <a:srgbClr val="E2E2E2"/>
            </a:solidFill>
            <a:ln w="9525">
              <a:solidFill>
                <a:srgbClr val="202020"/>
              </a:solidFill>
            </a:ln>
          </p:spPr>
          <p:txBody>
            <a:bodyPr/>
            <a:lstStyle/>
            <a:p>
              <a:endParaRPr lang="en-US"/>
            </a:p>
          </p:txBody>
        </p:sp>
        <p:sp xmlns:a="http://schemas.openxmlformats.org/drawingml/2006/main">
          <p:nvSpPr>
            <p:cNvPr id="1166" name="execution guide 0">
              <a:extLst>
                <a:ext uri="{FF2B5EF4-FFF2-40B4-BE49-F238E27FC236}">
                  <a16:creationId xmlns:a16="http://schemas.microsoft.com/office/drawing/2014/main" id="{6037D8E9-F565-69EB-09E3-33139B9BA1EB}"/>
                </a:ext>
              </a:extLst>
            </p:cNvPr>
            <p:cNvSpPr>
              <a:spLocks/>
            </p:cNvSpPr>
            <p:nvPr/>
          </p:nvSpPr>
          <p:spPr>
            <a:xfrm>
              <a:off x="8788759" y="1022007"/>
              <a:ext cx="0" cy="18540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olid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67" name="execution guide 0">
              <a:extLst>
                <a:ext uri="{FF2B5EF4-FFF2-40B4-BE49-F238E27FC236}">
                  <a16:creationId xmlns:a16="http://schemas.microsoft.com/office/drawing/2014/main" id="{83A03BBE-66BE-4A19-E1B8-35FCCFD0C8DF}"/>
                </a:ext>
              </a:extLst>
            </p:cNvPr>
            <p:cNvSpPr>
              <a:spLocks/>
            </p:cNvSpPr>
            <p:nvPr/>
          </p:nvSpPr>
          <p:spPr>
            <a:xfrm>
              <a:off x="7436913" y="1022007"/>
              <a:ext cx="0" cy="18540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olid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68" name="execution guide 0">
              <a:extLst>
                <a:ext uri="{FF2B5EF4-FFF2-40B4-BE49-F238E27FC236}">
                  <a16:creationId xmlns:a16="http://schemas.microsoft.com/office/drawing/2014/main" id="{656DA325-58AB-D993-D11C-F4F325D34DA0}"/>
                </a:ext>
              </a:extLst>
            </p:cNvPr>
            <p:cNvSpPr>
              <a:spLocks/>
            </p:cNvSpPr>
            <p:nvPr/>
          </p:nvSpPr>
          <p:spPr>
            <a:xfrm>
              <a:off x="10140608" y="1022007"/>
              <a:ext cx="0" cy="18540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olid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69" name="execution guide 0">
              <a:extLst>
                <a:ext uri="{FF2B5EF4-FFF2-40B4-BE49-F238E27FC236}">
                  <a16:creationId xmlns:a16="http://schemas.microsoft.com/office/drawing/2014/main" id="{274FB641-22F7-51C5-50AB-2B1E85F4157D}"/>
                </a:ext>
              </a:extLst>
            </p:cNvPr>
            <p:cNvSpPr>
              <a:spLocks/>
            </p:cNvSpPr>
            <p:nvPr/>
          </p:nvSpPr>
          <p:spPr>
            <a:xfrm>
              <a:off x="6085067" y="1022007"/>
              <a:ext cx="0" cy="18540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olid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70" name="execution guide 0">
              <a:extLst>
                <a:ext uri="{FF2B5EF4-FFF2-40B4-BE49-F238E27FC236}">
                  <a16:creationId xmlns:a16="http://schemas.microsoft.com/office/drawing/2014/main" id="{7C049116-FF7B-9A0D-ADBA-64E01B0B2A7E}"/>
                </a:ext>
              </a:extLst>
            </p:cNvPr>
            <p:cNvSpPr>
              <a:spLocks/>
            </p:cNvSpPr>
            <p:nvPr/>
          </p:nvSpPr>
          <p:spPr>
            <a:xfrm>
              <a:off x="5003591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71" name="execution guide 0">
              <a:extLst>
                <a:ext uri="{FF2B5EF4-FFF2-40B4-BE49-F238E27FC236}">
                  <a16:creationId xmlns:a16="http://schemas.microsoft.com/office/drawing/2014/main" id="{EE1D5413-1AC3-40BA-FA84-D75C89B47320}"/>
                </a:ext>
              </a:extLst>
            </p:cNvPr>
            <p:cNvSpPr>
              <a:spLocks/>
            </p:cNvSpPr>
            <p:nvPr/>
          </p:nvSpPr>
          <p:spPr>
            <a:xfrm>
              <a:off x="5544329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72" name="execution guide 0">
              <a:extLst>
                <a:ext uri="{FF2B5EF4-FFF2-40B4-BE49-F238E27FC236}">
                  <a16:creationId xmlns:a16="http://schemas.microsoft.com/office/drawing/2014/main" id="{6544275E-5BFE-91CC-2FCE-E23FD8367A87}"/>
                </a:ext>
              </a:extLst>
            </p:cNvPr>
            <p:cNvSpPr>
              <a:spLocks/>
            </p:cNvSpPr>
            <p:nvPr/>
          </p:nvSpPr>
          <p:spPr>
            <a:xfrm>
              <a:off x="5814699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73" name="execution guide 0">
              <a:extLst>
                <a:ext uri="{FF2B5EF4-FFF2-40B4-BE49-F238E27FC236}">
                  <a16:creationId xmlns:a16="http://schemas.microsoft.com/office/drawing/2014/main" id="{310DEBED-1F8C-E7D8-5022-C6568B2151D4}"/>
                </a:ext>
              </a:extLst>
            </p:cNvPr>
            <p:cNvSpPr>
              <a:spLocks/>
            </p:cNvSpPr>
            <p:nvPr/>
          </p:nvSpPr>
          <p:spPr>
            <a:xfrm>
              <a:off x="5273961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74" name="execution guide 0">
              <a:extLst>
                <a:ext uri="{FF2B5EF4-FFF2-40B4-BE49-F238E27FC236}">
                  <a16:creationId xmlns:a16="http://schemas.microsoft.com/office/drawing/2014/main" id="{B87D8FA0-985E-0A29-570B-EEFE2D88522C}"/>
                </a:ext>
              </a:extLst>
            </p:cNvPr>
            <p:cNvSpPr>
              <a:spLocks/>
            </p:cNvSpPr>
            <p:nvPr/>
          </p:nvSpPr>
          <p:spPr>
            <a:xfrm>
              <a:off x="4733221" y="1022007"/>
              <a:ext cx="0" cy="18540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olid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75" name="execution guide 0">
              <a:extLst>
                <a:ext uri="{FF2B5EF4-FFF2-40B4-BE49-F238E27FC236}">
                  <a16:creationId xmlns:a16="http://schemas.microsoft.com/office/drawing/2014/main" id="{AB871313-DB4F-D1FE-DE46-EFCAF8BC626E}"/>
                </a:ext>
              </a:extLst>
            </p:cNvPr>
            <p:cNvSpPr>
              <a:spLocks/>
            </p:cNvSpPr>
            <p:nvPr/>
          </p:nvSpPr>
          <p:spPr>
            <a:xfrm>
              <a:off x="3381375" y="1022007"/>
              <a:ext cx="0" cy="18540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olid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76" name="execution guide 0">
              <a:extLst>
                <a:ext uri="{FF2B5EF4-FFF2-40B4-BE49-F238E27FC236}">
                  <a16:creationId xmlns:a16="http://schemas.microsoft.com/office/drawing/2014/main" id="{0844D1AD-6CD3-6641-4185-CF10778C1A3F}"/>
                </a:ext>
              </a:extLst>
            </p:cNvPr>
            <p:cNvSpPr>
              <a:spLocks/>
            </p:cNvSpPr>
            <p:nvPr/>
          </p:nvSpPr>
          <p:spPr>
            <a:xfrm>
              <a:off x="3651745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77" name="execution guide 0">
              <a:extLst>
                <a:ext uri="{FF2B5EF4-FFF2-40B4-BE49-F238E27FC236}">
                  <a16:creationId xmlns:a16="http://schemas.microsoft.com/office/drawing/2014/main" id="{4DD100EF-788D-1126-47D5-1B34A54D7D8D}"/>
                </a:ext>
              </a:extLst>
            </p:cNvPr>
            <p:cNvSpPr>
              <a:spLocks/>
            </p:cNvSpPr>
            <p:nvPr/>
          </p:nvSpPr>
          <p:spPr>
            <a:xfrm>
              <a:off x="3922115" y="1022007"/>
              <a:ext cx="0" cy="1854000"/>
            </a:xfrm>
            <a:prstGeom prst="line">
              <a:avLst/>
            </a:prstGeom>
            <a:noFill/>
            <a:ln w="3810" cmpd="sng">
              <a:solidFill>
                <a:schemeClr val="bg2">
                  <a:lumMod val="75000"/>
                </a:schemeClr>
              </a:solidFill>
              <a:prstDash val="dashDot"/>
            </a:ln>
          </p:spPr>
          <p:txBody>
            <a:bodyPr anchor="t" anchorCtr="0"/>
            <a:lstStyle/>
            <a:p>
              <a:endParaRPr lang="en-US" dirty="0"/>
            </a:p>
          </p:txBody>
        </p:sp>
        <p:sp xmlns:a="http://schemas.openxmlformats.org/drawingml/2006/main">
          <p:nvSpPr>
            <p:cNvPr id="1178" name="job 1">
              <a:extLst>
                <a:ext uri="{FF2B5EF4-FFF2-40B4-BE49-F238E27FC236}">
                  <a16:creationId xmlns:a16="http://schemas.microsoft.com/office/drawing/2014/main" id="{F2AA9A5F-2FE8-75D7-F289-66835C9FAFA8}"/>
                </a:ext>
              </a:extLst>
            </p:cNvPr>
            <p:cNvSpPr>
              <a:spLocks/>
            </p:cNvSpPr>
            <p:nvPr/>
          </p:nvSpPr>
          <p:spPr>
            <a:xfrm>
              <a:off x="4734473" y="1422400"/>
              <a:ext cx="546797" cy="371475"/>
            </a:xfrm>
            <a:prstGeom prst="rect">
              <a:avLst/>
            </a:prstGeom>
            <a:solidFill>
              <a:srgbClr val="E2E2E2"/>
            </a:solidFill>
            <a:ln w="9525">
              <a:solidFill>
                <a:srgbClr val="202020"/>
              </a:solidFill>
            </a:ln>
          </p:spPr>
          <p:txBody>
            <a:bodyPr/>
            <a:lstStyle/>
            <a:p>
              <a:endParaRPr lang="en-US"/>
            </a:p>
          </p:txBody>
        </p:sp>
        <p:sp xmlns:a="http://schemas.openxmlformats.org/drawingml/2006/main">
          <p:nvSpPr>
            <p:cNvPr id="1179" name="Rectangle 769">
              <a:extLst>
                <a:ext uri="{FF2B5EF4-FFF2-40B4-BE49-F238E27FC236}">
                  <a16:creationId xmlns:a16="http://schemas.microsoft.com/office/drawing/2014/main" id="{39034073-5A6D-641C-0195-ECFA9406BB90}"/>
                </a:ext>
              </a:extLst>
            </p:cNvPr>
            <p:cNvSpPr/>
            <p:nvPr/>
          </p:nvSpPr>
          <p:spPr>
            <a:xfrm flipH="1">
              <a:off x="3376252" y="2412712"/>
              <a:ext cx="550395" cy="377849"/>
            </a:xfrm>
            <a:prstGeom prst="rect">
              <a:avLst/>
            </a:prstGeom>
            <a:solidFill>
              <a:srgbClr val="E2E2E2"/>
            </a:solidFill>
            <a:ln w="12700" cmpd="sng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rgbClr val="A6A6A6"/>
                </a:solidFill>
              </a:endParaRPr>
            </a:p>
          </p:txBody>
        </p:sp>
        <p:cxnSp xmlns:a="http://schemas.openxmlformats.org/drawingml/2006/main">
          <p:nvCxnSpPr>
            <p:cNvPr id="1180" name="Straight Connector 90">
              <a:extLst>
                <a:ext uri="{FF2B5EF4-FFF2-40B4-BE49-F238E27FC236}">
                  <a16:creationId xmlns:a16="http://schemas.microsoft.com/office/drawing/2014/main" id="{CC491A46-77F3-539C-FE7C-D3B2DB0440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81375" y="1415257"/>
              <a:ext cx="0" cy="381000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 xmlns:a="http://schemas.openxmlformats.org/drawingml/2006/main">
          <p:nvCxnSpPr>
            <p:cNvPr id="1181" name="Straight Connector 90">
              <a:extLst>
                <a:ext uri="{FF2B5EF4-FFF2-40B4-BE49-F238E27FC236}">
                  <a16:creationId xmlns:a16="http://schemas.microsoft.com/office/drawing/2014/main" id="{49765A2A-CED9-65A5-7A00-579CB70355B1}"/>
                </a:ext>
              </a:extLst>
            </p:cNvPr>
            <p:cNvCxnSpPr>
              <a:cxnSpLocks/>
            </p:cNvCxnSpPr>
            <p:nvPr/>
          </p:nvCxnSpPr>
          <p:spPr>
            <a:xfrm>
              <a:off x="8521022" y="1416863"/>
              <a:ext cx="5742" cy="382548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 xmlns:a="http://schemas.openxmlformats.org/drawingml/2006/main">
          <p:nvCxnSpPr>
            <p:cNvPr id="1182" name="Straight Connector 90">
              <a:extLst>
                <a:ext uri="{FF2B5EF4-FFF2-40B4-BE49-F238E27FC236}">
                  <a16:creationId xmlns:a16="http://schemas.microsoft.com/office/drawing/2014/main" id="{3BD08BFD-9CE2-D935-4825-6F8AB05539D8}"/>
                </a:ext>
              </a:extLst>
            </p:cNvPr>
            <p:cNvCxnSpPr>
              <a:cxnSpLocks/>
            </p:cNvCxnSpPr>
            <p:nvPr/>
          </p:nvCxnSpPr>
          <p:spPr>
            <a:xfrm>
              <a:off x="4731583" y="2408419"/>
              <a:ext cx="3810" cy="384175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 xmlns:a="http://schemas.openxmlformats.org/drawingml/2006/main">
          <p:nvCxnSpPr>
            <p:cNvPr id="1183" name="Straight Connector 90">
              <a:extLst>
                <a:ext uri="{FF2B5EF4-FFF2-40B4-BE49-F238E27FC236}">
                  <a16:creationId xmlns:a16="http://schemas.microsoft.com/office/drawing/2014/main" id="{90A6102F-7993-DDFA-F499-E1E34977D716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411" y="2420755"/>
              <a:ext cx="3810" cy="384175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184" name="TextBox 36">
                  <a:extLst>
                    <a:ext uri="{FF2B5EF4-FFF2-40B4-BE49-F238E27FC236}">
                      <a16:creationId xmlns:a16="http://schemas.microsoft.com/office/drawing/2014/main" id="{6709F951-22E2-CEE6-18F2-94A8D6D63113}"/>
                    </a:ext>
                  </a:extLst>
                </p:cNvPr>
                <p:cNvSpPr txBox="1"/>
                <p:nvPr/>
              </p:nvSpPr>
              <p:spPr>
                <a:xfrm>
                  <a:off x="4599711" y="2879446"/>
                  <a:ext cx="290143" cy="2616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r>
                          <a:rPr lang="ru-RU" sz="17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RU" sz="1700" dirty="0"/>
                </a:p>
              </p:txBody>
            </p:sp>
          </mc:Choice>
          <mc:Fallback xmlns="">
            <p:sp>
              <p:nvSpPr>
                <p:cNvPr id="1184" name="TextBox 36">
                  <a:extLst>
                    <a:ext uri="{FF2B5EF4-FFF2-40B4-BE49-F238E27FC236}">
                      <a16:creationId xmlns:a16="http://schemas.microsoft.com/office/drawing/2014/main" id="{ACAEEBEC-CF3B-4789-5427-7465C87FA4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9711" y="2879446"/>
                  <a:ext cx="290143" cy="261610"/>
                </a:xfrm>
                <a:prstGeom prst="rect">
                  <a:avLst/>
                </a:prstGeom>
                <a:blipFill>
                  <a:blip r:embed="rId129"/>
                  <a:stretch>
                    <a:fillRect l="-19149" r="-14894" b="-6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185" name="TextBox 39">
                  <a:extLst>
                    <a:ext uri="{FF2B5EF4-FFF2-40B4-BE49-F238E27FC236}">
                      <a16:creationId xmlns:a16="http://schemas.microsoft.com/office/drawing/2014/main" id="{3059C02B-A366-296D-DCCA-E8BB55E87945}"/>
                    </a:ext>
                  </a:extLst>
                </p:cNvPr>
                <p:cNvSpPr txBox="1"/>
                <p:nvPr/>
              </p:nvSpPr>
              <p:spPr>
                <a:xfrm>
                  <a:off x="5934082" y="2879446"/>
                  <a:ext cx="290144" cy="2616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r>
                          <a:rPr lang="ru-RU" sz="17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ru-RU" sz="1700" b="0" dirty="0"/>
                </a:p>
              </p:txBody>
            </p:sp>
          </mc:Choice>
          <mc:Fallback xmlns="">
            <p:sp>
              <p:nvSpPr>
                <p:cNvPr id="1185" name="TextBox 39">
                  <a:extLst>
                    <a:ext uri="{FF2B5EF4-FFF2-40B4-BE49-F238E27FC236}">
                      <a16:creationId xmlns:a16="http://schemas.microsoft.com/office/drawing/2014/main" id="{91C1D118-11DC-B22B-5404-E76FF18BCE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4082" y="2879446"/>
                  <a:ext cx="290144" cy="261610"/>
                </a:xfrm>
                <a:prstGeom prst="rect">
                  <a:avLst/>
                </a:prstGeom>
                <a:blipFill>
                  <a:blip r:embed="rId130"/>
                  <a:stretch>
                    <a:fillRect l="-16667" r="-14583" b="-6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186" name="TextBox 40">
                  <a:extLst>
                    <a:ext uri="{FF2B5EF4-FFF2-40B4-BE49-F238E27FC236}">
                      <a16:creationId xmlns:a16="http://schemas.microsoft.com/office/drawing/2014/main" id="{D4E922E2-2CA9-1F7A-6A8E-4EBCF61E116E}"/>
                    </a:ext>
                  </a:extLst>
                </p:cNvPr>
                <p:cNvSpPr txBox="1"/>
                <p:nvPr/>
              </p:nvSpPr>
              <p:spPr>
                <a:xfrm>
                  <a:off x="7287604" y="2879446"/>
                  <a:ext cx="290144" cy="2616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r>
                          <a:rPr lang="ru-RU" sz="17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oMath>
                    </m:oMathPara>
                  </a14:m>
                  <a:endParaRPr lang="ru-RU" sz="1700" b="0" dirty="0"/>
                </a:p>
              </p:txBody>
            </p:sp>
          </mc:Choice>
          <mc:Fallback xmlns="">
            <p:sp>
              <p:nvSpPr>
                <p:cNvPr id="1186" name="TextBox 40">
                  <a:extLst>
                    <a:ext uri="{FF2B5EF4-FFF2-40B4-BE49-F238E27FC236}">
                      <a16:creationId xmlns:a16="http://schemas.microsoft.com/office/drawing/2014/main" id="{7DC80501-2AE2-11EA-F91A-0737BE0063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7604" y="2879446"/>
                  <a:ext cx="290144" cy="261610"/>
                </a:xfrm>
                <a:prstGeom prst="rect">
                  <a:avLst/>
                </a:prstGeom>
                <a:blipFill>
                  <a:blip r:embed="rId131"/>
                  <a:stretch>
                    <a:fillRect l="-16667" r="-14583" b="-6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187" name="TextBox 41">
                  <a:extLst>
                    <a:ext uri="{FF2B5EF4-FFF2-40B4-BE49-F238E27FC236}">
                      <a16:creationId xmlns:a16="http://schemas.microsoft.com/office/drawing/2014/main" id="{4F09C6AF-9EE2-2833-79F5-66E654A0F278}"/>
                    </a:ext>
                  </a:extLst>
                </p:cNvPr>
                <p:cNvSpPr txBox="1"/>
                <p:nvPr/>
              </p:nvSpPr>
              <p:spPr>
                <a:xfrm>
                  <a:off x="8646503" y="2879446"/>
                  <a:ext cx="290144" cy="2616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r>
                          <a:rPr lang="ru-RU" sz="17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oMath>
                    </m:oMathPara>
                  </a14:m>
                  <a:endParaRPr lang="ru-RU" sz="1700" b="0" dirty="0"/>
                </a:p>
              </p:txBody>
            </p:sp>
          </mc:Choice>
          <mc:Fallback xmlns="">
            <p:sp>
              <p:nvSpPr>
                <p:cNvPr id="1187" name="TextBox 41">
                  <a:extLst>
                    <a:ext uri="{FF2B5EF4-FFF2-40B4-BE49-F238E27FC236}">
                      <a16:creationId xmlns:a16="http://schemas.microsoft.com/office/drawing/2014/main" id="{329E8997-939A-E502-A5B1-AEEB0950CE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6503" y="2879446"/>
                  <a:ext cx="290144" cy="261610"/>
                </a:xfrm>
                <a:prstGeom prst="rect">
                  <a:avLst/>
                </a:prstGeom>
                <a:blipFill>
                  <a:blip r:embed="rId132"/>
                  <a:stretch>
                    <a:fillRect l="-16667" r="-14583" b="-6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188" name="TextBox 42">
                  <a:extLst>
                    <a:ext uri="{FF2B5EF4-FFF2-40B4-BE49-F238E27FC236}">
                      <a16:creationId xmlns:a16="http://schemas.microsoft.com/office/drawing/2014/main" id="{A0863482-E10D-FA62-D12E-64271D00880E}"/>
                    </a:ext>
                  </a:extLst>
                </p:cNvPr>
                <p:cNvSpPr txBox="1"/>
                <p:nvPr/>
              </p:nvSpPr>
              <p:spPr>
                <a:xfrm>
                  <a:off x="10005402" y="2879446"/>
                  <a:ext cx="290144" cy="2616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r>
                          <a:rPr lang="ru-RU" sz="1700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ru-RU" sz="17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ru-RU" sz="1700" b="0" dirty="0"/>
                </a:p>
              </p:txBody>
            </p:sp>
          </mc:Choice>
          <mc:Fallback xmlns="">
            <p:sp>
              <p:nvSpPr>
                <p:cNvPr id="1188" name="TextBox 42">
                  <a:extLst>
                    <a:ext uri="{FF2B5EF4-FFF2-40B4-BE49-F238E27FC236}">
                      <a16:creationId xmlns:a16="http://schemas.microsoft.com/office/drawing/2014/main" id="{D9115DD0-D1B8-97C8-834E-9F7C0C92B1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5402" y="2879446"/>
                  <a:ext cx="290144" cy="261610"/>
                </a:xfrm>
                <a:prstGeom prst="rect">
                  <a:avLst/>
                </a:prstGeom>
                <a:blipFill>
                  <a:blip r:embed="rId133"/>
                  <a:stretch>
                    <a:fillRect l="-18750" r="-14583" b="-6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189" name="TextBox 43">
                  <a:extLst>
                    <a:ext uri="{FF2B5EF4-FFF2-40B4-BE49-F238E27FC236}">
                      <a16:creationId xmlns:a16="http://schemas.microsoft.com/office/drawing/2014/main" id="{E7EA507A-4B7C-5858-C828-61D274803135}"/>
                    </a:ext>
                  </a:extLst>
                </p:cNvPr>
                <p:cNvSpPr txBox="1"/>
                <p:nvPr/>
              </p:nvSpPr>
              <p:spPr>
                <a:xfrm>
                  <a:off x="3296416" y="2879446"/>
                  <a:ext cx="169918" cy="2616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r>
                          <a:rPr lang="ru-RU" sz="17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RU" sz="1700" dirty="0"/>
                </a:p>
              </p:txBody>
            </p:sp>
          </mc:Choice>
          <mc:Fallback xmlns="">
            <p:sp>
              <p:nvSpPr>
                <p:cNvPr id="1189" name="TextBox 43">
                  <a:extLst>
                    <a:ext uri="{FF2B5EF4-FFF2-40B4-BE49-F238E27FC236}">
                      <a16:creationId xmlns:a16="http://schemas.microsoft.com/office/drawing/2014/main" id="{7213FF57-F9CA-FCB5-16F3-AC24720163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6416" y="2879446"/>
                  <a:ext cx="169918" cy="261610"/>
                </a:xfrm>
                <a:prstGeom prst="rect">
                  <a:avLst/>
                </a:prstGeom>
                <a:blipFill>
                  <a:blip r:embed="rId134"/>
                  <a:stretch>
                    <a:fillRect l="-32143" r="-25000" b="-6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 xmlns:a="http://schemas.openxmlformats.org/drawingml/2006/main">
          <p:nvSpPr>
            <p:cNvPr id="1190" name="Rectangle 769">
              <a:extLst>
                <a:ext uri="{FF2B5EF4-FFF2-40B4-BE49-F238E27FC236}">
                  <a16:creationId xmlns:a16="http://schemas.microsoft.com/office/drawing/2014/main" id="{1BEEE778-FD93-7E35-3A03-979DCFE1196F}"/>
                </a:ext>
              </a:extLst>
            </p:cNvPr>
            <p:cNvSpPr/>
            <p:nvPr/>
          </p:nvSpPr>
          <p:spPr>
            <a:xfrm flipH="1">
              <a:off x="6359966" y="2409780"/>
              <a:ext cx="547503" cy="377849"/>
            </a:xfrm>
            <a:prstGeom prst="rect">
              <a:avLst/>
            </a:prstGeom>
            <a:solidFill>
              <a:srgbClr val="E2E2E2"/>
            </a:solidFill>
            <a:ln w="12700" cmpd="sng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rgbClr val="A6A6A6"/>
                </a:solidFill>
              </a:endParaRPr>
            </a:p>
          </p:txBody>
        </p:sp>
        <p:cxnSp xmlns:a="http://schemas.openxmlformats.org/drawingml/2006/main">
          <p:nvCxnSpPr>
            <p:cNvPr id="1191" name="Straight Connector 90">
              <a:extLst>
                <a:ext uri="{FF2B5EF4-FFF2-40B4-BE49-F238E27FC236}">
                  <a16:creationId xmlns:a16="http://schemas.microsoft.com/office/drawing/2014/main" id="{B9337CDC-E3BB-2D92-2BDF-D77C926382B1}"/>
                </a:ext>
              </a:extLst>
            </p:cNvPr>
            <p:cNvCxnSpPr>
              <a:cxnSpLocks/>
            </p:cNvCxnSpPr>
            <p:nvPr/>
          </p:nvCxnSpPr>
          <p:spPr>
            <a:xfrm>
              <a:off x="7696312" y="2410249"/>
              <a:ext cx="3810" cy="384175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 xmlns:a="http://schemas.openxmlformats.org/drawingml/2006/main">
          <p:nvCxnSpPr>
            <p:cNvPr id="1192" name="Straight Connector 90">
              <a:extLst>
                <a:ext uri="{FF2B5EF4-FFF2-40B4-BE49-F238E27FC236}">
                  <a16:creationId xmlns:a16="http://schemas.microsoft.com/office/drawing/2014/main" id="{55DF4A28-B48C-BD13-20E8-D5050EF4E4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78994" y="2413000"/>
              <a:ext cx="0" cy="381000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 xmlns:a="http://schemas.openxmlformats.org/drawingml/2006/main">
          <p:nvSpPr>
            <p:cNvPr id="1193" name="execution time symbol">
              <a:extLst>
                <a:ext uri="{FF2B5EF4-FFF2-40B4-BE49-F238E27FC236}">
                  <a16:creationId xmlns:a16="http://schemas.microsoft.com/office/drawing/2014/main" id="{83C74E3D-C84F-5306-88EC-8FA6B87EEAC4}"/>
                </a:ext>
              </a:extLst>
            </p:cNvPr>
            <p:cNvSpPr>
              <a:spLocks/>
            </p:cNvSpPr>
            <p:nvPr/>
          </p:nvSpPr>
          <p:spPr>
            <a:xfrm>
              <a:off x="10328275" y="2856644"/>
              <a:ext cx="285750" cy="2857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>
                <a:defRPr sz="1725" b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400" b="1" dirty="0">
                  <a:solidFill>
                    <a:srgbClr val="20202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/>
                </a:rPr>
                <a:t>t</a:t>
              </a:r>
            </a:p>
          </p:txBody>
        </p:sp>
        <p:sp xmlns:a="http://schemas.openxmlformats.org/drawingml/2006/main">
          <p:nvSpPr>
            <p:cNvPr id="1194" name="job 1">
              <a:extLst>
                <a:ext uri="{FF2B5EF4-FFF2-40B4-BE49-F238E27FC236}">
                  <a16:creationId xmlns:a16="http://schemas.microsoft.com/office/drawing/2014/main" id="{C94EE71C-948C-253B-D280-D63AD89FE4C1}"/>
                </a:ext>
              </a:extLst>
            </p:cNvPr>
            <p:cNvSpPr>
              <a:spLocks/>
            </p:cNvSpPr>
            <p:nvPr/>
          </p:nvSpPr>
          <p:spPr>
            <a:xfrm>
              <a:off x="5282553" y="1422400"/>
              <a:ext cx="531783" cy="371475"/>
            </a:xfrm>
            <a:prstGeom prst="rect">
              <a:avLst/>
            </a:prstGeom>
            <a:solidFill>
              <a:srgbClr val="E2E2E2"/>
            </a:solidFill>
            <a:ln w="9525">
              <a:solidFill>
                <a:srgbClr val="202020"/>
              </a:solidFill>
            </a:ln>
          </p:spPr>
          <p:txBody>
            <a:bodyPr/>
            <a:lstStyle/>
            <a:p>
              <a:endParaRPr lang="en-US"/>
            </a:p>
          </p:txBody>
        </p:sp>
        <p:sp xmlns:a="http://schemas.openxmlformats.org/drawingml/2006/main">
          <p:nvSpPr>
            <p:cNvPr id="1195" name="job 1">
              <a:extLst>
                <a:ext uri="{FF2B5EF4-FFF2-40B4-BE49-F238E27FC236}">
                  <a16:creationId xmlns:a16="http://schemas.microsoft.com/office/drawing/2014/main" id="{58DF569C-9A5A-E964-52EA-E6B1E6AA1ED5}"/>
                </a:ext>
              </a:extLst>
            </p:cNvPr>
            <p:cNvSpPr>
              <a:spLocks/>
            </p:cNvSpPr>
            <p:nvPr/>
          </p:nvSpPr>
          <p:spPr>
            <a:xfrm>
              <a:off x="5818810" y="1422400"/>
              <a:ext cx="545805" cy="371475"/>
            </a:xfrm>
            <a:prstGeom prst="rect">
              <a:avLst/>
            </a:prstGeom>
            <a:solidFill>
              <a:srgbClr val="E2E2E2"/>
            </a:solidFill>
            <a:ln w="9525">
              <a:solidFill>
                <a:srgbClr val="202020"/>
              </a:solidFill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196" name="TextBox 97">
                  <a:extLst>
                    <a:ext uri="{FF2B5EF4-FFF2-40B4-BE49-F238E27FC236}">
                      <a16:creationId xmlns:a16="http://schemas.microsoft.com/office/drawing/2014/main" id="{699EC9B4-2899-9AEB-B3C8-077F46E2C1E9}"/>
                    </a:ext>
                  </a:extLst>
                </p:cNvPr>
                <p:cNvSpPr txBox="1"/>
                <p:nvPr/>
              </p:nvSpPr>
              <p:spPr>
                <a:xfrm>
                  <a:off x="6143327" y="2480389"/>
                  <a:ext cx="153888" cy="24622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r>
                          <m:rPr>
                            <m:nor/>
                          </m:rPr>
                          <a:rPr lang="el-GR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oMath>
                    </m:oMathPara>
                  </a14:m>
                  <a:endPara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96" name="TextBox 97">
                  <a:extLst>
                    <a:ext uri="{FF2B5EF4-FFF2-40B4-BE49-F238E27FC236}">
                      <a16:creationId xmlns:a16="http://schemas.microsoft.com/office/drawing/2014/main" id="{8FF9EC32-608C-FA4F-0A9F-F562472EF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3327" y="2480389"/>
                  <a:ext cx="153888" cy="246221"/>
                </a:xfrm>
                <a:prstGeom prst="rect">
                  <a:avLst/>
                </a:prstGeom>
                <a:blipFill>
                  <a:blip r:embed="rId135"/>
                  <a:stretch>
                    <a:fillRect l="-32000" r="-32000"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 xmlns:a="http://schemas.openxmlformats.org/drawingml/2006/main">
          <p:nvCxnSpPr>
            <p:cNvPr id="1197" name="Прямая со стрелкой 101">
              <a:extLst>
                <a:ext uri="{FF2B5EF4-FFF2-40B4-BE49-F238E27FC236}">
                  <a16:creationId xmlns:a16="http://schemas.microsoft.com/office/drawing/2014/main" id="{CBC17847-C560-8874-943E-4C4E0CEDCAB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210" y="2418846"/>
              <a:ext cx="267756" cy="0"/>
            </a:xfrm>
            <a:prstGeom prst="straightConnector1">
              <a:avLst/>
            </a:prstGeom>
            <a:ln w="9525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 xmlns:a="http://schemas.openxmlformats.org/drawingml/2006/main">
          <p:nvGrpSpPr>
            <p:cNvPr id="1198" name="Group 230">
              <a:extLst>
                <a:ext uri="{FF2B5EF4-FFF2-40B4-BE49-F238E27FC236}">
                  <a16:creationId xmlns:a16="http://schemas.microsoft.com/office/drawing/2014/main" id="{AF2BD24F-33A3-735F-F0EB-F6D60D5E74FC}"/>
                </a:ext>
              </a:extLst>
            </p:cNvPr>
            <p:cNvGrpSpPr/>
            <p:nvPr/>
          </p:nvGrpSpPr>
          <p:grpSpPr>
            <a:xfrm>
              <a:off x="10098693" y="1419224"/>
              <a:ext cx="90602" cy="371019"/>
              <a:chOff x="3509152" y="253612"/>
              <a:chExt cx="45719" cy="296189"/>
            </a:xfrm>
          </p:grpSpPr>
          <p:sp>
            <p:nvSpPr>
              <p:cNvPr id="1199" name="Rectangle 231">
                <a:extLst>
                  <a:ext uri="{FF2B5EF4-FFF2-40B4-BE49-F238E27FC236}">
                    <a16:creationId xmlns:a16="http://schemas.microsoft.com/office/drawing/2014/main" id="{98DEDA6E-89CF-DB84-60E1-DE1A3B2041EC}"/>
                  </a:ext>
                </a:extLst>
              </p:cNvPr>
              <p:cNvSpPr/>
              <p:nvPr/>
            </p:nvSpPr>
            <p:spPr>
              <a:xfrm flipH="1">
                <a:off x="3509152" y="253612"/>
                <a:ext cx="45719" cy="289752"/>
              </a:xfrm>
              <a:prstGeom prst="rect">
                <a:avLst/>
              </a:prstGeom>
              <a:solidFill>
                <a:schemeClr val="bg1"/>
              </a:solidFill>
              <a:ln w="12700" cmpd="sng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1200" name="Straight Connector 232">
                <a:extLst>
                  <a:ext uri="{FF2B5EF4-FFF2-40B4-BE49-F238E27FC236}">
                    <a16:creationId xmlns:a16="http://schemas.microsoft.com/office/drawing/2014/main" id="{92D49A1E-8302-6A5B-6510-89EFF3248E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32011" y="253612"/>
                <a:ext cx="0" cy="296189"/>
              </a:xfrm>
              <a:prstGeom prst="line">
                <a:avLst/>
              </a:prstGeom>
              <a:ln w="22860" cmpd="sng">
                <a:solidFill>
                  <a:schemeClr val="tx1"/>
                </a:solidFill>
                <a:prstDash val="dashDot"/>
                <a:headEnd type="none" w="med" len="lg"/>
                <a:tailEnd type="none" w="med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 xmlns:a="http://schemas.openxmlformats.org/drawingml/2006/main">
          <p:nvSpPr>
            <p:cNvPr id="1201" name="Rectangle 231">
              <a:extLst>
                <a:ext uri="{FF2B5EF4-FFF2-40B4-BE49-F238E27FC236}">
                  <a16:creationId xmlns:a16="http://schemas.microsoft.com/office/drawing/2014/main" id="{0FDBACE5-C0C2-D046-5195-E71345A4A9C7}"/>
                </a:ext>
              </a:extLst>
            </p:cNvPr>
            <p:cNvSpPr/>
            <p:nvPr/>
          </p:nvSpPr>
          <p:spPr>
            <a:xfrm flipH="1">
              <a:off x="6341275" y="1415257"/>
              <a:ext cx="78916" cy="377546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 xmlns:a="http://schemas.openxmlformats.org/drawingml/2006/main">
          <p:nvCxnSpPr>
            <p:cNvPr id="1202" name="Straight Connector 232">
              <a:extLst>
                <a:ext uri="{FF2B5EF4-FFF2-40B4-BE49-F238E27FC236}">
                  <a16:creationId xmlns:a16="http://schemas.microsoft.com/office/drawing/2014/main" id="{4E040843-FAFA-D738-2E43-A18B09794DE6}"/>
                </a:ext>
              </a:extLst>
            </p:cNvPr>
            <p:cNvCxnSpPr>
              <a:cxnSpLocks/>
            </p:cNvCxnSpPr>
            <p:nvPr/>
          </p:nvCxnSpPr>
          <p:spPr>
            <a:xfrm>
              <a:off x="6353721" y="1424781"/>
              <a:ext cx="0" cy="371019"/>
            </a:xfrm>
            <a:prstGeom prst="line">
              <a:avLst/>
            </a:prstGeom>
            <a:noFill/>
            <a:ln w="22860" cmpd="sng">
              <a:solidFill>
                <a:schemeClr val="tx1">
                  <a:lumMod val="85000"/>
                  <a:lumOff val="15000"/>
                </a:schemeClr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 xmlns:a="http://schemas.openxmlformats.org/drawingml/2006/main">
          <p:nvSpPr>
            <p:cNvPr id="1203" name="Rectangle 231">
              <a:extLst>
                <a:ext uri="{FF2B5EF4-FFF2-40B4-BE49-F238E27FC236}">
                  <a16:creationId xmlns:a16="http://schemas.microsoft.com/office/drawing/2014/main" id="{EA5FC690-A437-E9F6-4246-D70C0F646C0C}"/>
                </a:ext>
              </a:extLst>
            </p:cNvPr>
            <p:cNvSpPr/>
            <p:nvPr/>
          </p:nvSpPr>
          <p:spPr>
            <a:xfrm flipH="1">
              <a:off x="8707560" y="2415741"/>
              <a:ext cx="90602" cy="362956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 xmlns:a="http://schemas.openxmlformats.org/drawingml/2006/main">
          <p:nvCxnSpPr>
            <p:cNvPr id="1204" name="Straight Connector 90">
              <a:extLst>
                <a:ext uri="{FF2B5EF4-FFF2-40B4-BE49-F238E27FC236}">
                  <a16:creationId xmlns:a16="http://schemas.microsoft.com/office/drawing/2014/main" id="{1A5783C8-80EB-2689-FBF7-CA295B2826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88759" y="2406646"/>
              <a:ext cx="0" cy="381000"/>
            </a:xfrm>
            <a:prstGeom prst="line">
              <a:avLst/>
            </a:prstGeom>
            <a:ln w="22860" cmpd="sng">
              <a:solidFill>
                <a:schemeClr val="tx1"/>
              </a:solidFill>
              <a:prstDash val="dashDot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 xmlns:a="http://schemas.openxmlformats.org/drawingml/2006/main">
          <p:nvSpPr>
            <p:cNvPr id="1205" name="Rectangle 231">
              <a:extLst>
                <a:ext uri="{FF2B5EF4-FFF2-40B4-BE49-F238E27FC236}">
                  <a16:creationId xmlns:a16="http://schemas.microsoft.com/office/drawing/2014/main" id="{C268EF1E-52F9-C5DA-D3D1-A4C45301AC2D}"/>
                </a:ext>
              </a:extLst>
            </p:cNvPr>
            <p:cNvSpPr/>
            <p:nvPr/>
          </p:nvSpPr>
          <p:spPr>
            <a:xfrm flipH="1">
              <a:off x="6001775" y="2416832"/>
              <a:ext cx="90602" cy="362956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 xmlns:a="http://schemas.openxmlformats.org/drawingml/2006/main">
          <p:nvCxnSpPr>
            <p:cNvPr id="1206" name="Straight Connector 90">
              <a:extLst>
                <a:ext uri="{FF2B5EF4-FFF2-40B4-BE49-F238E27FC236}">
                  <a16:creationId xmlns:a16="http://schemas.microsoft.com/office/drawing/2014/main" id="{9BB7160A-1A10-FE4C-FE5A-FC982EB47B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82974" y="2407737"/>
              <a:ext cx="0" cy="381000"/>
            </a:xfrm>
            <a:prstGeom prst="line">
              <a:avLst/>
            </a:prstGeom>
            <a:ln w="22860" cmpd="sng">
              <a:solidFill>
                <a:schemeClr val="tx1"/>
              </a:solidFill>
              <a:prstDash val="dashDot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 xmlns:a="http://schemas.openxmlformats.org/drawingml/2006/main">
          <p:nvCxnSpPr>
            <p:cNvPr id="1207" name="Straight Arrow Connector 616">
              <a:extLst>
                <a:ext uri="{FF2B5EF4-FFF2-40B4-BE49-F238E27FC236}">
                  <a16:creationId xmlns:a16="http://schemas.microsoft.com/office/drawing/2014/main" id="{3C964CA9-BE74-E244-194F-411DF5EDA4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1375" y="2783619"/>
              <a:ext cx="7127875" cy="103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208" name="TextBox 1">
                  <a:extLst>
                    <a:ext uri="{FF2B5EF4-FFF2-40B4-BE49-F238E27FC236}">
                      <a16:creationId xmlns:a16="http://schemas.microsoft.com/office/drawing/2014/main" id="{65A4B8F3-5F05-E794-EB93-356B1859341A}"/>
                    </a:ext>
                  </a:extLst>
                </p:cNvPr>
                <p:cNvSpPr txBox="1"/>
                <p:nvPr/>
              </p:nvSpPr>
              <p:spPr>
                <a:xfrm>
                  <a:off x="3329516" y="1122265"/>
                  <a:ext cx="348685" cy="27315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RU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RU" sz="1700" dirty="0"/>
                </a:p>
              </p:txBody>
            </p:sp>
          </mc:Choice>
          <mc:Fallback xmlns="">
            <p:sp>
              <p:nvSpPr>
                <p:cNvPr id="1208" name="TextBox 1">
                  <a:extLst>
                    <a:ext uri="{FF2B5EF4-FFF2-40B4-BE49-F238E27FC236}">
                      <a16:creationId xmlns:a16="http://schemas.microsoft.com/office/drawing/2014/main" id="{65A4B8F3-5F05-E794-EB93-356B185934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9516" y="1122265"/>
                  <a:ext cx="348685" cy="273152"/>
                </a:xfrm>
                <a:prstGeom prst="rect">
                  <a:avLst/>
                </a:prstGeom>
                <a:blipFill>
                  <a:blip r:embed="rId136"/>
                  <a:stretch>
                    <a:fillRect l="-8772" r="-5263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209" name="TextBox 10">
                  <a:extLst>
                    <a:ext uri="{FF2B5EF4-FFF2-40B4-BE49-F238E27FC236}">
                      <a16:creationId xmlns:a16="http://schemas.microsoft.com/office/drawing/2014/main" id="{7675F7F8-3986-6AE6-FA74-2B1122A9080B}"/>
                    </a:ext>
                  </a:extLst>
                </p:cNvPr>
                <p:cNvSpPr txBox="1"/>
                <p:nvPr/>
              </p:nvSpPr>
              <p:spPr>
                <a:xfrm>
                  <a:off x="3344896" y="2130617"/>
                  <a:ext cx="353750" cy="27315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RU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RU" sz="1700" dirty="0"/>
                </a:p>
              </p:txBody>
            </p:sp>
          </mc:Choice>
          <mc:Fallback xmlns="">
            <p:sp>
              <p:nvSpPr>
                <p:cNvPr id="1209" name="TextBox 10">
                  <a:extLst>
                    <a:ext uri="{FF2B5EF4-FFF2-40B4-BE49-F238E27FC236}">
                      <a16:creationId xmlns:a16="http://schemas.microsoft.com/office/drawing/2014/main" id="{7675F7F8-3986-6AE6-FA74-2B1122A908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4896" y="2130617"/>
                  <a:ext cx="353750" cy="273152"/>
                </a:xfrm>
                <a:prstGeom prst="rect">
                  <a:avLst/>
                </a:prstGeom>
                <a:blipFill>
                  <a:blip r:embed="rId137"/>
                  <a:stretch>
                    <a:fillRect l="-8621" r="-3448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210" name="TextBox 13">
                  <a:extLst>
                    <a:ext uri="{FF2B5EF4-FFF2-40B4-BE49-F238E27FC236}">
                      <a16:creationId xmlns:a16="http://schemas.microsoft.com/office/drawing/2014/main" id="{78D9B0C4-5738-A9F6-D538-90FFE38965EB}"/>
                    </a:ext>
                  </a:extLst>
                </p:cNvPr>
                <p:cNvSpPr txBox="1"/>
                <p:nvPr/>
              </p:nvSpPr>
              <p:spPr>
                <a:xfrm>
                  <a:off x="8738155" y="2106146"/>
                  <a:ext cx="353750" cy="27315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RU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RU" sz="1700" dirty="0"/>
                </a:p>
              </p:txBody>
            </p:sp>
          </mc:Choice>
          <mc:Fallback xmlns="">
            <p:sp>
              <p:nvSpPr>
                <p:cNvPr id="1210" name="TextBox 13">
                  <a:extLst>
                    <a:ext uri="{FF2B5EF4-FFF2-40B4-BE49-F238E27FC236}">
                      <a16:creationId xmlns:a16="http://schemas.microsoft.com/office/drawing/2014/main" id="{78D9B0C4-5738-A9F6-D538-90FFE38965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8155" y="2106146"/>
                  <a:ext cx="353750" cy="273152"/>
                </a:xfrm>
                <a:prstGeom prst="rect">
                  <a:avLst/>
                </a:prstGeom>
                <a:blipFill>
                  <a:blip r:embed="rId138"/>
                  <a:stretch>
                    <a:fillRect l="-8621" r="-5172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 xmlns:a="http://schemas.openxmlformats.org/drawingml/2006/main" xmlns:r="http://schemas.openxmlformats.org/officeDocument/2006/relationships">
          <mc:Choice Requires="a14">
            <p:sp>
              <p:nvSpPr>
                <p:cNvPr id="1211" name="TextBox 31">
                  <a:extLst>
                    <a:ext uri="{FF2B5EF4-FFF2-40B4-BE49-F238E27FC236}">
                      <a16:creationId xmlns:a16="http://schemas.microsoft.com/office/drawing/2014/main" id="{A02B1222-3EB5-DCB3-24BC-3138F1498D6A}"/>
                    </a:ext>
                  </a:extLst>
                </p:cNvPr>
                <p:cNvSpPr txBox="1"/>
                <p:nvPr/>
              </p:nvSpPr>
              <p:spPr>
                <a:xfrm>
                  <a:off x="6034463" y="2126220"/>
                  <a:ext cx="353751" cy="27315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RU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RU" sz="1700" dirty="0"/>
                </a:p>
              </p:txBody>
            </p:sp>
          </mc:Choice>
          <mc:Fallback xmlns="">
            <p:sp>
              <p:nvSpPr>
                <p:cNvPr id="1211" name="TextBox 31">
                  <a:extLst>
                    <a:ext uri="{FF2B5EF4-FFF2-40B4-BE49-F238E27FC236}">
                      <a16:creationId xmlns:a16="http://schemas.microsoft.com/office/drawing/2014/main" id="{A02B1222-3EB5-DCB3-24BC-3138F1498D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4463" y="2126220"/>
                  <a:ext cx="353751" cy="273152"/>
                </a:xfrm>
                <a:prstGeom prst="rect">
                  <a:avLst/>
                </a:prstGeom>
                <a:blipFill>
                  <a:blip r:embed="rId139"/>
                  <a:stretch>
                    <a:fillRect l="-8621" r="-3448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17" name="Legend release and completion"/>
          <p:cNvGrpSpPr/>
          <p:nvPr/>
        </p:nvGrpSpPr>
        <p:grpSpPr>
          <ns1:xfrm xmlns:ns1="http://schemas.openxmlformats.org/drawingml/2006/main">
            <ns1:off x="571500" y="12039600"/>
            <ns1:ext cx="2111568" cy="414909"/>
            <ns1:chOff x="3567641" y="1444466"/>
            <ns1:chExt cx="1955156" cy="384175"/>
          </ns1:xfrm>
        </p:grpSpPr>
        <p:grpSp xmlns:a="http://schemas.openxmlformats.org/drawingml/2006/main">
          <p:nvGrpSpPr>
            <p:cNvPr id="1213" name="Группа 82">
              <a:extLst>
                <a:ext uri="{FF2B5EF4-FFF2-40B4-BE49-F238E27FC236}">
                  <a16:creationId xmlns:a16="http://schemas.microsoft.com/office/drawing/2014/main" id="{DA9FBDFD-5A40-2012-4DA7-205A27B8285B}"/>
                </a:ext>
              </a:extLst>
            </p:cNvPr>
            <p:cNvGrpSpPr/>
            <p:nvPr/>
          </p:nvGrpSpPr>
          <p:grpSpPr>
            <a:xfrm>
              <a:off x="3567641" y="1444466"/>
              <a:ext cx="1955156" cy="384175"/>
              <a:chOff x="3567641" y="1444466"/>
              <a:chExt cx="1955156" cy="384175"/>
            </a:xfrm>
          </p:grpSpPr>
          <p:cxnSp>
            <p:nvCxnSpPr>
              <p:cNvPr id="1214" name="Straight Connector 90">
                <a:extLst>
                  <a:ext uri="{FF2B5EF4-FFF2-40B4-BE49-F238E27FC236}">
                    <a16:creationId xmlns:a16="http://schemas.microsoft.com/office/drawing/2014/main" id="{54F282E5-8052-3235-E644-414AC93869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67641" y="1446053"/>
                <a:ext cx="0" cy="381000"/>
              </a:xfrm>
              <a:prstGeom prst="line">
                <a:avLst/>
              </a:prstGeom>
              <a:ln w="19050" cmpd="sng">
                <a:solidFill>
                  <a:schemeClr val="tx1"/>
                </a:solidFill>
                <a:prstDash val="solid"/>
                <a:headEnd type="none" w="med" len="sm"/>
                <a:tailEnd type="stealth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5" name="Straight Connector 90">
                <a:extLst>
                  <a:ext uri="{FF2B5EF4-FFF2-40B4-BE49-F238E27FC236}">
                    <a16:creationId xmlns:a16="http://schemas.microsoft.com/office/drawing/2014/main" id="{3B713633-5440-F310-0E1C-EA36FA9D48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1705" y="1444466"/>
                <a:ext cx="3810" cy="384175"/>
              </a:xfrm>
              <a:prstGeom prst="line">
                <a:avLst/>
              </a:prstGeom>
              <a:ln w="19050" cmpd="sng">
                <a:solidFill>
                  <a:schemeClr val="tx1"/>
                </a:solidFill>
                <a:prstDash val="solid"/>
                <a:headEnd type="none" w="med" len="sm"/>
                <a:tailEnd type="stealth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6" name="TextBox 47">
                <a:extLst>
                  <a:ext uri="{FF2B5EF4-FFF2-40B4-BE49-F238E27FC236}">
                    <a16:creationId xmlns:a16="http://schemas.microsoft.com/office/drawing/2014/main" id="{9A28A9D4-103B-2761-03BC-59A11CE70EBB}"/>
                  </a:ext>
                </a:extLst>
              </p:cNvPr>
              <p:cNvSpPr txBox="1"/>
              <p:nvPr/>
            </p:nvSpPr>
            <p:spPr>
              <a:xfrm>
                <a:off x="3871383" y="1477864"/>
                <a:ext cx="165141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700" dirty="0"/>
                  <a:t>- job release/finish</a:t>
                </a:r>
                <a:endParaRPr lang="en-RU" sz="1700" dirty="0"/>
              </a:p>
            </p:txBody>
          </p:sp>
        </p:grpSp>
      </p:grpSp>
      <p:grpSp>
        <p:nvGrpSpPr>
          <p:cNvPr id="1224" name="Legend deadlines and releases"/>
          <p:cNvGrpSpPr/>
          <p:nvPr/>
        </p:nvGrpSpPr>
        <p:grpSpPr>
          <ns1:xfrm xmlns:ns1="http://schemas.openxmlformats.org/drawingml/2006/main">
            <ns1:off x="6191250" y="12039600"/>
            <ns1:ext cx="4772037" cy="431565"/>
            <ns1:chOff x="3532793" y="2374896"/>
            <ns1:chExt cx="4418553" cy="399597"/>
          </ns1:xfrm>
        </p:grpSpPr>
        <p:grpSp xmlns:a="http://schemas.openxmlformats.org/drawingml/2006/main">
          <p:nvGrpSpPr>
            <p:cNvPr id="1218" name="Группа 88">
              <a:extLst>
                <a:ext uri="{FF2B5EF4-FFF2-40B4-BE49-F238E27FC236}">
                  <a16:creationId xmlns:a16="http://schemas.microsoft.com/office/drawing/2014/main" id="{B9C5BDDD-3DA4-B5A5-2229-048D9FFEDDD6}"/>
                </a:ext>
              </a:extLst>
            </p:cNvPr>
            <p:cNvGrpSpPr/>
            <p:nvPr/>
          </p:nvGrpSpPr>
          <p:grpSpPr>
            <a:xfrm>
              <a:off x="3532793" y="2374896"/>
              <a:ext cx="4418553" cy="399597"/>
              <a:chOff x="3532793" y="2374896"/>
              <a:chExt cx="4418553" cy="399597"/>
            </a:xfrm>
          </p:grpSpPr>
          <p:grpSp>
            <p:nvGrpSpPr>
              <p:cNvPr id="1219" name="Group 230">
                <a:extLst>
                  <a:ext uri="{FF2B5EF4-FFF2-40B4-BE49-F238E27FC236}">
                    <a16:creationId xmlns:a16="http://schemas.microsoft.com/office/drawing/2014/main" id="{31628151-3BF1-C6EF-B1CC-8D8C1EEC7493}"/>
                  </a:ext>
                </a:extLst>
              </p:cNvPr>
              <p:cNvGrpSpPr/>
              <p:nvPr/>
            </p:nvGrpSpPr>
            <p:grpSpPr>
              <a:xfrm>
                <a:off x="3532793" y="2403474"/>
                <a:ext cx="90602" cy="371019"/>
                <a:chOff x="3509152" y="253612"/>
                <a:chExt cx="45719" cy="296189"/>
              </a:xfrm>
            </p:grpSpPr>
            <p:sp>
              <p:nvSpPr>
                <p:cNvPr id="1220" name="Rectangle 231">
                  <a:extLst>
                    <a:ext uri="{FF2B5EF4-FFF2-40B4-BE49-F238E27FC236}">
                      <a16:creationId xmlns:a16="http://schemas.microsoft.com/office/drawing/2014/main" id="{D82197D5-FF57-6738-0BD1-F34FA7A79D5C}"/>
                    </a:ext>
                  </a:extLst>
                </p:cNvPr>
                <p:cNvSpPr/>
                <p:nvPr/>
              </p:nvSpPr>
              <p:spPr>
                <a:xfrm flipH="1">
                  <a:off x="3509152" y="253612"/>
                  <a:ext cx="45719" cy="289752"/>
                </a:xfrm>
                <a:prstGeom prst="rect">
                  <a:avLst/>
                </a:prstGeom>
                <a:solidFill>
                  <a:schemeClr val="bg1"/>
                </a:solidFill>
                <a:ln w="12700" cmpd="sng">
                  <a:noFill/>
                  <a:prstDash val="solid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cxnSp>
              <p:nvCxnSpPr>
                <p:cNvPr id="1221" name="Straight Connector 232">
                  <a:extLst>
                    <a:ext uri="{FF2B5EF4-FFF2-40B4-BE49-F238E27FC236}">
                      <a16:creationId xmlns:a16="http://schemas.microsoft.com/office/drawing/2014/main" id="{1DA35B67-6C14-A96D-F02C-6B9DD03995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32011" y="253612"/>
                  <a:ext cx="0" cy="296189"/>
                </a:xfrm>
                <a:prstGeom prst="line">
                  <a:avLst/>
                </a:prstGeom>
                <a:ln w="22860" cmpd="sng">
                  <a:solidFill>
                    <a:schemeClr val="tx1"/>
                  </a:solidFill>
                  <a:prstDash val="dashDot"/>
                  <a:headEnd type="none" w="med" len="lg"/>
                  <a:tailEnd type="none" w="med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22" name="Straight Connector 90">
                <a:extLst>
                  <a:ext uri="{FF2B5EF4-FFF2-40B4-BE49-F238E27FC236}">
                    <a16:creationId xmlns:a16="http://schemas.microsoft.com/office/drawing/2014/main" id="{AEAEB569-2273-7CD8-5762-1767357EBD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727809" y="2374896"/>
                <a:ext cx="0" cy="381000"/>
              </a:xfrm>
              <a:prstGeom prst="line">
                <a:avLst/>
              </a:prstGeom>
              <a:ln w="22860" cmpd="sng">
                <a:solidFill>
                  <a:schemeClr val="tx1"/>
                </a:solidFill>
                <a:prstDash val="dashDot"/>
                <a:headEnd type="none" w="med" len="sm"/>
                <a:tailEnd type="stealth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3" name="TextBox 65">
                <a:extLst>
                  <a:ext uri="{FF2B5EF4-FFF2-40B4-BE49-F238E27FC236}">
                    <a16:creationId xmlns:a16="http://schemas.microsoft.com/office/drawing/2014/main" id="{99AF73A1-15C3-A1DD-03B0-E6486B1EFFAE}"/>
                  </a:ext>
                </a:extLst>
              </p:cNvPr>
              <p:cNvSpPr txBox="1"/>
              <p:nvPr/>
            </p:nvSpPr>
            <p:spPr>
              <a:xfrm>
                <a:off x="3871383" y="2454147"/>
                <a:ext cx="4079963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700" dirty="0"/>
                  <a:t>- job deadline/deadline and scheduled release</a:t>
                </a:r>
                <a:endParaRPr lang="en-RU" sz="1700" dirty="0"/>
              </a:p>
            </p:txBody>
          </p:sp>
        </p:grpSp>
      </p:grpSp>
      <p:grpSp>
        <p:nvGrpSpPr>
          <p:cNvPr id="1228" name="Legend preemption"/>
          <p:cNvGrpSpPr/>
          <p:nvPr/>
        </p:nvGrpSpPr>
        <p:grpSpPr>
          <ns1:xfrm xmlns:ns1="http://schemas.openxmlformats.org/drawingml/2006/main">
            <ns1:off x="571500" y="12515850"/>
            <ns1:ext cx="1481326" cy="400701"/>
            <ns1:chOff x="3661321" y="1951831"/>
            <ns1:chExt cx="1371598" cy="371019"/>
          </ns1:xfrm>
        </p:grpSpPr>
        <p:grpSp xmlns:a="http://schemas.openxmlformats.org/drawingml/2006/main">
          <p:nvGrpSpPr>
            <p:cNvPr id="1225" name="Группа 84">
              <a:extLst>
                <a:ext uri="{FF2B5EF4-FFF2-40B4-BE49-F238E27FC236}">
                  <a16:creationId xmlns:a16="http://schemas.microsoft.com/office/drawing/2014/main" id="{730B2A18-67C2-C981-CAC5-D9DD17FF4125}"/>
                </a:ext>
              </a:extLst>
            </p:cNvPr>
            <p:cNvGrpSpPr/>
            <p:nvPr/>
          </p:nvGrpSpPr>
          <p:grpSpPr>
            <a:xfrm>
              <a:off x="3661321" y="1951831"/>
              <a:ext cx="1371598" cy="371019"/>
              <a:chOff x="3661321" y="1951831"/>
              <a:chExt cx="1371598" cy="371019"/>
            </a:xfrm>
          </p:grpSpPr>
          <p:cxnSp>
            <p:nvCxnSpPr>
              <p:cNvPr id="1226" name="Straight Connector 232">
                <a:extLst>
                  <a:ext uri="{FF2B5EF4-FFF2-40B4-BE49-F238E27FC236}">
                    <a16:creationId xmlns:a16="http://schemas.microsoft.com/office/drawing/2014/main" id="{F6D9FFB9-7E82-0B1D-D4D9-24831621B6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61321" y="1951831"/>
                <a:ext cx="0" cy="371019"/>
              </a:xfrm>
              <a:prstGeom prst="line">
                <a:avLst/>
              </a:prstGeom>
              <a:noFill/>
              <a:ln w="22860" cmpd="sng">
                <a:solidFill>
                  <a:schemeClr val="tx1">
                    <a:lumMod val="85000"/>
                    <a:lumOff val="15000"/>
                  </a:schemeClr>
                </a:solidFill>
                <a:prstDash val="sysDot"/>
                <a:headEnd type="none" w="med" len="lg"/>
                <a:tailEnd type="none" w="med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7" name="TextBox 53">
                <a:extLst>
                  <a:ext uri="{FF2B5EF4-FFF2-40B4-BE49-F238E27FC236}">
                    <a16:creationId xmlns:a16="http://schemas.microsoft.com/office/drawing/2014/main" id="{F82AD8EC-685D-B317-B3E8-6A8AD0E790B1}"/>
                  </a:ext>
                </a:extLst>
              </p:cNvPr>
              <p:cNvSpPr txBox="1"/>
              <p:nvPr/>
            </p:nvSpPr>
            <p:spPr>
              <a:xfrm>
                <a:off x="3871383" y="1951831"/>
                <a:ext cx="1161536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700" dirty="0"/>
                  <a:t>- preemption</a:t>
                </a:r>
                <a:endParaRPr lang="en-RU" sz="1700" dirty="0"/>
              </a:p>
            </p:txBody>
          </p:sp>
        </p:grpSp>
      </p:grpSp>
      <p:grpSp>
        <p:nvGrpSpPr>
          <p:cNvPr id="1232" name="Legend preemption delay"/>
          <p:cNvGrpSpPr/>
          <p:nvPr/>
        </p:nvGrpSpPr>
        <p:grpSpPr>
          <ns1:xfrm xmlns:ns1="http://schemas.openxmlformats.org/drawingml/2006/main">
            <ns1:off x="6191250" y="12515850"/>
            <ns1:ext cx="2145985" cy="296431"/>
            <ns1:chOff x="3567641" y="2790775"/>
            <ns1:chExt cx="1987023" cy="274473"/>
          </ns1:xfrm>
        </p:grpSpPr>
        <p:grpSp xmlns:a="http://schemas.openxmlformats.org/drawingml/2006/main" xmlns:r="http://schemas.openxmlformats.org/officeDocument/2006/relationships">
          <p:nvGrpSpPr>
            <p:cNvPr id="1229" name="Группа 89">
              <a:extLst>
                <a:ext uri="{FF2B5EF4-FFF2-40B4-BE49-F238E27FC236}">
                  <a16:creationId xmlns:a16="http://schemas.microsoft.com/office/drawing/2014/main" id="{9914F201-4ACA-7390-5C33-C39AD3839A85}"/>
                </a:ext>
              </a:extLst>
            </p:cNvPr>
            <p:cNvGrpSpPr/>
            <p:nvPr/>
          </p:nvGrpSpPr>
          <p:grpSpPr>
            <a:xfrm>
              <a:off x="3567641" y="2790775"/>
              <a:ext cx="1987023" cy="274473"/>
              <a:chOff x="3567641" y="2771723"/>
              <a:chExt cx="1987023" cy="27447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0" name="TextBox 66">
                    <a:extLst>
                      <a:ext uri="{FF2B5EF4-FFF2-40B4-BE49-F238E27FC236}">
                        <a16:creationId xmlns:a16="http://schemas.microsoft.com/office/drawing/2014/main" id="{965EACC4-EC99-F712-F8F4-83C987637EBA}"/>
                      </a:ext>
                    </a:extLst>
                  </p:cNvPr>
                  <p:cNvSpPr txBox="1"/>
                  <p:nvPr/>
                </p:nvSpPr>
                <p:spPr>
                  <a:xfrm>
                    <a:off x="3567641" y="2799975"/>
                    <a:ext cx="153888" cy="246221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>
                          <m:r>
                            <m:rPr>
                              <m:nor/>
                            </m:rPr>
                            <a:rPr lang="el-GR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oMath>
                      </m:oMathPara>
                    </a14:m>
                    <a:endParaRPr lang="en-US" sz="1600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30" name="TextBox 66">
                    <a:extLst>
                      <a:ext uri="{FF2B5EF4-FFF2-40B4-BE49-F238E27FC236}">
                        <a16:creationId xmlns:a16="http://schemas.microsoft.com/office/drawing/2014/main" id="{965EACC4-EC99-F712-F8F4-83C987637E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67641" y="2799975"/>
                    <a:ext cx="153888" cy="246221"/>
                  </a:xfrm>
                  <a:prstGeom prst="rect">
                    <a:avLst/>
                  </a:prstGeom>
                  <a:blipFill>
                    <a:blip r:embed="rId140"/>
                    <a:stretch>
                      <a:fillRect l="-32000" r="-32000" b="-73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31" name="TextBox 67">
                <a:extLst>
                  <a:ext uri="{FF2B5EF4-FFF2-40B4-BE49-F238E27FC236}">
                    <a16:creationId xmlns:a16="http://schemas.microsoft.com/office/drawing/2014/main" id="{5DA0B1CA-1FF1-4976-5DAB-31CB63F8B500}"/>
                  </a:ext>
                </a:extLst>
              </p:cNvPr>
              <p:cNvSpPr txBox="1"/>
              <p:nvPr/>
            </p:nvSpPr>
            <p:spPr>
              <a:xfrm>
                <a:off x="3871383" y="2771723"/>
                <a:ext cx="1683281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700" dirty="0"/>
                  <a:t>- preemption delay</a:t>
                </a:r>
                <a:endParaRPr lang="en-RU" sz="1700" dirty="0"/>
              </a:p>
            </p:txBody>
          </p:sp>
        </p:grpSp>
      </p:grpSp>
      <p:grpSp>
        <p:nvGrpSpPr>
          <p:cNvPr id="1236" name="Legend execution and late execution"/>
          <p:cNvGrpSpPr/>
          <p:nvPr/>
        </p:nvGrpSpPr>
        <p:grpSpPr>
          <ns1:xfrm xmlns:ns1="http://schemas.openxmlformats.org/drawingml/2006/main">
            <ns1:off x="571500" y="12992100"/>
            <ns1:ext cx="4193456" cy="408077"/>
            <ns1:chOff x="3532793" y="3405214"/>
            <ns1:chExt cx="3882830" cy="377849"/>
          </ns1:xfrm>
        </p:grpSpPr>
        <p:sp xmlns:a="http://schemas.openxmlformats.org/drawingml/2006/main">
          <p:nvSpPr>
            <p:cNvPr id="1233" name="job 1">
              <a:extLst>
                <a:ext uri="{FF2B5EF4-FFF2-40B4-BE49-F238E27FC236}">
                  <a16:creationId xmlns:a16="http://schemas.microsoft.com/office/drawing/2014/main" id="{044E00C9-EFD1-482B-6A7E-2773C5ED9E51}"/>
                </a:ext>
              </a:extLst>
            </p:cNvPr>
            <p:cNvSpPr>
              <a:spLocks/>
            </p:cNvSpPr>
            <p:nvPr/>
          </p:nvSpPr>
          <p:spPr>
            <a:xfrm>
              <a:off x="3532793" y="3405214"/>
              <a:ext cx="90602" cy="377849"/>
            </a:xfrm>
            <a:prstGeom prst="rect">
              <a:avLst/>
            </a:prstGeom>
            <a:solidFill>
              <a:srgbClr val="E2E2E2"/>
            </a:solidFill>
            <a:ln w="9525">
              <a:solidFill>
                <a:srgbClr val="202020"/>
              </a:solidFill>
            </a:ln>
          </p:spPr>
          <p:txBody>
            <a:bodyPr/>
            <a:lstStyle/>
            <a:p>
              <a:endParaRPr lang="en-US"/>
            </a:p>
          </p:txBody>
        </p:sp>
        <p:sp xmlns:a="http://schemas.openxmlformats.org/drawingml/2006/main">
          <p:nvSpPr>
            <p:cNvPr id="1234" name="TextBox 75">
              <a:extLst>
                <a:ext uri="{FF2B5EF4-FFF2-40B4-BE49-F238E27FC236}">
                  <a16:creationId xmlns:a16="http://schemas.microsoft.com/office/drawing/2014/main" id="{5F965657-CCFC-3653-1EB2-7F442E966370}"/>
                </a:ext>
              </a:extLst>
            </p:cNvPr>
            <p:cNvSpPr txBox="1"/>
            <p:nvPr/>
          </p:nvSpPr>
          <p:spPr>
            <a:xfrm>
              <a:off x="3871383" y="3460146"/>
              <a:ext cx="3544240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700" dirty="0"/>
                <a:t>- job execution/execution after deadline</a:t>
              </a:r>
              <a:endParaRPr lang="en-RU" sz="1700" dirty="0"/>
            </a:p>
          </p:txBody>
        </p:sp>
        <p:sp xmlns:a="http://schemas.openxmlformats.org/drawingml/2006/main">
          <p:nvSpPr>
            <p:cNvPr id="1235" name="Rectangle 769">
              <a:extLst>
                <a:ext uri="{FF2B5EF4-FFF2-40B4-BE49-F238E27FC236}">
                  <a16:creationId xmlns:a16="http://schemas.microsoft.com/office/drawing/2014/main" id="{3EFE6102-F45D-32AC-5103-77DEC2B5CDB0}"/>
                </a:ext>
              </a:extLst>
            </p:cNvPr>
            <p:cNvSpPr/>
            <p:nvPr/>
          </p:nvSpPr>
          <p:spPr>
            <a:xfrm flipH="1">
              <a:off x="3675074" y="3405214"/>
              <a:ext cx="92910" cy="377849"/>
            </a:xfrm>
            <a:prstGeom prst="rect">
              <a:avLst/>
            </a:prstGeom>
            <a:solidFill>
              <a:srgbClr val="E2E2E2"/>
            </a:solidFill>
            <a:ln w="12700" cmpd="sng">
              <a:solidFill>
                <a:schemeClr val="tx1"/>
              </a:solidFill>
              <a:prstDash val="solid"/>
            </a:ln>
            <a:effectLst>
              <a:innerShdw dist="1179576" dir="10800000">
                <a:srgbClr val="C00000">
                  <a:alpha val="8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rgbClr val="A6A6A6"/>
                </a:solidFill>
              </a:endParaRPr>
            </a:p>
          </p:txBody>
        </p:sp>
      </p:grpSp>
      <p:grpSp>
        <p:nvGrpSpPr>
          <p:cNvPr id="1240" name="Legend skipped release"/>
          <p:cNvGrpSpPr/>
          <p:nvPr/>
        </p:nvGrpSpPr>
        <p:grpSpPr>
          <ns1:xfrm xmlns:ns1="http://schemas.openxmlformats.org/drawingml/2006/main">
            <ns1:off x="6191250" y="12992100"/>
            <ns1:ext cx="1941006" cy="282539"/>
            <ns1:chOff x="3578093" y="3110287"/>
            <ns1:chExt cx="1797228" cy="261610"/>
          </ns1:xfrm>
        </p:grpSpPr>
        <p:sp xmlns:a="http://schemas.openxmlformats.org/drawingml/2006/main">
          <p:nvSpPr>
            <p:cNvPr id="1237" name="skip cross b">
              <a:extLst>
                <a:ext uri="{FF2B5EF4-FFF2-40B4-BE49-F238E27FC236}">
                  <a16:creationId xmlns:a16="http://schemas.microsoft.com/office/drawing/2014/main" id="{32E99B2C-0B31-1CDA-8BFA-E4EDE10AA116}"/>
                </a:ext>
              </a:extLst>
            </p:cNvPr>
            <p:cNvSpPr>
              <a:spLocks/>
            </p:cNvSpPr>
            <p:nvPr/>
          </p:nvSpPr>
          <p:spPr>
            <a:xfrm flipV="1">
              <a:off x="3578093" y="3183942"/>
              <a:ext cx="114300" cy="114300"/>
            </a:xfrm>
            <a:prstGeom prst="line">
              <a:avLst/>
            </a:prstGeom>
            <a:noFill/>
            <a:ln w="17145">
              <a:solidFill>
                <a:srgbClr val="C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 xmlns:a="http://schemas.openxmlformats.org/drawingml/2006/main">
          <p:nvSpPr>
            <p:cNvPr id="1238" name="skip cross a">
              <a:extLst>
                <a:ext uri="{FF2B5EF4-FFF2-40B4-BE49-F238E27FC236}">
                  <a16:creationId xmlns:a16="http://schemas.microsoft.com/office/drawing/2014/main" id="{951AE809-1E93-945D-3281-BEFCD8D099B5}"/>
                </a:ext>
              </a:extLst>
            </p:cNvPr>
            <p:cNvSpPr>
              <a:spLocks/>
            </p:cNvSpPr>
            <p:nvPr/>
          </p:nvSpPr>
          <p:spPr>
            <a:xfrm>
              <a:off x="3578093" y="3183942"/>
              <a:ext cx="114300" cy="114300"/>
            </a:xfrm>
            <a:prstGeom prst="line">
              <a:avLst/>
            </a:prstGeom>
            <a:noFill/>
            <a:ln w="17145">
              <a:solidFill>
                <a:srgbClr val="C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 xmlns:a="http://schemas.openxmlformats.org/drawingml/2006/main">
          <p:nvSpPr>
            <p:cNvPr id="1239" name="TextBox 80">
              <a:extLst>
                <a:ext uri="{FF2B5EF4-FFF2-40B4-BE49-F238E27FC236}">
                  <a16:creationId xmlns:a16="http://schemas.microsoft.com/office/drawing/2014/main" id="{E91C2858-CFC7-B088-8CC2-92E008CA353F}"/>
                </a:ext>
              </a:extLst>
            </p:cNvPr>
            <p:cNvSpPr txBox="1"/>
            <p:nvPr/>
          </p:nvSpPr>
          <p:spPr>
            <a:xfrm>
              <a:off x="3871383" y="3110287"/>
              <a:ext cx="1503938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700" dirty="0"/>
                <a:t>- skipped release</a:t>
              </a:r>
              <a:endParaRPr lang="en-RU" sz="1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692190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2026-10-14T16:32:41.1860000Z</dcterms:created>
  <dcterms:modified xsi:type="dcterms:W3CDTF">2026-10-14T16:32:41.1860000Z</dcterms:modified>
</coreProperties>
</file>