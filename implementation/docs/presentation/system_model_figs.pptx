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05" r:id="rId2"/>
    <p:sldId id="406" r:id="rId3"/>
    <p:sldId id="407" r:id="rId4"/>
    <p:sldId id="408" r:id="rId5"/>
    <p:sldId id="409" r:id="rId6"/>
    <p:sldId id="412" r:id="rId7"/>
    <p:sldId id="417" r:id="rId8"/>
    <p:sldId id="420" r:id="rId9"/>
    <p:sldId id="422" r:id="rId10"/>
    <p:sldId id="423" r:id="rId11"/>
    <p:sldId id="425" r:id="rId12"/>
    <p:sldId id="429" r:id="rId13"/>
    <p:sldId id="430" r:id="rId14"/>
    <p:sldId id="431" r:id="rId15"/>
    <p:sldId id="432" r:id="rId16"/>
    <p:sldId id="433" r:id="rId17"/>
    <p:sldId id="434" r:id="rId18"/>
    <p:sldId id="435" r:id="rId19"/>
    <p:sldId id="426" r:id="rId20"/>
    <p:sldId id="427" r:id="rId21"/>
    <p:sldId id="428" r:id="rId22"/>
    <p:sldId id="424" r:id="rId23"/>
    <p:sldId id="418" r:id="rId24"/>
    <p:sldId id="256" r:id="rId25"/>
    <p:sldId id="436" r:id="rId26"/>
    <p:sldId id="439" r:id="rId27"/>
    <p:sldId id="437" r:id="rId28"/>
    <p:sldId id="438" r:id="rId29"/>
    <p:sldId id="440" r:id="rId30"/>
    <p:sldId id="441" r:id="rId31"/>
    <p:sldId id="442" r:id="rId32"/>
    <p:sldId id="443" r:id="rId33"/>
    <p:sldId id="449" r:id="rId34"/>
    <p:sldId id="447" r:id="rId35"/>
    <p:sldId id="446" r:id="rId36"/>
    <p:sldId id="444" r:id="rId37"/>
    <p:sldId id="452" r:id="rId38"/>
    <p:sldId id="445" r:id="rId39"/>
    <p:sldId id="451" r:id="rId40"/>
    <p:sldId id="448" r:id="rId41"/>
    <p:sldId id="450" r:id="rId42"/>
  </p:sldIdLst>
  <p:sldSz cx="12192000" cy="6858000"/>
  <p:notesSz cx="6858000" cy="9144000"/>
  <p:defaultTextStyle>
    <a:defPPr>
      <a:defRPr lang="en-RU"/>
    </a:defPPr>
    <a:lvl1pPr marL="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2E2"/>
    <a:srgbClr val="A6A6A6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33" autoAdjust="0"/>
    <p:restoredTop sz="96327"/>
  </p:normalViewPr>
  <p:slideViewPr>
    <p:cSldViewPr snapToGrid="0">
      <p:cViewPr varScale="1">
        <p:scale>
          <a:sx n="113" d="100"/>
          <a:sy n="113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D1AF-382F-AC74-EE4D-37341A330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2DEC7-8A9D-02FE-0175-5C7ECA0F5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7" indent="0" algn="ctr">
              <a:buNone/>
              <a:defRPr sz="1600"/>
            </a:lvl4pPr>
            <a:lvl5pPr marL="1828837" indent="0" algn="ctr">
              <a:buNone/>
              <a:defRPr sz="1600"/>
            </a:lvl5pPr>
            <a:lvl6pPr marL="2286046" indent="0" algn="ctr">
              <a:buNone/>
              <a:defRPr sz="1600"/>
            </a:lvl6pPr>
            <a:lvl7pPr marL="2743255" indent="0" algn="ctr">
              <a:buNone/>
              <a:defRPr sz="1600"/>
            </a:lvl7pPr>
            <a:lvl8pPr marL="3200464" indent="0" algn="ctr">
              <a:buNone/>
              <a:defRPr sz="1600"/>
            </a:lvl8pPr>
            <a:lvl9pPr marL="3657673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89B69-7C1E-FBB9-4444-E954762E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F0EF-FABB-D8DE-766E-ACB63A10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1CEA9-DF10-416B-5284-AB583BF3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73445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77DA-774A-6B6C-A4EC-7122595F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2C356-25C0-A8FD-35CD-F6263631C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BE595-A1DD-0E0B-14CE-958305FD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ADB51-E2B6-7880-0B4D-E0ED3A16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5E43D-A82F-E385-CE5D-F31241B3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3919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184F1-1182-9FDE-62B3-57FCA59E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918AF-41CF-8FEB-E47B-F3A1F486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1FEBC-1D97-0A8A-E592-D9F43D09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E9D39-DE11-CEDC-E77E-A6792986C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FD316-EDCB-3D7C-C41C-3A40A8DF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4908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F3CEF-01DF-30E1-A495-C6F46403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E82C9-F222-622A-8251-E555CFF229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DBE83-C737-4313-1266-0588B2FDE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3C180-E08A-6256-6609-D85B65E1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63F6F-5A24-34D1-F711-1AD9F7EC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FC846-1881-3E73-2ACB-24322601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1387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97FD-368B-D52F-766D-3FF1DBD0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D293C-06D8-4D13-C4E1-FAD5FCC0A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921A3-B70A-7867-83C9-B2273F253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B3633-708A-883B-B3ED-039EC65EE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29CBEE-A2D5-6CFB-41B8-FCF5A8A4A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7488B-FCD8-5A1D-398E-BE0A49BA8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A1BBE-85C7-C6E9-FA66-90061D22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93E929-486E-D86C-86A4-A92D9FA7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25172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2ECF-2F27-98EB-4794-8DEB4CF11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B0CCE-A89D-149E-7D33-95C575470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B8B85-DB75-E110-FF8A-1599B4AB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1789B-3D9F-1715-0BCF-56E2D6AA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3946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A5881C-2817-12D7-5308-87B5302E3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C8FCF-2869-D134-EADB-382C51D5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665B8-03B6-8FF8-AFA6-7D07DF0B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4395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91F9-80E0-6FDA-7422-56D260A57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B80B-D903-ACA6-0B89-570AE0966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05094-3D0D-7686-7B29-FE53C4967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D092C-DAC4-9FC6-0EC2-B925FE67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4F7CB-D0A8-8F33-7DC9-786A1B00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598A6-ADD9-5408-EE3C-D9773E76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1919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37AB-50ED-AD46-396D-E16B2B31A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B402C-607B-3195-0299-FF622CE17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4E3AB-F390-E976-56D8-A2DDDDBE9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E8017-BEE0-D0B5-E522-CD9587DF3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AC081-ACE3-6B2C-60D5-B6765881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04B7C-3DF9-AB71-2314-905ED58F6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7784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8B32-3F82-666C-B8A6-8AC3CBEB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CB74B-46D6-49E8-62A2-8DFB9DAA1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22CF-6611-ABB1-BE0D-1E1CEEF3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969B5-5357-AA45-F470-4E792CE4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C16A6-0682-4C6C-E6D2-56A64D47B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3261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83EC3-180F-5CC6-6C19-622338487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DBFD7-B027-CAC2-FD7E-E2DDE8D89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66616-91F8-5D6A-2A11-C120C5D9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EB188-64E7-746D-0739-AE820648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B5825-D5DC-B988-462A-95FEBB71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3231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601DFC-70E4-9602-9EE4-4FD2BEF6A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37DDD-DA6B-00EE-A2E5-CCF7A0F9A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59896-723F-B54C-E9DB-28D5A0D8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4F69D-A07D-2540-A0CF-3D9333BA4B17}" type="datetimeFigureOut">
              <a:rPr lang="en-RU" smtClean="0"/>
              <a:t>10/16/2026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7DDF0-C6EB-F279-D0FC-F0A4156C2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67E40-4119-9342-6313-79BA81ABB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12700-C974-BF44-A8D0-A8B8F4A1AC2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9430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1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4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3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2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1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50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8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9" Type="http://schemas.openxmlformats.org/officeDocument/2006/relationships/image" Target="../media/image73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42" Type="http://schemas.openxmlformats.org/officeDocument/2006/relationships/image" Target="../media/image76.png"/><Relationship Id="rId47" Type="http://schemas.openxmlformats.org/officeDocument/2006/relationships/image" Target="../media/image81.png"/><Relationship Id="rId50" Type="http://schemas.openxmlformats.org/officeDocument/2006/relationships/image" Target="../media/image84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38" Type="http://schemas.openxmlformats.org/officeDocument/2006/relationships/image" Target="../media/image72.png"/><Relationship Id="rId46" Type="http://schemas.openxmlformats.org/officeDocument/2006/relationships/image" Target="../media/image80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41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37" Type="http://schemas.openxmlformats.org/officeDocument/2006/relationships/image" Target="../media/image71.png"/><Relationship Id="rId40" Type="http://schemas.openxmlformats.org/officeDocument/2006/relationships/image" Target="../media/image74.png"/><Relationship Id="rId45" Type="http://schemas.openxmlformats.org/officeDocument/2006/relationships/image" Target="../media/image79.png"/><Relationship Id="rId53" Type="http://schemas.openxmlformats.org/officeDocument/2006/relationships/image" Target="../media/image87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36" Type="http://schemas.openxmlformats.org/officeDocument/2006/relationships/image" Target="../media/image70.png"/><Relationship Id="rId49" Type="http://schemas.openxmlformats.org/officeDocument/2006/relationships/image" Target="../media/image83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4" Type="http://schemas.openxmlformats.org/officeDocument/2006/relationships/image" Target="../media/image78.png"/><Relationship Id="rId52" Type="http://schemas.openxmlformats.org/officeDocument/2006/relationships/image" Target="../media/image86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43" Type="http://schemas.openxmlformats.org/officeDocument/2006/relationships/image" Target="../media/image77.png"/><Relationship Id="rId48" Type="http://schemas.openxmlformats.org/officeDocument/2006/relationships/image" Target="../media/image82.png"/><Relationship Id="rId8" Type="http://schemas.openxmlformats.org/officeDocument/2006/relationships/image" Target="../media/image42.png"/><Relationship Id="rId51" Type="http://schemas.openxmlformats.org/officeDocument/2006/relationships/image" Target="../media/image8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26" Type="http://schemas.openxmlformats.org/officeDocument/2006/relationships/image" Target="../media/image99.png"/><Relationship Id="rId39" Type="http://schemas.openxmlformats.org/officeDocument/2006/relationships/image" Target="../media/image111.png"/><Relationship Id="rId3" Type="http://schemas.openxmlformats.org/officeDocument/2006/relationships/image" Target="../media/image38.png"/><Relationship Id="rId21" Type="http://schemas.openxmlformats.org/officeDocument/2006/relationships/image" Target="../media/image97.png"/><Relationship Id="rId34" Type="http://schemas.openxmlformats.org/officeDocument/2006/relationships/image" Target="../media/image107.png"/><Relationship Id="rId42" Type="http://schemas.openxmlformats.org/officeDocument/2006/relationships/image" Target="../media/image114.png"/><Relationship Id="rId7" Type="http://schemas.openxmlformats.org/officeDocument/2006/relationships/image" Target="../media/image42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5" Type="http://schemas.openxmlformats.org/officeDocument/2006/relationships/image" Target="../media/image98.png"/><Relationship Id="rId33" Type="http://schemas.openxmlformats.org/officeDocument/2006/relationships/image" Target="../media/image106.png"/><Relationship Id="rId38" Type="http://schemas.openxmlformats.org/officeDocument/2006/relationships/image" Target="../media/image110.png"/><Relationship Id="rId2" Type="http://schemas.openxmlformats.org/officeDocument/2006/relationships/image" Target="../media/image37.png"/><Relationship Id="rId16" Type="http://schemas.openxmlformats.org/officeDocument/2006/relationships/image" Target="../media/image93.png"/><Relationship Id="rId20" Type="http://schemas.openxmlformats.org/officeDocument/2006/relationships/image" Target="../media/image55.png"/><Relationship Id="rId29" Type="http://schemas.openxmlformats.org/officeDocument/2006/relationships/image" Target="../media/image102.png"/><Relationship Id="rId41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88.png"/><Relationship Id="rId24" Type="http://schemas.openxmlformats.org/officeDocument/2006/relationships/image" Target="../media/image63.png"/><Relationship Id="rId32" Type="http://schemas.openxmlformats.org/officeDocument/2006/relationships/image" Target="../media/image105.png"/><Relationship Id="rId37" Type="http://schemas.openxmlformats.org/officeDocument/2006/relationships/image" Target="../media/image109.png"/><Relationship Id="rId40" Type="http://schemas.openxmlformats.org/officeDocument/2006/relationships/image" Target="../media/image112.png"/><Relationship Id="rId5" Type="http://schemas.openxmlformats.org/officeDocument/2006/relationships/image" Target="../media/image40.png"/><Relationship Id="rId15" Type="http://schemas.openxmlformats.org/officeDocument/2006/relationships/image" Target="../media/image92.png"/><Relationship Id="rId23" Type="http://schemas.openxmlformats.org/officeDocument/2006/relationships/image" Target="../media/image62.png"/><Relationship Id="rId28" Type="http://schemas.openxmlformats.org/officeDocument/2006/relationships/image" Target="../media/image101.png"/><Relationship Id="rId36" Type="http://schemas.openxmlformats.org/officeDocument/2006/relationships/image" Target="../media/image85.png"/><Relationship Id="rId10" Type="http://schemas.openxmlformats.org/officeDocument/2006/relationships/image" Target="../media/image45.png"/><Relationship Id="rId19" Type="http://schemas.openxmlformats.org/officeDocument/2006/relationships/image" Target="../media/image96.png"/><Relationship Id="rId31" Type="http://schemas.openxmlformats.org/officeDocument/2006/relationships/image" Target="../media/image104.png"/><Relationship Id="rId44" Type="http://schemas.openxmlformats.org/officeDocument/2006/relationships/image" Target="../media/image116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91.png"/><Relationship Id="rId22" Type="http://schemas.openxmlformats.org/officeDocument/2006/relationships/image" Target="../media/image61.png"/><Relationship Id="rId27" Type="http://schemas.openxmlformats.org/officeDocument/2006/relationships/image" Target="../media/image100.png"/><Relationship Id="rId30" Type="http://schemas.openxmlformats.org/officeDocument/2006/relationships/image" Target="../media/image103.png"/><Relationship Id="rId35" Type="http://schemas.openxmlformats.org/officeDocument/2006/relationships/image" Target="../media/image108.png"/><Relationship Id="rId43" Type="http://schemas.openxmlformats.org/officeDocument/2006/relationships/image" Target="../media/image1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26" Type="http://schemas.openxmlformats.org/officeDocument/2006/relationships/image" Target="../media/image141.png"/><Relationship Id="rId39" Type="http://schemas.openxmlformats.org/officeDocument/2006/relationships/image" Target="../media/image154.png"/><Relationship Id="rId3" Type="http://schemas.openxmlformats.org/officeDocument/2006/relationships/image" Target="../media/image118.png"/><Relationship Id="rId21" Type="http://schemas.openxmlformats.org/officeDocument/2006/relationships/image" Target="../media/image136.png"/><Relationship Id="rId34" Type="http://schemas.openxmlformats.org/officeDocument/2006/relationships/image" Target="../media/image149.png"/><Relationship Id="rId42" Type="http://schemas.openxmlformats.org/officeDocument/2006/relationships/image" Target="../media/image157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5" Type="http://schemas.openxmlformats.org/officeDocument/2006/relationships/image" Target="../media/image140.png"/><Relationship Id="rId33" Type="http://schemas.openxmlformats.org/officeDocument/2006/relationships/image" Target="../media/image148.png"/><Relationship Id="rId38" Type="http://schemas.openxmlformats.org/officeDocument/2006/relationships/image" Target="../media/image153.png"/><Relationship Id="rId46" Type="http://schemas.openxmlformats.org/officeDocument/2006/relationships/image" Target="../media/image161.png"/><Relationship Id="rId2" Type="http://schemas.openxmlformats.org/officeDocument/2006/relationships/image" Target="../media/image117.png"/><Relationship Id="rId16" Type="http://schemas.openxmlformats.org/officeDocument/2006/relationships/image" Target="../media/image131.png"/><Relationship Id="rId20" Type="http://schemas.openxmlformats.org/officeDocument/2006/relationships/image" Target="../media/image135.png"/><Relationship Id="rId29" Type="http://schemas.openxmlformats.org/officeDocument/2006/relationships/image" Target="../media/image144.png"/><Relationship Id="rId41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24" Type="http://schemas.openxmlformats.org/officeDocument/2006/relationships/image" Target="../media/image139.png"/><Relationship Id="rId32" Type="http://schemas.openxmlformats.org/officeDocument/2006/relationships/image" Target="../media/image147.png"/><Relationship Id="rId37" Type="http://schemas.openxmlformats.org/officeDocument/2006/relationships/image" Target="../media/image152.png"/><Relationship Id="rId40" Type="http://schemas.openxmlformats.org/officeDocument/2006/relationships/image" Target="../media/image155.png"/><Relationship Id="rId45" Type="http://schemas.openxmlformats.org/officeDocument/2006/relationships/image" Target="../media/image160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23" Type="http://schemas.openxmlformats.org/officeDocument/2006/relationships/image" Target="../media/image138.png"/><Relationship Id="rId28" Type="http://schemas.openxmlformats.org/officeDocument/2006/relationships/image" Target="../media/image143.png"/><Relationship Id="rId36" Type="http://schemas.openxmlformats.org/officeDocument/2006/relationships/image" Target="../media/image151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31" Type="http://schemas.openxmlformats.org/officeDocument/2006/relationships/image" Target="../media/image146.png"/><Relationship Id="rId44" Type="http://schemas.openxmlformats.org/officeDocument/2006/relationships/image" Target="../media/image159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Relationship Id="rId22" Type="http://schemas.openxmlformats.org/officeDocument/2006/relationships/image" Target="../media/image137.png"/><Relationship Id="rId27" Type="http://schemas.openxmlformats.org/officeDocument/2006/relationships/image" Target="../media/image142.png"/><Relationship Id="rId30" Type="http://schemas.openxmlformats.org/officeDocument/2006/relationships/image" Target="../media/image145.png"/><Relationship Id="rId35" Type="http://schemas.openxmlformats.org/officeDocument/2006/relationships/image" Target="../media/image150.png"/><Relationship Id="rId43" Type="http://schemas.openxmlformats.org/officeDocument/2006/relationships/image" Target="../media/image15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3.png"/><Relationship Id="rId18" Type="http://schemas.openxmlformats.org/officeDocument/2006/relationships/image" Target="../media/image178.png"/><Relationship Id="rId26" Type="http://schemas.openxmlformats.org/officeDocument/2006/relationships/image" Target="../media/image186.png"/><Relationship Id="rId39" Type="http://schemas.openxmlformats.org/officeDocument/2006/relationships/image" Target="../media/image199.png"/><Relationship Id="rId21" Type="http://schemas.openxmlformats.org/officeDocument/2006/relationships/image" Target="../media/image181.png"/><Relationship Id="rId34" Type="http://schemas.openxmlformats.org/officeDocument/2006/relationships/image" Target="../media/image194.png"/><Relationship Id="rId42" Type="http://schemas.openxmlformats.org/officeDocument/2006/relationships/image" Target="../media/image202.png"/><Relationship Id="rId47" Type="http://schemas.openxmlformats.org/officeDocument/2006/relationships/image" Target="../media/image207.png"/><Relationship Id="rId50" Type="http://schemas.openxmlformats.org/officeDocument/2006/relationships/image" Target="../media/image210.png"/><Relationship Id="rId55" Type="http://schemas.openxmlformats.org/officeDocument/2006/relationships/image" Target="../media/image215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17" Type="http://schemas.openxmlformats.org/officeDocument/2006/relationships/image" Target="../media/image177.png"/><Relationship Id="rId25" Type="http://schemas.openxmlformats.org/officeDocument/2006/relationships/image" Target="../media/image185.png"/><Relationship Id="rId33" Type="http://schemas.openxmlformats.org/officeDocument/2006/relationships/image" Target="../media/image193.png"/><Relationship Id="rId38" Type="http://schemas.openxmlformats.org/officeDocument/2006/relationships/image" Target="../media/image198.png"/><Relationship Id="rId46" Type="http://schemas.openxmlformats.org/officeDocument/2006/relationships/image" Target="../media/image206.png"/><Relationship Id="rId59" Type="http://schemas.openxmlformats.org/officeDocument/2006/relationships/image" Target="../media/image219.png"/><Relationship Id="rId2" Type="http://schemas.openxmlformats.org/officeDocument/2006/relationships/image" Target="../media/image162.png"/><Relationship Id="rId16" Type="http://schemas.openxmlformats.org/officeDocument/2006/relationships/image" Target="../media/image176.png"/><Relationship Id="rId20" Type="http://schemas.openxmlformats.org/officeDocument/2006/relationships/image" Target="../media/image180.png"/><Relationship Id="rId29" Type="http://schemas.openxmlformats.org/officeDocument/2006/relationships/image" Target="../media/image189.png"/><Relationship Id="rId41" Type="http://schemas.openxmlformats.org/officeDocument/2006/relationships/image" Target="../media/image201.png"/><Relationship Id="rId54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24" Type="http://schemas.openxmlformats.org/officeDocument/2006/relationships/image" Target="../media/image184.png"/><Relationship Id="rId32" Type="http://schemas.openxmlformats.org/officeDocument/2006/relationships/image" Target="../media/image192.png"/><Relationship Id="rId37" Type="http://schemas.openxmlformats.org/officeDocument/2006/relationships/image" Target="../media/image197.png"/><Relationship Id="rId40" Type="http://schemas.openxmlformats.org/officeDocument/2006/relationships/image" Target="../media/image200.png"/><Relationship Id="rId45" Type="http://schemas.openxmlformats.org/officeDocument/2006/relationships/image" Target="../media/image205.png"/><Relationship Id="rId53" Type="http://schemas.openxmlformats.org/officeDocument/2006/relationships/image" Target="../media/image213.png"/><Relationship Id="rId58" Type="http://schemas.openxmlformats.org/officeDocument/2006/relationships/image" Target="../media/image218.png"/><Relationship Id="rId5" Type="http://schemas.openxmlformats.org/officeDocument/2006/relationships/image" Target="../media/image165.png"/><Relationship Id="rId15" Type="http://schemas.openxmlformats.org/officeDocument/2006/relationships/image" Target="../media/image175.png"/><Relationship Id="rId23" Type="http://schemas.openxmlformats.org/officeDocument/2006/relationships/image" Target="../media/image183.png"/><Relationship Id="rId28" Type="http://schemas.openxmlformats.org/officeDocument/2006/relationships/image" Target="../media/image188.png"/><Relationship Id="rId36" Type="http://schemas.openxmlformats.org/officeDocument/2006/relationships/image" Target="../media/image196.png"/><Relationship Id="rId49" Type="http://schemas.openxmlformats.org/officeDocument/2006/relationships/image" Target="../media/image209.png"/><Relationship Id="rId57" Type="http://schemas.openxmlformats.org/officeDocument/2006/relationships/image" Target="../media/image217.png"/><Relationship Id="rId10" Type="http://schemas.openxmlformats.org/officeDocument/2006/relationships/image" Target="../media/image170.png"/><Relationship Id="rId19" Type="http://schemas.openxmlformats.org/officeDocument/2006/relationships/image" Target="../media/image179.png"/><Relationship Id="rId31" Type="http://schemas.openxmlformats.org/officeDocument/2006/relationships/image" Target="../media/image191.png"/><Relationship Id="rId44" Type="http://schemas.openxmlformats.org/officeDocument/2006/relationships/image" Target="../media/image204.png"/><Relationship Id="rId52" Type="http://schemas.openxmlformats.org/officeDocument/2006/relationships/image" Target="../media/image212.png"/><Relationship Id="rId60" Type="http://schemas.openxmlformats.org/officeDocument/2006/relationships/image" Target="../media/image22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Relationship Id="rId22" Type="http://schemas.openxmlformats.org/officeDocument/2006/relationships/image" Target="../media/image182.png"/><Relationship Id="rId27" Type="http://schemas.openxmlformats.org/officeDocument/2006/relationships/image" Target="../media/image187.png"/><Relationship Id="rId30" Type="http://schemas.openxmlformats.org/officeDocument/2006/relationships/image" Target="../media/image190.png"/><Relationship Id="rId35" Type="http://schemas.openxmlformats.org/officeDocument/2006/relationships/image" Target="../media/image195.png"/><Relationship Id="rId43" Type="http://schemas.openxmlformats.org/officeDocument/2006/relationships/image" Target="../media/image203.png"/><Relationship Id="rId48" Type="http://schemas.openxmlformats.org/officeDocument/2006/relationships/image" Target="../media/image208.png"/><Relationship Id="rId56" Type="http://schemas.openxmlformats.org/officeDocument/2006/relationships/image" Target="../media/image216.png"/><Relationship Id="rId8" Type="http://schemas.openxmlformats.org/officeDocument/2006/relationships/image" Target="../media/image168.png"/><Relationship Id="rId51" Type="http://schemas.openxmlformats.org/officeDocument/2006/relationships/image" Target="../media/image211.png"/><Relationship Id="rId3" Type="http://schemas.openxmlformats.org/officeDocument/2006/relationships/image" Target="../media/image16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.png"/><Relationship Id="rId18" Type="http://schemas.openxmlformats.org/officeDocument/2006/relationships/image" Target="../media/image235.png"/><Relationship Id="rId26" Type="http://schemas.openxmlformats.org/officeDocument/2006/relationships/image" Target="../media/image243.png"/><Relationship Id="rId39" Type="http://schemas.openxmlformats.org/officeDocument/2006/relationships/image" Target="../media/image256.png"/><Relationship Id="rId21" Type="http://schemas.openxmlformats.org/officeDocument/2006/relationships/image" Target="../media/image238.png"/><Relationship Id="rId34" Type="http://schemas.openxmlformats.org/officeDocument/2006/relationships/image" Target="../media/image251.png"/><Relationship Id="rId42" Type="http://schemas.openxmlformats.org/officeDocument/2006/relationships/image" Target="../media/image259.png"/><Relationship Id="rId47" Type="http://schemas.openxmlformats.org/officeDocument/2006/relationships/image" Target="../media/image264.png"/><Relationship Id="rId50" Type="http://schemas.openxmlformats.org/officeDocument/2006/relationships/image" Target="../media/image267.png"/><Relationship Id="rId55" Type="http://schemas.openxmlformats.org/officeDocument/2006/relationships/image" Target="../media/image272.png"/><Relationship Id="rId63" Type="http://schemas.openxmlformats.org/officeDocument/2006/relationships/image" Target="../media/image280.png"/><Relationship Id="rId7" Type="http://schemas.openxmlformats.org/officeDocument/2006/relationships/image" Target="../media/image225.png"/><Relationship Id="rId2" Type="http://schemas.openxmlformats.org/officeDocument/2006/relationships/image" Target="../media/image162.png"/><Relationship Id="rId16" Type="http://schemas.openxmlformats.org/officeDocument/2006/relationships/image" Target="../media/image177.png"/><Relationship Id="rId20" Type="http://schemas.openxmlformats.org/officeDocument/2006/relationships/image" Target="../media/image237.png"/><Relationship Id="rId29" Type="http://schemas.openxmlformats.org/officeDocument/2006/relationships/image" Target="../media/image246.png"/><Relationship Id="rId41" Type="http://schemas.openxmlformats.org/officeDocument/2006/relationships/image" Target="../media/image258.png"/><Relationship Id="rId54" Type="http://schemas.openxmlformats.org/officeDocument/2006/relationships/image" Target="../media/image271.png"/><Relationship Id="rId62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.png"/><Relationship Id="rId11" Type="http://schemas.openxmlformats.org/officeDocument/2006/relationships/image" Target="../media/image229.png"/><Relationship Id="rId24" Type="http://schemas.openxmlformats.org/officeDocument/2006/relationships/image" Target="../media/image241.png"/><Relationship Id="rId32" Type="http://schemas.openxmlformats.org/officeDocument/2006/relationships/image" Target="../media/image249.png"/><Relationship Id="rId37" Type="http://schemas.openxmlformats.org/officeDocument/2006/relationships/image" Target="../media/image254.png"/><Relationship Id="rId40" Type="http://schemas.openxmlformats.org/officeDocument/2006/relationships/image" Target="../media/image257.png"/><Relationship Id="rId45" Type="http://schemas.openxmlformats.org/officeDocument/2006/relationships/image" Target="../media/image262.png"/><Relationship Id="rId53" Type="http://schemas.openxmlformats.org/officeDocument/2006/relationships/image" Target="../media/image270.png"/><Relationship Id="rId58" Type="http://schemas.openxmlformats.org/officeDocument/2006/relationships/image" Target="../media/image275.png"/><Relationship Id="rId5" Type="http://schemas.openxmlformats.org/officeDocument/2006/relationships/image" Target="../media/image223.png"/><Relationship Id="rId15" Type="http://schemas.openxmlformats.org/officeDocument/2006/relationships/image" Target="../media/image233.png"/><Relationship Id="rId23" Type="http://schemas.openxmlformats.org/officeDocument/2006/relationships/image" Target="../media/image240.png"/><Relationship Id="rId28" Type="http://schemas.openxmlformats.org/officeDocument/2006/relationships/image" Target="../media/image245.png"/><Relationship Id="rId36" Type="http://schemas.openxmlformats.org/officeDocument/2006/relationships/image" Target="../media/image253.png"/><Relationship Id="rId49" Type="http://schemas.openxmlformats.org/officeDocument/2006/relationships/image" Target="../media/image266.png"/><Relationship Id="rId57" Type="http://schemas.openxmlformats.org/officeDocument/2006/relationships/image" Target="../media/image274.png"/><Relationship Id="rId61" Type="http://schemas.openxmlformats.org/officeDocument/2006/relationships/image" Target="../media/image278.png"/><Relationship Id="rId10" Type="http://schemas.openxmlformats.org/officeDocument/2006/relationships/image" Target="../media/image228.png"/><Relationship Id="rId19" Type="http://schemas.openxmlformats.org/officeDocument/2006/relationships/image" Target="../media/image236.png"/><Relationship Id="rId31" Type="http://schemas.openxmlformats.org/officeDocument/2006/relationships/image" Target="../media/image248.png"/><Relationship Id="rId44" Type="http://schemas.openxmlformats.org/officeDocument/2006/relationships/image" Target="../media/image261.png"/><Relationship Id="rId52" Type="http://schemas.openxmlformats.org/officeDocument/2006/relationships/image" Target="../media/image269.png"/><Relationship Id="rId60" Type="http://schemas.openxmlformats.org/officeDocument/2006/relationships/image" Target="../media/image277.png"/><Relationship Id="rId65" Type="http://schemas.openxmlformats.org/officeDocument/2006/relationships/image" Target="../media/image282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Relationship Id="rId14" Type="http://schemas.openxmlformats.org/officeDocument/2006/relationships/image" Target="../media/image232.png"/><Relationship Id="rId22" Type="http://schemas.openxmlformats.org/officeDocument/2006/relationships/image" Target="../media/image239.png"/><Relationship Id="rId27" Type="http://schemas.openxmlformats.org/officeDocument/2006/relationships/image" Target="../media/image244.png"/><Relationship Id="rId30" Type="http://schemas.openxmlformats.org/officeDocument/2006/relationships/image" Target="../media/image247.png"/><Relationship Id="rId35" Type="http://schemas.openxmlformats.org/officeDocument/2006/relationships/image" Target="../media/image252.png"/><Relationship Id="rId43" Type="http://schemas.openxmlformats.org/officeDocument/2006/relationships/image" Target="../media/image260.png"/><Relationship Id="rId48" Type="http://schemas.openxmlformats.org/officeDocument/2006/relationships/image" Target="../media/image265.png"/><Relationship Id="rId56" Type="http://schemas.openxmlformats.org/officeDocument/2006/relationships/image" Target="../media/image273.png"/><Relationship Id="rId64" Type="http://schemas.openxmlformats.org/officeDocument/2006/relationships/image" Target="../media/image281.png"/><Relationship Id="rId8" Type="http://schemas.openxmlformats.org/officeDocument/2006/relationships/image" Target="../media/image226.png"/><Relationship Id="rId51" Type="http://schemas.openxmlformats.org/officeDocument/2006/relationships/image" Target="../media/image268.png"/><Relationship Id="rId3" Type="http://schemas.openxmlformats.org/officeDocument/2006/relationships/image" Target="../media/image221.png"/><Relationship Id="rId12" Type="http://schemas.openxmlformats.org/officeDocument/2006/relationships/image" Target="../media/image230.png"/><Relationship Id="rId17" Type="http://schemas.openxmlformats.org/officeDocument/2006/relationships/image" Target="../media/image234.png"/><Relationship Id="rId25" Type="http://schemas.openxmlformats.org/officeDocument/2006/relationships/image" Target="../media/image242.png"/><Relationship Id="rId33" Type="http://schemas.openxmlformats.org/officeDocument/2006/relationships/image" Target="../media/image250.png"/><Relationship Id="rId38" Type="http://schemas.openxmlformats.org/officeDocument/2006/relationships/image" Target="../media/image255.png"/><Relationship Id="rId46" Type="http://schemas.openxmlformats.org/officeDocument/2006/relationships/image" Target="../media/image263.png"/><Relationship Id="rId59" Type="http://schemas.openxmlformats.org/officeDocument/2006/relationships/image" Target="../media/image27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.png"/><Relationship Id="rId18" Type="http://schemas.openxmlformats.org/officeDocument/2006/relationships/image" Target="../media/image235.png"/><Relationship Id="rId26" Type="http://schemas.openxmlformats.org/officeDocument/2006/relationships/image" Target="../media/image243.png"/><Relationship Id="rId39" Type="http://schemas.openxmlformats.org/officeDocument/2006/relationships/image" Target="../media/image292.png"/><Relationship Id="rId21" Type="http://schemas.openxmlformats.org/officeDocument/2006/relationships/image" Target="../media/image238.png"/><Relationship Id="rId34" Type="http://schemas.openxmlformats.org/officeDocument/2006/relationships/image" Target="../media/image251.png"/><Relationship Id="rId42" Type="http://schemas.openxmlformats.org/officeDocument/2006/relationships/image" Target="../media/image295.png"/><Relationship Id="rId47" Type="http://schemas.openxmlformats.org/officeDocument/2006/relationships/image" Target="../media/image298.png"/><Relationship Id="rId50" Type="http://schemas.openxmlformats.org/officeDocument/2006/relationships/image" Target="../media/image300.png"/><Relationship Id="rId55" Type="http://schemas.openxmlformats.org/officeDocument/2006/relationships/image" Target="../media/image304.png"/><Relationship Id="rId63" Type="http://schemas.openxmlformats.org/officeDocument/2006/relationships/image" Target="../media/image312.png"/><Relationship Id="rId68" Type="http://schemas.openxmlformats.org/officeDocument/2006/relationships/image" Target="../media/image317.png"/><Relationship Id="rId76" Type="http://schemas.openxmlformats.org/officeDocument/2006/relationships/image" Target="../media/image325.png"/><Relationship Id="rId84" Type="http://schemas.openxmlformats.org/officeDocument/2006/relationships/image" Target="../media/image333.png"/><Relationship Id="rId7" Type="http://schemas.openxmlformats.org/officeDocument/2006/relationships/image" Target="../media/image225.png"/><Relationship Id="rId71" Type="http://schemas.openxmlformats.org/officeDocument/2006/relationships/image" Target="../media/image320.png"/><Relationship Id="rId2" Type="http://schemas.openxmlformats.org/officeDocument/2006/relationships/image" Target="../media/image283.png"/><Relationship Id="rId16" Type="http://schemas.openxmlformats.org/officeDocument/2006/relationships/image" Target="../media/image287.png"/><Relationship Id="rId29" Type="http://schemas.openxmlformats.org/officeDocument/2006/relationships/image" Target="../media/image290.png"/><Relationship Id="rId11" Type="http://schemas.openxmlformats.org/officeDocument/2006/relationships/image" Target="../media/image229.png"/><Relationship Id="rId24" Type="http://schemas.openxmlformats.org/officeDocument/2006/relationships/image" Target="../media/image241.png"/><Relationship Id="rId32" Type="http://schemas.openxmlformats.org/officeDocument/2006/relationships/image" Target="../media/image249.png"/><Relationship Id="rId37" Type="http://schemas.openxmlformats.org/officeDocument/2006/relationships/image" Target="../media/image254.png"/><Relationship Id="rId40" Type="http://schemas.openxmlformats.org/officeDocument/2006/relationships/image" Target="../media/image293.png"/><Relationship Id="rId45" Type="http://schemas.openxmlformats.org/officeDocument/2006/relationships/image" Target="../media/image267.png"/><Relationship Id="rId53" Type="http://schemas.openxmlformats.org/officeDocument/2006/relationships/image" Target="../media/image303.png"/><Relationship Id="rId58" Type="http://schemas.openxmlformats.org/officeDocument/2006/relationships/image" Target="../media/image307.png"/><Relationship Id="rId66" Type="http://schemas.openxmlformats.org/officeDocument/2006/relationships/image" Target="../media/image315.png"/><Relationship Id="rId74" Type="http://schemas.openxmlformats.org/officeDocument/2006/relationships/image" Target="../media/image323.png"/><Relationship Id="rId79" Type="http://schemas.openxmlformats.org/officeDocument/2006/relationships/image" Target="../media/image328.png"/><Relationship Id="rId5" Type="http://schemas.openxmlformats.org/officeDocument/2006/relationships/image" Target="../media/image223.png"/><Relationship Id="rId61" Type="http://schemas.openxmlformats.org/officeDocument/2006/relationships/image" Target="../media/image310.png"/><Relationship Id="rId82" Type="http://schemas.openxmlformats.org/officeDocument/2006/relationships/image" Target="../media/image331.png"/><Relationship Id="rId19" Type="http://schemas.openxmlformats.org/officeDocument/2006/relationships/image" Target="../media/image236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Relationship Id="rId14" Type="http://schemas.openxmlformats.org/officeDocument/2006/relationships/image" Target="../media/image285.png"/><Relationship Id="rId22" Type="http://schemas.openxmlformats.org/officeDocument/2006/relationships/image" Target="../media/image239.png"/><Relationship Id="rId27" Type="http://schemas.openxmlformats.org/officeDocument/2006/relationships/image" Target="../media/image244.png"/><Relationship Id="rId30" Type="http://schemas.openxmlformats.org/officeDocument/2006/relationships/image" Target="../media/image247.png"/><Relationship Id="rId35" Type="http://schemas.openxmlformats.org/officeDocument/2006/relationships/image" Target="../media/image252.png"/><Relationship Id="rId43" Type="http://schemas.openxmlformats.org/officeDocument/2006/relationships/image" Target="../media/image296.png"/><Relationship Id="rId48" Type="http://schemas.openxmlformats.org/officeDocument/2006/relationships/image" Target="../media/image299.png"/><Relationship Id="rId56" Type="http://schemas.openxmlformats.org/officeDocument/2006/relationships/image" Target="../media/image305.png"/><Relationship Id="rId64" Type="http://schemas.openxmlformats.org/officeDocument/2006/relationships/image" Target="../media/image313.png"/><Relationship Id="rId69" Type="http://schemas.openxmlformats.org/officeDocument/2006/relationships/image" Target="../media/image318.png"/><Relationship Id="rId77" Type="http://schemas.openxmlformats.org/officeDocument/2006/relationships/image" Target="../media/image326.png"/><Relationship Id="rId8" Type="http://schemas.openxmlformats.org/officeDocument/2006/relationships/image" Target="../media/image226.png"/><Relationship Id="rId51" Type="http://schemas.openxmlformats.org/officeDocument/2006/relationships/image" Target="../media/image301.png"/><Relationship Id="rId72" Type="http://schemas.openxmlformats.org/officeDocument/2006/relationships/image" Target="../media/image321.png"/><Relationship Id="rId80" Type="http://schemas.openxmlformats.org/officeDocument/2006/relationships/image" Target="../media/image329.png"/><Relationship Id="rId85" Type="http://schemas.openxmlformats.org/officeDocument/2006/relationships/image" Target="../media/image334.png"/><Relationship Id="rId3" Type="http://schemas.openxmlformats.org/officeDocument/2006/relationships/image" Target="../media/image284.png"/><Relationship Id="rId12" Type="http://schemas.openxmlformats.org/officeDocument/2006/relationships/image" Target="../media/image230.png"/><Relationship Id="rId17" Type="http://schemas.openxmlformats.org/officeDocument/2006/relationships/image" Target="../media/image288.png"/><Relationship Id="rId25" Type="http://schemas.openxmlformats.org/officeDocument/2006/relationships/image" Target="../media/image242.png"/><Relationship Id="rId33" Type="http://schemas.openxmlformats.org/officeDocument/2006/relationships/image" Target="../media/image193.png"/><Relationship Id="rId38" Type="http://schemas.openxmlformats.org/officeDocument/2006/relationships/image" Target="../media/image291.png"/><Relationship Id="rId46" Type="http://schemas.openxmlformats.org/officeDocument/2006/relationships/image" Target="../media/image268.png"/><Relationship Id="rId59" Type="http://schemas.openxmlformats.org/officeDocument/2006/relationships/image" Target="../media/image308.png"/><Relationship Id="rId67" Type="http://schemas.openxmlformats.org/officeDocument/2006/relationships/image" Target="../media/image316.png"/><Relationship Id="rId20" Type="http://schemas.openxmlformats.org/officeDocument/2006/relationships/image" Target="../media/image237.png"/><Relationship Id="rId41" Type="http://schemas.openxmlformats.org/officeDocument/2006/relationships/image" Target="../media/image294.png"/><Relationship Id="rId54" Type="http://schemas.openxmlformats.org/officeDocument/2006/relationships/image" Target="../media/image278.png"/><Relationship Id="rId62" Type="http://schemas.openxmlformats.org/officeDocument/2006/relationships/image" Target="../media/image311.png"/><Relationship Id="rId70" Type="http://schemas.openxmlformats.org/officeDocument/2006/relationships/image" Target="../media/image319.png"/><Relationship Id="rId75" Type="http://schemas.openxmlformats.org/officeDocument/2006/relationships/image" Target="../media/image324.png"/><Relationship Id="rId83" Type="http://schemas.openxmlformats.org/officeDocument/2006/relationships/image" Target="../media/image3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.png"/><Relationship Id="rId15" Type="http://schemas.openxmlformats.org/officeDocument/2006/relationships/image" Target="../media/image286.png"/><Relationship Id="rId23" Type="http://schemas.openxmlformats.org/officeDocument/2006/relationships/image" Target="../media/image240.png"/><Relationship Id="rId28" Type="http://schemas.openxmlformats.org/officeDocument/2006/relationships/image" Target="../media/image289.png"/><Relationship Id="rId36" Type="http://schemas.openxmlformats.org/officeDocument/2006/relationships/image" Target="../media/image253.png"/><Relationship Id="rId49" Type="http://schemas.openxmlformats.org/officeDocument/2006/relationships/image" Target="../media/image273.png"/><Relationship Id="rId57" Type="http://schemas.openxmlformats.org/officeDocument/2006/relationships/image" Target="../media/image306.png"/><Relationship Id="rId10" Type="http://schemas.openxmlformats.org/officeDocument/2006/relationships/image" Target="../media/image228.png"/><Relationship Id="rId31" Type="http://schemas.openxmlformats.org/officeDocument/2006/relationships/image" Target="../media/image248.png"/><Relationship Id="rId44" Type="http://schemas.openxmlformats.org/officeDocument/2006/relationships/image" Target="../media/image297.png"/><Relationship Id="rId52" Type="http://schemas.openxmlformats.org/officeDocument/2006/relationships/image" Target="../media/image302.png"/><Relationship Id="rId60" Type="http://schemas.openxmlformats.org/officeDocument/2006/relationships/image" Target="../media/image309.png"/><Relationship Id="rId65" Type="http://schemas.openxmlformats.org/officeDocument/2006/relationships/image" Target="../media/image314.png"/><Relationship Id="rId73" Type="http://schemas.openxmlformats.org/officeDocument/2006/relationships/image" Target="../media/image322.png"/><Relationship Id="rId78" Type="http://schemas.openxmlformats.org/officeDocument/2006/relationships/image" Target="../media/image327.png"/><Relationship Id="rId81" Type="http://schemas.openxmlformats.org/officeDocument/2006/relationships/image" Target="../media/image330.png"/><Relationship Id="rId86" Type="http://schemas.openxmlformats.org/officeDocument/2006/relationships/image" Target="../media/image335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.png"/><Relationship Id="rId18" Type="http://schemas.openxmlformats.org/officeDocument/2006/relationships/image" Target="../media/image235.png"/><Relationship Id="rId26" Type="http://schemas.openxmlformats.org/officeDocument/2006/relationships/image" Target="../media/image243.png"/><Relationship Id="rId39" Type="http://schemas.openxmlformats.org/officeDocument/2006/relationships/image" Target="../media/image292.png"/><Relationship Id="rId21" Type="http://schemas.openxmlformats.org/officeDocument/2006/relationships/image" Target="../media/image238.png"/><Relationship Id="rId34" Type="http://schemas.openxmlformats.org/officeDocument/2006/relationships/image" Target="../media/image251.png"/><Relationship Id="rId42" Type="http://schemas.openxmlformats.org/officeDocument/2006/relationships/image" Target="../media/image295.png"/><Relationship Id="rId47" Type="http://schemas.openxmlformats.org/officeDocument/2006/relationships/image" Target="../media/image321.png"/><Relationship Id="rId50" Type="http://schemas.openxmlformats.org/officeDocument/2006/relationships/image" Target="../media/image337.png"/><Relationship Id="rId55" Type="http://schemas.openxmlformats.org/officeDocument/2006/relationships/image" Target="../media/image342.png"/><Relationship Id="rId63" Type="http://schemas.openxmlformats.org/officeDocument/2006/relationships/image" Target="../media/image349.png"/><Relationship Id="rId68" Type="http://schemas.openxmlformats.org/officeDocument/2006/relationships/image" Target="../media/image315.png"/><Relationship Id="rId76" Type="http://schemas.openxmlformats.org/officeDocument/2006/relationships/image" Target="../media/image334.png"/><Relationship Id="rId7" Type="http://schemas.openxmlformats.org/officeDocument/2006/relationships/image" Target="../media/image225.png"/><Relationship Id="rId71" Type="http://schemas.openxmlformats.org/officeDocument/2006/relationships/image" Target="../media/image318.png"/><Relationship Id="rId2" Type="http://schemas.openxmlformats.org/officeDocument/2006/relationships/image" Target="../media/image283.png"/><Relationship Id="rId16" Type="http://schemas.openxmlformats.org/officeDocument/2006/relationships/image" Target="../media/image287.png"/><Relationship Id="rId29" Type="http://schemas.openxmlformats.org/officeDocument/2006/relationships/image" Target="../media/image290.png"/><Relationship Id="rId11" Type="http://schemas.openxmlformats.org/officeDocument/2006/relationships/image" Target="../media/image229.png"/><Relationship Id="rId24" Type="http://schemas.openxmlformats.org/officeDocument/2006/relationships/image" Target="../media/image241.png"/><Relationship Id="rId32" Type="http://schemas.openxmlformats.org/officeDocument/2006/relationships/image" Target="../media/image249.png"/><Relationship Id="rId37" Type="http://schemas.openxmlformats.org/officeDocument/2006/relationships/image" Target="../media/image254.png"/><Relationship Id="rId40" Type="http://schemas.openxmlformats.org/officeDocument/2006/relationships/image" Target="../media/image293.png"/><Relationship Id="rId45" Type="http://schemas.openxmlformats.org/officeDocument/2006/relationships/image" Target="../media/image304.png"/><Relationship Id="rId53" Type="http://schemas.openxmlformats.org/officeDocument/2006/relationships/image" Target="../media/image340.png"/><Relationship Id="rId58" Type="http://schemas.openxmlformats.org/officeDocument/2006/relationships/image" Target="../media/image278.png"/><Relationship Id="rId66" Type="http://schemas.openxmlformats.org/officeDocument/2006/relationships/image" Target="../media/image351.png"/><Relationship Id="rId74" Type="http://schemas.openxmlformats.org/officeDocument/2006/relationships/image" Target="../media/image357.png"/><Relationship Id="rId79" Type="http://schemas.openxmlformats.org/officeDocument/2006/relationships/image" Target="../media/image359.png"/><Relationship Id="rId5" Type="http://schemas.openxmlformats.org/officeDocument/2006/relationships/image" Target="../media/image223.png"/><Relationship Id="rId61" Type="http://schemas.openxmlformats.org/officeDocument/2006/relationships/image" Target="../media/image347.png"/><Relationship Id="rId10" Type="http://schemas.openxmlformats.org/officeDocument/2006/relationships/image" Target="../media/image228.png"/><Relationship Id="rId19" Type="http://schemas.openxmlformats.org/officeDocument/2006/relationships/image" Target="../media/image236.png"/><Relationship Id="rId31" Type="http://schemas.openxmlformats.org/officeDocument/2006/relationships/image" Target="../media/image248.png"/><Relationship Id="rId44" Type="http://schemas.openxmlformats.org/officeDocument/2006/relationships/image" Target="../media/image303.png"/><Relationship Id="rId52" Type="http://schemas.openxmlformats.org/officeDocument/2006/relationships/image" Target="../media/image339.png"/><Relationship Id="rId60" Type="http://schemas.openxmlformats.org/officeDocument/2006/relationships/image" Target="../media/image346.png"/><Relationship Id="rId65" Type="http://schemas.openxmlformats.org/officeDocument/2006/relationships/image" Target="../media/image350.png"/><Relationship Id="rId73" Type="http://schemas.openxmlformats.org/officeDocument/2006/relationships/image" Target="../media/image356.png"/><Relationship Id="rId78" Type="http://schemas.openxmlformats.org/officeDocument/2006/relationships/image" Target="../media/image332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Relationship Id="rId14" Type="http://schemas.openxmlformats.org/officeDocument/2006/relationships/image" Target="../media/image285.png"/><Relationship Id="rId22" Type="http://schemas.openxmlformats.org/officeDocument/2006/relationships/image" Target="../media/image239.png"/><Relationship Id="rId27" Type="http://schemas.openxmlformats.org/officeDocument/2006/relationships/image" Target="../media/image244.png"/><Relationship Id="rId30" Type="http://schemas.openxmlformats.org/officeDocument/2006/relationships/image" Target="../media/image247.png"/><Relationship Id="rId35" Type="http://schemas.openxmlformats.org/officeDocument/2006/relationships/image" Target="../media/image252.png"/><Relationship Id="rId43" Type="http://schemas.openxmlformats.org/officeDocument/2006/relationships/image" Target="../media/image301.png"/><Relationship Id="rId48" Type="http://schemas.openxmlformats.org/officeDocument/2006/relationships/image" Target="../media/image329.png"/><Relationship Id="rId56" Type="http://schemas.openxmlformats.org/officeDocument/2006/relationships/image" Target="../media/image343.png"/><Relationship Id="rId64" Type="http://schemas.openxmlformats.org/officeDocument/2006/relationships/image" Target="../media/image310.png"/><Relationship Id="rId69" Type="http://schemas.openxmlformats.org/officeDocument/2006/relationships/image" Target="../media/image353.png"/><Relationship Id="rId77" Type="http://schemas.openxmlformats.org/officeDocument/2006/relationships/image" Target="../media/image358.png"/><Relationship Id="rId8" Type="http://schemas.openxmlformats.org/officeDocument/2006/relationships/image" Target="../media/image226.png"/><Relationship Id="rId51" Type="http://schemas.openxmlformats.org/officeDocument/2006/relationships/image" Target="../media/image338.png"/><Relationship Id="rId72" Type="http://schemas.openxmlformats.org/officeDocument/2006/relationships/image" Target="../media/image355.png"/><Relationship Id="rId3" Type="http://schemas.openxmlformats.org/officeDocument/2006/relationships/image" Target="../media/image284.png"/><Relationship Id="rId12" Type="http://schemas.openxmlformats.org/officeDocument/2006/relationships/image" Target="../media/image230.png"/><Relationship Id="rId17" Type="http://schemas.openxmlformats.org/officeDocument/2006/relationships/image" Target="../media/image288.png"/><Relationship Id="rId25" Type="http://schemas.openxmlformats.org/officeDocument/2006/relationships/image" Target="../media/image242.png"/><Relationship Id="rId33" Type="http://schemas.openxmlformats.org/officeDocument/2006/relationships/image" Target="../media/image193.png"/><Relationship Id="rId38" Type="http://schemas.openxmlformats.org/officeDocument/2006/relationships/image" Target="../media/image291.png"/><Relationship Id="rId46" Type="http://schemas.openxmlformats.org/officeDocument/2006/relationships/image" Target="../media/image312.png"/><Relationship Id="rId59" Type="http://schemas.openxmlformats.org/officeDocument/2006/relationships/image" Target="../media/image345.png"/><Relationship Id="rId67" Type="http://schemas.openxmlformats.org/officeDocument/2006/relationships/image" Target="../media/image352.png"/><Relationship Id="rId20" Type="http://schemas.openxmlformats.org/officeDocument/2006/relationships/image" Target="../media/image237.png"/><Relationship Id="rId41" Type="http://schemas.openxmlformats.org/officeDocument/2006/relationships/image" Target="../media/image294.png"/><Relationship Id="rId54" Type="http://schemas.openxmlformats.org/officeDocument/2006/relationships/image" Target="../media/image341.png"/><Relationship Id="rId62" Type="http://schemas.openxmlformats.org/officeDocument/2006/relationships/image" Target="../media/image348.png"/><Relationship Id="rId70" Type="http://schemas.openxmlformats.org/officeDocument/2006/relationships/image" Target="../media/image354.png"/><Relationship Id="rId75" Type="http://schemas.openxmlformats.org/officeDocument/2006/relationships/image" Target="../media/image3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.png"/><Relationship Id="rId15" Type="http://schemas.openxmlformats.org/officeDocument/2006/relationships/image" Target="../media/image286.png"/><Relationship Id="rId23" Type="http://schemas.openxmlformats.org/officeDocument/2006/relationships/image" Target="../media/image240.png"/><Relationship Id="rId28" Type="http://schemas.openxmlformats.org/officeDocument/2006/relationships/image" Target="../media/image289.png"/><Relationship Id="rId36" Type="http://schemas.openxmlformats.org/officeDocument/2006/relationships/image" Target="../media/image253.png"/><Relationship Id="rId49" Type="http://schemas.openxmlformats.org/officeDocument/2006/relationships/image" Target="../media/image336.png"/><Relationship Id="rId57" Type="http://schemas.openxmlformats.org/officeDocument/2006/relationships/image" Target="../media/image34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7.png"/><Relationship Id="rId18" Type="http://schemas.openxmlformats.org/officeDocument/2006/relationships/image" Target="../media/image346.png"/><Relationship Id="rId26" Type="http://schemas.openxmlformats.org/officeDocument/2006/relationships/image" Target="../media/image358.png"/><Relationship Id="rId39" Type="http://schemas.openxmlformats.org/officeDocument/2006/relationships/image" Target="../media/image386.png"/><Relationship Id="rId21" Type="http://schemas.openxmlformats.org/officeDocument/2006/relationships/image" Target="../media/image373.png"/><Relationship Id="rId34" Type="http://schemas.openxmlformats.org/officeDocument/2006/relationships/image" Target="../media/image381.png"/><Relationship Id="rId42" Type="http://schemas.openxmlformats.org/officeDocument/2006/relationships/image" Target="../media/image389.png"/><Relationship Id="rId47" Type="http://schemas.openxmlformats.org/officeDocument/2006/relationships/image" Target="../media/image394.png"/><Relationship Id="rId50" Type="http://schemas.openxmlformats.org/officeDocument/2006/relationships/image" Target="../media/image249.png"/><Relationship Id="rId55" Type="http://schemas.openxmlformats.org/officeDocument/2006/relationships/image" Target="../media/image400.png"/><Relationship Id="rId7" Type="http://schemas.openxmlformats.org/officeDocument/2006/relationships/image" Target="../media/image363.png"/><Relationship Id="rId12" Type="http://schemas.openxmlformats.org/officeDocument/2006/relationships/image" Target="../media/image339.png"/><Relationship Id="rId17" Type="http://schemas.openxmlformats.org/officeDocument/2006/relationships/image" Target="../media/image370.png"/><Relationship Id="rId25" Type="http://schemas.openxmlformats.org/officeDocument/2006/relationships/image" Target="../media/image316.png"/><Relationship Id="rId33" Type="http://schemas.openxmlformats.org/officeDocument/2006/relationships/image" Target="../media/image380.png"/><Relationship Id="rId38" Type="http://schemas.openxmlformats.org/officeDocument/2006/relationships/image" Target="../media/image385.png"/><Relationship Id="rId46" Type="http://schemas.openxmlformats.org/officeDocument/2006/relationships/image" Target="../media/image393.png"/><Relationship Id="rId2" Type="http://schemas.openxmlformats.org/officeDocument/2006/relationships/image" Target="../media/image360.png"/><Relationship Id="rId16" Type="http://schemas.openxmlformats.org/officeDocument/2006/relationships/image" Target="../media/image369.png"/><Relationship Id="rId20" Type="http://schemas.openxmlformats.org/officeDocument/2006/relationships/image" Target="../media/image372.png"/><Relationship Id="rId29" Type="http://schemas.openxmlformats.org/officeDocument/2006/relationships/image" Target="../media/image333.png"/><Relationship Id="rId41" Type="http://schemas.openxmlformats.org/officeDocument/2006/relationships/image" Target="../media/image388.png"/><Relationship Id="rId54" Type="http://schemas.openxmlformats.org/officeDocument/2006/relationships/image" Target="../media/image3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3.png"/><Relationship Id="rId11" Type="http://schemas.openxmlformats.org/officeDocument/2006/relationships/image" Target="../media/image338.png"/><Relationship Id="rId24" Type="http://schemas.openxmlformats.org/officeDocument/2006/relationships/image" Target="../media/image376.png"/><Relationship Id="rId32" Type="http://schemas.openxmlformats.org/officeDocument/2006/relationships/image" Target="../media/image379.png"/><Relationship Id="rId37" Type="http://schemas.openxmlformats.org/officeDocument/2006/relationships/image" Target="../media/image384.png"/><Relationship Id="rId40" Type="http://schemas.openxmlformats.org/officeDocument/2006/relationships/image" Target="../media/image387.png"/><Relationship Id="rId45" Type="http://schemas.openxmlformats.org/officeDocument/2006/relationships/image" Target="../media/image392.png"/><Relationship Id="rId53" Type="http://schemas.openxmlformats.org/officeDocument/2006/relationships/image" Target="../media/image399.png"/><Relationship Id="rId58" Type="http://schemas.openxmlformats.org/officeDocument/2006/relationships/image" Target="../media/image402.png"/><Relationship Id="rId5" Type="http://schemas.openxmlformats.org/officeDocument/2006/relationships/image" Target="../media/image326.png"/><Relationship Id="rId15" Type="http://schemas.openxmlformats.org/officeDocument/2006/relationships/image" Target="../media/image273.png"/><Relationship Id="rId23" Type="http://schemas.openxmlformats.org/officeDocument/2006/relationships/image" Target="../media/image375.png"/><Relationship Id="rId28" Type="http://schemas.openxmlformats.org/officeDocument/2006/relationships/image" Target="../media/image334.png"/><Relationship Id="rId36" Type="http://schemas.openxmlformats.org/officeDocument/2006/relationships/image" Target="../media/image383.png"/><Relationship Id="rId49" Type="http://schemas.openxmlformats.org/officeDocument/2006/relationships/image" Target="../media/image396.png"/><Relationship Id="rId57" Type="http://schemas.openxmlformats.org/officeDocument/2006/relationships/image" Target="../media/image401.png"/><Relationship Id="rId10" Type="http://schemas.openxmlformats.org/officeDocument/2006/relationships/image" Target="../media/image366.png"/><Relationship Id="rId19" Type="http://schemas.openxmlformats.org/officeDocument/2006/relationships/image" Target="../media/image371.png"/><Relationship Id="rId31" Type="http://schemas.openxmlformats.org/officeDocument/2006/relationships/image" Target="../media/image378.png"/><Relationship Id="rId44" Type="http://schemas.openxmlformats.org/officeDocument/2006/relationships/image" Target="../media/image391.png"/><Relationship Id="rId52" Type="http://schemas.openxmlformats.org/officeDocument/2006/relationships/image" Target="../media/image398.png"/><Relationship Id="rId4" Type="http://schemas.openxmlformats.org/officeDocument/2006/relationships/image" Target="../media/image362.png"/><Relationship Id="rId9" Type="http://schemas.openxmlformats.org/officeDocument/2006/relationships/image" Target="../media/image365.png"/><Relationship Id="rId14" Type="http://schemas.openxmlformats.org/officeDocument/2006/relationships/image" Target="../media/image368.png"/><Relationship Id="rId22" Type="http://schemas.openxmlformats.org/officeDocument/2006/relationships/image" Target="../media/image374.png"/><Relationship Id="rId27" Type="http://schemas.openxmlformats.org/officeDocument/2006/relationships/image" Target="../media/image332.png"/><Relationship Id="rId30" Type="http://schemas.openxmlformats.org/officeDocument/2006/relationships/image" Target="../media/image377.png"/><Relationship Id="rId35" Type="http://schemas.openxmlformats.org/officeDocument/2006/relationships/image" Target="../media/image382.png"/><Relationship Id="rId43" Type="http://schemas.openxmlformats.org/officeDocument/2006/relationships/image" Target="../media/image390.png"/><Relationship Id="rId48" Type="http://schemas.openxmlformats.org/officeDocument/2006/relationships/image" Target="../media/image395.png"/><Relationship Id="rId56" Type="http://schemas.openxmlformats.org/officeDocument/2006/relationships/image" Target="../media/image251.png"/><Relationship Id="rId8" Type="http://schemas.openxmlformats.org/officeDocument/2006/relationships/image" Target="../media/image364.png"/><Relationship Id="rId51" Type="http://schemas.openxmlformats.org/officeDocument/2006/relationships/image" Target="../media/image397.png"/><Relationship Id="rId3" Type="http://schemas.openxmlformats.org/officeDocument/2006/relationships/image" Target="../media/image3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png"/><Relationship Id="rId13" Type="http://schemas.openxmlformats.org/officeDocument/2006/relationships/image" Target="../media/image414.png"/><Relationship Id="rId18" Type="http://schemas.openxmlformats.org/officeDocument/2006/relationships/image" Target="../media/image419.png"/><Relationship Id="rId26" Type="http://schemas.openxmlformats.org/officeDocument/2006/relationships/image" Target="../media/image427.png"/><Relationship Id="rId3" Type="http://schemas.openxmlformats.org/officeDocument/2006/relationships/image" Target="../media/image404.png"/><Relationship Id="rId21" Type="http://schemas.openxmlformats.org/officeDocument/2006/relationships/image" Target="../media/image422.png"/><Relationship Id="rId7" Type="http://schemas.openxmlformats.org/officeDocument/2006/relationships/image" Target="../media/image408.png"/><Relationship Id="rId12" Type="http://schemas.openxmlformats.org/officeDocument/2006/relationships/image" Target="../media/image413.png"/><Relationship Id="rId17" Type="http://schemas.openxmlformats.org/officeDocument/2006/relationships/image" Target="../media/image418.png"/><Relationship Id="rId25" Type="http://schemas.openxmlformats.org/officeDocument/2006/relationships/image" Target="../media/image426.png"/><Relationship Id="rId2" Type="http://schemas.openxmlformats.org/officeDocument/2006/relationships/image" Target="../media/image403.png"/><Relationship Id="rId16" Type="http://schemas.openxmlformats.org/officeDocument/2006/relationships/image" Target="../media/image417.png"/><Relationship Id="rId20" Type="http://schemas.openxmlformats.org/officeDocument/2006/relationships/image" Target="../media/image4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7.png"/><Relationship Id="rId11" Type="http://schemas.openxmlformats.org/officeDocument/2006/relationships/image" Target="../media/image412.png"/><Relationship Id="rId24" Type="http://schemas.openxmlformats.org/officeDocument/2006/relationships/image" Target="../media/image425.png"/><Relationship Id="rId5" Type="http://schemas.openxmlformats.org/officeDocument/2006/relationships/image" Target="../media/image406.png"/><Relationship Id="rId15" Type="http://schemas.openxmlformats.org/officeDocument/2006/relationships/image" Target="../media/image416.png"/><Relationship Id="rId23" Type="http://schemas.openxmlformats.org/officeDocument/2006/relationships/image" Target="../media/image424.png"/><Relationship Id="rId28" Type="http://schemas.openxmlformats.org/officeDocument/2006/relationships/image" Target="../media/image402.png"/><Relationship Id="rId10" Type="http://schemas.openxmlformats.org/officeDocument/2006/relationships/image" Target="../media/image411.png"/><Relationship Id="rId19" Type="http://schemas.openxmlformats.org/officeDocument/2006/relationships/image" Target="../media/image420.png"/><Relationship Id="rId4" Type="http://schemas.openxmlformats.org/officeDocument/2006/relationships/image" Target="../media/image405.png"/><Relationship Id="rId9" Type="http://schemas.openxmlformats.org/officeDocument/2006/relationships/image" Target="../media/image410.png"/><Relationship Id="rId14" Type="http://schemas.openxmlformats.org/officeDocument/2006/relationships/image" Target="../media/image415.png"/><Relationship Id="rId22" Type="http://schemas.openxmlformats.org/officeDocument/2006/relationships/image" Target="../media/image423.png"/><Relationship Id="rId27" Type="http://schemas.openxmlformats.org/officeDocument/2006/relationships/image" Target="../media/image4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5.png"/><Relationship Id="rId13" Type="http://schemas.openxmlformats.org/officeDocument/2006/relationships/image" Target="../media/image440.png"/><Relationship Id="rId3" Type="http://schemas.openxmlformats.org/officeDocument/2006/relationships/image" Target="../media/image430.png"/><Relationship Id="rId7" Type="http://schemas.openxmlformats.org/officeDocument/2006/relationships/image" Target="../media/image434.png"/><Relationship Id="rId12" Type="http://schemas.openxmlformats.org/officeDocument/2006/relationships/image" Target="../media/image439.png"/><Relationship Id="rId2" Type="http://schemas.openxmlformats.org/officeDocument/2006/relationships/image" Target="../media/image4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3.png"/><Relationship Id="rId11" Type="http://schemas.openxmlformats.org/officeDocument/2006/relationships/image" Target="../media/image438.png"/><Relationship Id="rId5" Type="http://schemas.openxmlformats.org/officeDocument/2006/relationships/image" Target="../media/image432.png"/><Relationship Id="rId10" Type="http://schemas.openxmlformats.org/officeDocument/2006/relationships/image" Target="../media/image437.png"/><Relationship Id="rId4" Type="http://schemas.openxmlformats.org/officeDocument/2006/relationships/image" Target="../media/image431.png"/><Relationship Id="rId9" Type="http://schemas.openxmlformats.org/officeDocument/2006/relationships/image" Target="../media/image4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5.png"/><Relationship Id="rId13" Type="http://schemas.openxmlformats.org/officeDocument/2006/relationships/image" Target="../media/image440.png"/><Relationship Id="rId3" Type="http://schemas.openxmlformats.org/officeDocument/2006/relationships/image" Target="../media/image430.png"/><Relationship Id="rId7" Type="http://schemas.openxmlformats.org/officeDocument/2006/relationships/image" Target="../media/image434.png"/><Relationship Id="rId12" Type="http://schemas.openxmlformats.org/officeDocument/2006/relationships/image" Target="../media/image439.png"/><Relationship Id="rId2" Type="http://schemas.openxmlformats.org/officeDocument/2006/relationships/image" Target="../media/image4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3.png"/><Relationship Id="rId11" Type="http://schemas.openxmlformats.org/officeDocument/2006/relationships/image" Target="../media/image438.png"/><Relationship Id="rId5" Type="http://schemas.openxmlformats.org/officeDocument/2006/relationships/image" Target="../media/image432.png"/><Relationship Id="rId10" Type="http://schemas.openxmlformats.org/officeDocument/2006/relationships/image" Target="../media/image437.png"/><Relationship Id="rId4" Type="http://schemas.openxmlformats.org/officeDocument/2006/relationships/image" Target="../media/image431.png"/><Relationship Id="rId9" Type="http://schemas.openxmlformats.org/officeDocument/2006/relationships/image" Target="../media/image4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5.png"/><Relationship Id="rId13" Type="http://schemas.openxmlformats.org/officeDocument/2006/relationships/image" Target="../media/image440.png"/><Relationship Id="rId3" Type="http://schemas.openxmlformats.org/officeDocument/2006/relationships/image" Target="../media/image430.png"/><Relationship Id="rId7" Type="http://schemas.openxmlformats.org/officeDocument/2006/relationships/image" Target="../media/image444.png"/><Relationship Id="rId12" Type="http://schemas.openxmlformats.org/officeDocument/2006/relationships/image" Target="../media/image439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3.png"/><Relationship Id="rId11" Type="http://schemas.openxmlformats.org/officeDocument/2006/relationships/image" Target="../media/image438.png"/><Relationship Id="rId5" Type="http://schemas.openxmlformats.org/officeDocument/2006/relationships/image" Target="../media/image443.png"/><Relationship Id="rId10" Type="http://schemas.openxmlformats.org/officeDocument/2006/relationships/image" Target="../media/image437.png"/><Relationship Id="rId4" Type="http://schemas.openxmlformats.org/officeDocument/2006/relationships/image" Target="../media/image442.png"/><Relationship Id="rId9" Type="http://schemas.openxmlformats.org/officeDocument/2006/relationships/image" Target="../media/image4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5.png"/><Relationship Id="rId13" Type="http://schemas.openxmlformats.org/officeDocument/2006/relationships/image" Target="../media/image440.png"/><Relationship Id="rId3" Type="http://schemas.openxmlformats.org/officeDocument/2006/relationships/image" Target="../media/image430.png"/><Relationship Id="rId7" Type="http://schemas.openxmlformats.org/officeDocument/2006/relationships/image" Target="../media/image444.png"/><Relationship Id="rId12" Type="http://schemas.openxmlformats.org/officeDocument/2006/relationships/image" Target="../media/image439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3.png"/><Relationship Id="rId11" Type="http://schemas.openxmlformats.org/officeDocument/2006/relationships/image" Target="../media/image438.png"/><Relationship Id="rId5" Type="http://schemas.openxmlformats.org/officeDocument/2006/relationships/image" Target="../media/image443.png"/><Relationship Id="rId10" Type="http://schemas.openxmlformats.org/officeDocument/2006/relationships/image" Target="../media/image437.png"/><Relationship Id="rId4" Type="http://schemas.openxmlformats.org/officeDocument/2006/relationships/image" Target="../media/image442.png"/><Relationship Id="rId9" Type="http://schemas.openxmlformats.org/officeDocument/2006/relationships/image" Target="../media/image4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5.png"/><Relationship Id="rId13" Type="http://schemas.openxmlformats.org/officeDocument/2006/relationships/image" Target="../media/image440.png"/><Relationship Id="rId3" Type="http://schemas.openxmlformats.org/officeDocument/2006/relationships/image" Target="../media/image430.png"/><Relationship Id="rId7" Type="http://schemas.openxmlformats.org/officeDocument/2006/relationships/image" Target="../media/image444.png"/><Relationship Id="rId12" Type="http://schemas.openxmlformats.org/officeDocument/2006/relationships/image" Target="../media/image439.png"/><Relationship Id="rId2" Type="http://schemas.openxmlformats.org/officeDocument/2006/relationships/image" Target="../media/image4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3.png"/><Relationship Id="rId11" Type="http://schemas.openxmlformats.org/officeDocument/2006/relationships/image" Target="../media/image438.png"/><Relationship Id="rId5" Type="http://schemas.openxmlformats.org/officeDocument/2006/relationships/image" Target="../media/image443.png"/><Relationship Id="rId10" Type="http://schemas.openxmlformats.org/officeDocument/2006/relationships/image" Target="../media/image437.png"/><Relationship Id="rId4" Type="http://schemas.openxmlformats.org/officeDocument/2006/relationships/image" Target="../media/image442.png"/><Relationship Id="rId9" Type="http://schemas.openxmlformats.org/officeDocument/2006/relationships/image" Target="../media/image4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5.png"/><Relationship Id="rId13" Type="http://schemas.openxmlformats.org/officeDocument/2006/relationships/image" Target="../media/image440.png"/><Relationship Id="rId3" Type="http://schemas.openxmlformats.org/officeDocument/2006/relationships/image" Target="../media/image430.png"/><Relationship Id="rId7" Type="http://schemas.openxmlformats.org/officeDocument/2006/relationships/image" Target="../media/image444.png"/><Relationship Id="rId12" Type="http://schemas.openxmlformats.org/officeDocument/2006/relationships/image" Target="../media/image439.png"/><Relationship Id="rId2" Type="http://schemas.openxmlformats.org/officeDocument/2006/relationships/image" Target="../media/image4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3.png"/><Relationship Id="rId11" Type="http://schemas.openxmlformats.org/officeDocument/2006/relationships/image" Target="../media/image438.png"/><Relationship Id="rId5" Type="http://schemas.openxmlformats.org/officeDocument/2006/relationships/image" Target="../media/image443.png"/><Relationship Id="rId10" Type="http://schemas.openxmlformats.org/officeDocument/2006/relationships/image" Target="../media/image437.png"/><Relationship Id="rId4" Type="http://schemas.openxmlformats.org/officeDocument/2006/relationships/image" Target="../media/image446.png"/><Relationship Id="rId9" Type="http://schemas.openxmlformats.org/officeDocument/2006/relationships/image" Target="../media/image4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5.png"/><Relationship Id="rId13" Type="http://schemas.openxmlformats.org/officeDocument/2006/relationships/image" Target="../media/image440.png"/><Relationship Id="rId3" Type="http://schemas.openxmlformats.org/officeDocument/2006/relationships/image" Target="../media/image448.png"/><Relationship Id="rId7" Type="http://schemas.openxmlformats.org/officeDocument/2006/relationships/image" Target="../media/image444.png"/><Relationship Id="rId12" Type="http://schemas.openxmlformats.org/officeDocument/2006/relationships/image" Target="../media/image439.png"/><Relationship Id="rId2" Type="http://schemas.openxmlformats.org/officeDocument/2006/relationships/image" Target="../media/image4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3.png"/><Relationship Id="rId11" Type="http://schemas.openxmlformats.org/officeDocument/2006/relationships/image" Target="../media/image438.png"/><Relationship Id="rId5" Type="http://schemas.openxmlformats.org/officeDocument/2006/relationships/image" Target="../media/image443.png"/><Relationship Id="rId10" Type="http://schemas.openxmlformats.org/officeDocument/2006/relationships/image" Target="../media/image437.png"/><Relationship Id="rId4" Type="http://schemas.openxmlformats.org/officeDocument/2006/relationships/image" Target="../media/image446.png"/><Relationship Id="rId9" Type="http://schemas.openxmlformats.org/officeDocument/2006/relationships/image" Target="../media/image44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9.png"/><Relationship Id="rId13" Type="http://schemas.openxmlformats.org/officeDocument/2006/relationships/image" Target="../media/image452.png"/><Relationship Id="rId3" Type="http://schemas.openxmlformats.org/officeDocument/2006/relationships/image" Target="../media/image448.png"/><Relationship Id="rId7" Type="http://schemas.openxmlformats.org/officeDocument/2006/relationships/image" Target="../media/image435.png"/><Relationship Id="rId12" Type="http://schemas.openxmlformats.org/officeDocument/2006/relationships/image" Target="../media/image440.png"/><Relationship Id="rId2" Type="http://schemas.openxmlformats.org/officeDocument/2006/relationships/image" Target="../media/image4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1.png"/><Relationship Id="rId11" Type="http://schemas.openxmlformats.org/officeDocument/2006/relationships/image" Target="../media/image439.png"/><Relationship Id="rId5" Type="http://schemas.openxmlformats.org/officeDocument/2006/relationships/image" Target="../media/image433.png"/><Relationship Id="rId10" Type="http://schemas.openxmlformats.org/officeDocument/2006/relationships/image" Target="../media/image438.png"/><Relationship Id="rId4" Type="http://schemas.openxmlformats.org/officeDocument/2006/relationships/image" Target="../media/image450.png"/><Relationship Id="rId9" Type="http://schemas.openxmlformats.org/officeDocument/2006/relationships/image" Target="../media/image437.png"/><Relationship Id="rId14" Type="http://schemas.openxmlformats.org/officeDocument/2006/relationships/image" Target="../media/image45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png"/><Relationship Id="rId3" Type="http://schemas.openxmlformats.org/officeDocument/2006/relationships/image" Target="../media/image455.png"/><Relationship Id="rId7" Type="http://schemas.openxmlformats.org/officeDocument/2006/relationships/image" Target="../media/image458.png"/><Relationship Id="rId2" Type="http://schemas.openxmlformats.org/officeDocument/2006/relationships/image" Target="../media/image4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7.png"/><Relationship Id="rId5" Type="http://schemas.openxmlformats.org/officeDocument/2006/relationships/image" Target="../media/image456.png"/><Relationship Id="rId4" Type="http://schemas.openxmlformats.org/officeDocument/2006/relationships/image" Target="../media/image433.png"/><Relationship Id="rId9" Type="http://schemas.openxmlformats.org/officeDocument/2006/relationships/image" Target="../media/image46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7.png"/><Relationship Id="rId3" Type="http://schemas.openxmlformats.org/officeDocument/2006/relationships/image" Target="../media/image462.png"/><Relationship Id="rId7" Type="http://schemas.openxmlformats.org/officeDocument/2006/relationships/image" Target="../media/image466.png"/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5.png"/><Relationship Id="rId5" Type="http://schemas.openxmlformats.org/officeDocument/2006/relationships/image" Target="../media/image464.png"/><Relationship Id="rId4" Type="http://schemas.openxmlformats.org/officeDocument/2006/relationships/image" Target="../media/image4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9.png"/><Relationship Id="rId2" Type="http://schemas.openxmlformats.org/officeDocument/2006/relationships/image" Target="../media/image4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1.png"/><Relationship Id="rId5" Type="http://schemas.openxmlformats.org/officeDocument/2006/relationships/image" Target="../media/image470.png"/><Relationship Id="rId4" Type="http://schemas.openxmlformats.org/officeDocument/2006/relationships/image" Target="../media/image46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13" Type="http://schemas.openxmlformats.org/officeDocument/2006/relationships/image" Target="../media/image479.png"/><Relationship Id="rId18" Type="http://schemas.openxmlformats.org/officeDocument/2006/relationships/image" Target="../media/image315.png"/><Relationship Id="rId3" Type="http://schemas.openxmlformats.org/officeDocument/2006/relationships/image" Target="../media/image473.png"/><Relationship Id="rId21" Type="http://schemas.openxmlformats.org/officeDocument/2006/relationships/image" Target="../media/image358.png"/><Relationship Id="rId7" Type="http://schemas.openxmlformats.org/officeDocument/2006/relationships/image" Target="../media/image476.png"/><Relationship Id="rId12" Type="http://schemas.openxmlformats.org/officeDocument/2006/relationships/image" Target="../media/image306.png"/><Relationship Id="rId17" Type="http://schemas.openxmlformats.org/officeDocument/2006/relationships/image" Target="../media/image352.png"/><Relationship Id="rId2" Type="http://schemas.openxmlformats.org/officeDocument/2006/relationships/image" Target="../media/image472.png"/><Relationship Id="rId16" Type="http://schemas.openxmlformats.org/officeDocument/2006/relationships/image" Target="../media/image351.png"/><Relationship Id="rId20" Type="http://schemas.openxmlformats.org/officeDocument/2006/relationships/image" Target="../media/image3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5.png"/><Relationship Id="rId11" Type="http://schemas.openxmlformats.org/officeDocument/2006/relationships/image" Target="../media/image478.png"/><Relationship Id="rId5" Type="http://schemas.openxmlformats.org/officeDocument/2006/relationships/image" Target="../media/image267.png"/><Relationship Id="rId15" Type="http://schemas.openxmlformats.org/officeDocument/2006/relationships/image" Target="../media/image310.png"/><Relationship Id="rId23" Type="http://schemas.openxmlformats.org/officeDocument/2006/relationships/image" Target="../media/image482.png"/><Relationship Id="rId10" Type="http://schemas.openxmlformats.org/officeDocument/2006/relationships/image" Target="../media/image369.png"/><Relationship Id="rId19" Type="http://schemas.openxmlformats.org/officeDocument/2006/relationships/image" Target="../media/image480.png"/><Relationship Id="rId4" Type="http://schemas.openxmlformats.org/officeDocument/2006/relationships/image" Target="../media/image474.png"/><Relationship Id="rId9" Type="http://schemas.openxmlformats.org/officeDocument/2006/relationships/image" Target="../media/image477.png"/><Relationship Id="rId14" Type="http://schemas.openxmlformats.org/officeDocument/2006/relationships/image" Target="../media/image349.png"/><Relationship Id="rId22" Type="http://schemas.openxmlformats.org/officeDocument/2006/relationships/image" Target="../media/image48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5.png"/><Relationship Id="rId13" Type="http://schemas.openxmlformats.org/officeDocument/2006/relationships/image" Target="../media/image440.png"/><Relationship Id="rId3" Type="http://schemas.openxmlformats.org/officeDocument/2006/relationships/image" Target="../media/image485.png"/><Relationship Id="rId7" Type="http://schemas.openxmlformats.org/officeDocument/2006/relationships/image" Target="../media/image444.png"/><Relationship Id="rId12" Type="http://schemas.openxmlformats.org/officeDocument/2006/relationships/image" Target="../media/image439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8.png"/><Relationship Id="rId11" Type="http://schemas.openxmlformats.org/officeDocument/2006/relationships/image" Target="../media/image438.png"/><Relationship Id="rId5" Type="http://schemas.openxmlformats.org/officeDocument/2006/relationships/image" Target="../media/image487.png"/><Relationship Id="rId10" Type="http://schemas.openxmlformats.org/officeDocument/2006/relationships/image" Target="../media/image437.png"/><Relationship Id="rId4" Type="http://schemas.openxmlformats.org/officeDocument/2006/relationships/image" Target="../media/image486.png"/><Relationship Id="rId9" Type="http://schemas.openxmlformats.org/officeDocument/2006/relationships/image" Target="../media/image44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9.png"/><Relationship Id="rId3" Type="http://schemas.openxmlformats.org/officeDocument/2006/relationships/image" Target="../media/image485.png"/><Relationship Id="rId7" Type="http://schemas.openxmlformats.org/officeDocument/2006/relationships/image" Target="../media/image435.png"/><Relationship Id="rId12" Type="http://schemas.openxmlformats.org/officeDocument/2006/relationships/image" Target="../media/image440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4.png"/><Relationship Id="rId11" Type="http://schemas.openxmlformats.org/officeDocument/2006/relationships/image" Target="../media/image439.png"/><Relationship Id="rId5" Type="http://schemas.openxmlformats.org/officeDocument/2006/relationships/image" Target="../media/image488.png"/><Relationship Id="rId10" Type="http://schemas.openxmlformats.org/officeDocument/2006/relationships/image" Target="../media/image438.png"/><Relationship Id="rId4" Type="http://schemas.openxmlformats.org/officeDocument/2006/relationships/image" Target="../media/image487.png"/><Relationship Id="rId9" Type="http://schemas.openxmlformats.org/officeDocument/2006/relationships/image" Target="../media/image43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9.png"/><Relationship Id="rId13" Type="http://schemas.openxmlformats.org/officeDocument/2006/relationships/image" Target="../media/image492.png"/><Relationship Id="rId3" Type="http://schemas.openxmlformats.org/officeDocument/2006/relationships/image" Target="../media/image485.png"/><Relationship Id="rId7" Type="http://schemas.openxmlformats.org/officeDocument/2006/relationships/image" Target="../media/image435.png"/><Relationship Id="rId12" Type="http://schemas.openxmlformats.org/officeDocument/2006/relationships/image" Target="../media/image440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1.png"/><Relationship Id="rId11" Type="http://schemas.openxmlformats.org/officeDocument/2006/relationships/image" Target="../media/image439.png"/><Relationship Id="rId5" Type="http://schemas.openxmlformats.org/officeDocument/2006/relationships/image" Target="../media/image490.png"/><Relationship Id="rId10" Type="http://schemas.openxmlformats.org/officeDocument/2006/relationships/image" Target="../media/image438.png"/><Relationship Id="rId4" Type="http://schemas.openxmlformats.org/officeDocument/2006/relationships/image" Target="../media/image489.png"/><Relationship Id="rId9" Type="http://schemas.openxmlformats.org/officeDocument/2006/relationships/image" Target="../media/image437.png"/><Relationship Id="rId14" Type="http://schemas.openxmlformats.org/officeDocument/2006/relationships/image" Target="../media/image49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png"/><Relationship Id="rId13" Type="http://schemas.openxmlformats.org/officeDocument/2006/relationships/image" Target="../media/image497.png"/><Relationship Id="rId3" Type="http://schemas.openxmlformats.org/officeDocument/2006/relationships/image" Target="../media/image484.png"/><Relationship Id="rId7" Type="http://schemas.openxmlformats.org/officeDocument/2006/relationships/image" Target="../media/image449.png"/><Relationship Id="rId12" Type="http://schemas.openxmlformats.org/officeDocument/2006/relationships/image" Target="../media/image496.png"/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5.png"/><Relationship Id="rId11" Type="http://schemas.openxmlformats.org/officeDocument/2006/relationships/image" Target="../media/image440.png"/><Relationship Id="rId5" Type="http://schemas.openxmlformats.org/officeDocument/2006/relationships/image" Target="../media/image495.png"/><Relationship Id="rId15" Type="http://schemas.openxmlformats.org/officeDocument/2006/relationships/image" Target="../media/image499.png"/><Relationship Id="rId10" Type="http://schemas.openxmlformats.org/officeDocument/2006/relationships/image" Target="../media/image439.png"/><Relationship Id="rId4" Type="http://schemas.openxmlformats.org/officeDocument/2006/relationships/image" Target="../media/image485.png"/><Relationship Id="rId9" Type="http://schemas.openxmlformats.org/officeDocument/2006/relationships/image" Target="../media/image438.png"/><Relationship Id="rId14" Type="http://schemas.openxmlformats.org/officeDocument/2006/relationships/image" Target="../media/image49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png"/><Relationship Id="rId3" Type="http://schemas.openxmlformats.org/officeDocument/2006/relationships/image" Target="../media/image485.png"/><Relationship Id="rId7" Type="http://schemas.openxmlformats.org/officeDocument/2006/relationships/image" Target="../media/image438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7.png"/><Relationship Id="rId5" Type="http://schemas.openxmlformats.org/officeDocument/2006/relationships/image" Target="../media/image449.png"/><Relationship Id="rId4" Type="http://schemas.openxmlformats.org/officeDocument/2006/relationships/image" Target="../media/image435.png"/><Relationship Id="rId9" Type="http://schemas.openxmlformats.org/officeDocument/2006/relationships/image" Target="../media/image4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png"/><Relationship Id="rId3" Type="http://schemas.openxmlformats.org/officeDocument/2006/relationships/image" Target="../media/image485.png"/><Relationship Id="rId7" Type="http://schemas.openxmlformats.org/officeDocument/2006/relationships/image" Target="../media/image438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7.png"/><Relationship Id="rId5" Type="http://schemas.openxmlformats.org/officeDocument/2006/relationships/image" Target="../media/image449.png"/><Relationship Id="rId4" Type="http://schemas.openxmlformats.org/officeDocument/2006/relationships/image" Target="../media/image435.png"/><Relationship Id="rId9" Type="http://schemas.openxmlformats.org/officeDocument/2006/relationships/image" Target="../media/image44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png"/><Relationship Id="rId3" Type="http://schemas.openxmlformats.org/officeDocument/2006/relationships/image" Target="../media/image485.png"/><Relationship Id="rId7" Type="http://schemas.openxmlformats.org/officeDocument/2006/relationships/image" Target="../media/image438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7.png"/><Relationship Id="rId5" Type="http://schemas.openxmlformats.org/officeDocument/2006/relationships/image" Target="../media/image449.png"/><Relationship Id="rId10" Type="http://schemas.openxmlformats.org/officeDocument/2006/relationships/image" Target="../media/image499.png"/><Relationship Id="rId4" Type="http://schemas.openxmlformats.org/officeDocument/2006/relationships/image" Target="../media/image435.png"/><Relationship Id="rId9" Type="http://schemas.openxmlformats.org/officeDocument/2006/relationships/image" Target="../media/image44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8.png"/><Relationship Id="rId13" Type="http://schemas.openxmlformats.org/officeDocument/2006/relationships/image" Target="../media/image502.png"/><Relationship Id="rId3" Type="http://schemas.openxmlformats.org/officeDocument/2006/relationships/image" Target="../media/image485.png"/><Relationship Id="rId7" Type="http://schemas.openxmlformats.org/officeDocument/2006/relationships/image" Target="../media/image437.png"/><Relationship Id="rId12" Type="http://schemas.openxmlformats.org/officeDocument/2006/relationships/image" Target="../media/image501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9.png"/><Relationship Id="rId11" Type="http://schemas.openxmlformats.org/officeDocument/2006/relationships/image" Target="../media/image500.png"/><Relationship Id="rId5" Type="http://schemas.openxmlformats.org/officeDocument/2006/relationships/image" Target="../media/image435.png"/><Relationship Id="rId10" Type="http://schemas.openxmlformats.org/officeDocument/2006/relationships/image" Target="../media/image440.png"/><Relationship Id="rId4" Type="http://schemas.openxmlformats.org/officeDocument/2006/relationships/image" Target="../media/image486.png"/><Relationship Id="rId9" Type="http://schemas.openxmlformats.org/officeDocument/2006/relationships/image" Target="../media/image439.png"/><Relationship Id="rId14" Type="http://schemas.openxmlformats.org/officeDocument/2006/relationships/image" Target="../media/image50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png"/><Relationship Id="rId13" Type="http://schemas.openxmlformats.org/officeDocument/2006/relationships/image" Target="../media/image502.png"/><Relationship Id="rId3" Type="http://schemas.openxmlformats.org/officeDocument/2006/relationships/image" Target="../media/image485.png"/><Relationship Id="rId7" Type="http://schemas.openxmlformats.org/officeDocument/2006/relationships/image" Target="../media/image438.png"/><Relationship Id="rId12" Type="http://schemas.openxmlformats.org/officeDocument/2006/relationships/image" Target="../media/image501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7.png"/><Relationship Id="rId11" Type="http://schemas.openxmlformats.org/officeDocument/2006/relationships/image" Target="../media/image500.png"/><Relationship Id="rId5" Type="http://schemas.openxmlformats.org/officeDocument/2006/relationships/image" Target="../media/image449.png"/><Relationship Id="rId10" Type="http://schemas.openxmlformats.org/officeDocument/2006/relationships/image" Target="../media/image499.png"/><Relationship Id="rId4" Type="http://schemas.openxmlformats.org/officeDocument/2006/relationships/image" Target="../media/image435.png"/><Relationship Id="rId9" Type="http://schemas.openxmlformats.org/officeDocument/2006/relationships/image" Target="../media/image440.png"/><Relationship Id="rId14" Type="http://schemas.openxmlformats.org/officeDocument/2006/relationships/image" Target="../media/image50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6.png"/><Relationship Id="rId2" Type="http://schemas.openxmlformats.org/officeDocument/2006/relationships/image" Target="../media/image50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8.png"/><Relationship Id="rId13" Type="http://schemas.openxmlformats.org/officeDocument/2006/relationships/image" Target="../media/image507.png"/><Relationship Id="rId3" Type="http://schemas.openxmlformats.org/officeDocument/2006/relationships/image" Target="../media/image485.png"/><Relationship Id="rId7" Type="http://schemas.openxmlformats.org/officeDocument/2006/relationships/image" Target="../media/image437.png"/><Relationship Id="rId12" Type="http://schemas.openxmlformats.org/officeDocument/2006/relationships/image" Target="../media/image502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9.png"/><Relationship Id="rId11" Type="http://schemas.openxmlformats.org/officeDocument/2006/relationships/image" Target="../media/image501.png"/><Relationship Id="rId5" Type="http://schemas.openxmlformats.org/officeDocument/2006/relationships/image" Target="../media/image435.png"/><Relationship Id="rId10" Type="http://schemas.openxmlformats.org/officeDocument/2006/relationships/image" Target="../media/image440.png"/><Relationship Id="rId4" Type="http://schemas.openxmlformats.org/officeDocument/2006/relationships/image" Target="../media/image486.png"/><Relationship Id="rId9" Type="http://schemas.openxmlformats.org/officeDocument/2006/relationships/image" Target="../media/image439.png"/><Relationship Id="rId14" Type="http://schemas.openxmlformats.org/officeDocument/2006/relationships/image" Target="../media/image50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png"/><Relationship Id="rId13" Type="http://schemas.openxmlformats.org/officeDocument/2006/relationships/image" Target="../media/image508.png"/><Relationship Id="rId3" Type="http://schemas.openxmlformats.org/officeDocument/2006/relationships/image" Target="../media/image485.png"/><Relationship Id="rId7" Type="http://schemas.openxmlformats.org/officeDocument/2006/relationships/image" Target="../media/image438.png"/><Relationship Id="rId12" Type="http://schemas.openxmlformats.org/officeDocument/2006/relationships/image" Target="../media/image504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7.png"/><Relationship Id="rId11" Type="http://schemas.openxmlformats.org/officeDocument/2006/relationships/image" Target="../media/image502.png"/><Relationship Id="rId5" Type="http://schemas.openxmlformats.org/officeDocument/2006/relationships/image" Target="../media/image449.png"/><Relationship Id="rId10" Type="http://schemas.openxmlformats.org/officeDocument/2006/relationships/image" Target="../media/image501.png"/><Relationship Id="rId4" Type="http://schemas.openxmlformats.org/officeDocument/2006/relationships/image" Target="../media/image435.png"/><Relationship Id="rId9" Type="http://schemas.openxmlformats.org/officeDocument/2006/relationships/image" Target="../media/image44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png"/><Relationship Id="rId13" Type="http://schemas.openxmlformats.org/officeDocument/2006/relationships/image" Target="../media/image502.png"/><Relationship Id="rId3" Type="http://schemas.openxmlformats.org/officeDocument/2006/relationships/image" Target="../media/image485.png"/><Relationship Id="rId7" Type="http://schemas.openxmlformats.org/officeDocument/2006/relationships/image" Target="../media/image438.png"/><Relationship Id="rId12" Type="http://schemas.openxmlformats.org/officeDocument/2006/relationships/image" Target="../media/image501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7.png"/><Relationship Id="rId11" Type="http://schemas.openxmlformats.org/officeDocument/2006/relationships/image" Target="../media/image500.png"/><Relationship Id="rId5" Type="http://schemas.openxmlformats.org/officeDocument/2006/relationships/image" Target="../media/image449.png"/><Relationship Id="rId10" Type="http://schemas.openxmlformats.org/officeDocument/2006/relationships/image" Target="../media/image499.png"/><Relationship Id="rId4" Type="http://schemas.openxmlformats.org/officeDocument/2006/relationships/image" Target="../media/image435.png"/><Relationship Id="rId9" Type="http://schemas.openxmlformats.org/officeDocument/2006/relationships/image" Target="../media/image440.png"/><Relationship Id="rId14" Type="http://schemas.openxmlformats.org/officeDocument/2006/relationships/image" Target="../media/image50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png"/><Relationship Id="rId13" Type="http://schemas.openxmlformats.org/officeDocument/2006/relationships/image" Target="../media/image504.png"/><Relationship Id="rId3" Type="http://schemas.openxmlformats.org/officeDocument/2006/relationships/image" Target="../media/image485.png"/><Relationship Id="rId7" Type="http://schemas.openxmlformats.org/officeDocument/2006/relationships/image" Target="../media/image438.png"/><Relationship Id="rId12" Type="http://schemas.openxmlformats.org/officeDocument/2006/relationships/image" Target="../media/image502.png"/><Relationship Id="rId2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7.png"/><Relationship Id="rId11" Type="http://schemas.openxmlformats.org/officeDocument/2006/relationships/image" Target="../media/image501.png"/><Relationship Id="rId15" Type="http://schemas.openxmlformats.org/officeDocument/2006/relationships/image" Target="../media/image511.png"/><Relationship Id="rId10" Type="http://schemas.openxmlformats.org/officeDocument/2006/relationships/image" Target="../media/image499.png"/><Relationship Id="rId4" Type="http://schemas.openxmlformats.org/officeDocument/2006/relationships/image" Target="../media/image509.png"/><Relationship Id="rId9" Type="http://schemas.openxmlformats.org/officeDocument/2006/relationships/image" Target="../media/image510.png"/><Relationship Id="rId14" Type="http://schemas.openxmlformats.org/officeDocument/2006/relationships/image" Target="../media/image50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9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.png"/><Relationship Id="rId2" Type="http://schemas.openxmlformats.org/officeDocument/2006/relationships/image" Target="../media/image5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Straight Connector 142"/>
          <p:cNvCxnSpPr>
            <a:cxnSpLocks/>
          </p:cNvCxnSpPr>
          <p:nvPr/>
        </p:nvCxnSpPr>
        <p:spPr>
          <a:xfrm flipV="1">
            <a:off x="717460" y="553097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43B21D4-5DE5-E4A1-61E6-1B42D9AEBEBC}"/>
                  </a:ext>
                </a:extLst>
              </p:cNvPr>
              <p:cNvSpPr txBox="1"/>
              <p:nvPr/>
            </p:nvSpPr>
            <p:spPr>
              <a:xfrm>
                <a:off x="729548" y="5202423"/>
                <a:ext cx="891590" cy="385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RU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RU" sz="21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43B21D4-5DE5-E4A1-61E6-1B42D9AEB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48" y="5202423"/>
                <a:ext cx="891590" cy="385234"/>
              </a:xfrm>
              <a:prstGeom prst="rect">
                <a:avLst/>
              </a:prstGeom>
              <a:blipFill>
                <a:blip r:embed="rId2"/>
                <a:stretch>
                  <a:fillRect l="-3425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Straight Connector 141"/>
          <p:cNvCxnSpPr>
            <a:cxnSpLocks/>
          </p:cNvCxnSpPr>
          <p:nvPr/>
        </p:nvCxnSpPr>
        <p:spPr>
          <a:xfrm>
            <a:off x="717460" y="522723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cxnSpLocks/>
          </p:cNvCxnSpPr>
          <p:nvPr/>
        </p:nvCxnSpPr>
        <p:spPr>
          <a:xfrm>
            <a:off x="717460" y="49511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59F1B2F-6DAA-96AA-279B-09DDCBB11751}"/>
                  </a:ext>
                </a:extLst>
              </p:cNvPr>
              <p:cNvSpPr txBox="1"/>
              <p:nvPr/>
            </p:nvSpPr>
            <p:spPr>
              <a:xfrm>
                <a:off x="733508" y="4641866"/>
                <a:ext cx="912173" cy="385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RU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RU" sz="21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59F1B2F-6DAA-96AA-279B-09DDCBB11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8" y="4641866"/>
                <a:ext cx="912173" cy="385234"/>
              </a:xfrm>
              <a:prstGeom prst="rect">
                <a:avLst/>
              </a:prstGeom>
              <a:blipFill>
                <a:blip r:embed="rId3"/>
                <a:stretch>
                  <a:fillRect l="-6000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Connector 139"/>
          <p:cNvCxnSpPr>
            <a:cxnSpLocks/>
          </p:cNvCxnSpPr>
          <p:nvPr/>
        </p:nvCxnSpPr>
        <p:spPr>
          <a:xfrm flipV="1">
            <a:off x="717460" y="466798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cxnSpLocks/>
          </p:cNvCxnSpPr>
          <p:nvPr/>
        </p:nvCxnSpPr>
        <p:spPr>
          <a:xfrm flipV="1">
            <a:off x="717460" y="438185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9768E2-195A-439F-39A6-1F57BEA81448}"/>
                  </a:ext>
                </a:extLst>
              </p:cNvPr>
              <p:cNvSpPr txBox="1"/>
              <p:nvPr/>
            </p:nvSpPr>
            <p:spPr>
              <a:xfrm>
                <a:off x="732280" y="4067700"/>
                <a:ext cx="871842" cy="385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RU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RU" sz="21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C9768E2-195A-439F-39A6-1F57BEA81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80" y="4067700"/>
                <a:ext cx="871842" cy="385234"/>
              </a:xfrm>
              <a:prstGeom prst="rect">
                <a:avLst/>
              </a:prstGeom>
              <a:blipFill>
                <a:blip r:embed="rId4"/>
                <a:stretch>
                  <a:fillRect l="-349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238356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327526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63683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93232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22540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52852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43BBBAB-B05E-9C87-FFF1-21F81656E674}"/>
              </a:ext>
            </a:extLst>
          </p:cNvPr>
          <p:cNvSpPr/>
          <p:nvPr/>
        </p:nvSpPr>
        <p:spPr>
          <a:xfrm flipH="1">
            <a:off x="6372708" y="5235265"/>
            <a:ext cx="425637" cy="294572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C7EBF31-996B-1191-B2E6-4BF93238539E}"/>
              </a:ext>
            </a:extLst>
          </p:cNvPr>
          <p:cNvSpPr/>
          <p:nvPr/>
        </p:nvSpPr>
        <p:spPr>
          <a:xfrm flipH="1">
            <a:off x="4048820" y="5223639"/>
            <a:ext cx="1534863" cy="305721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23442F8-8AF9-8F12-7D68-FEEBC29EEA0B}"/>
              </a:ext>
            </a:extLst>
          </p:cNvPr>
          <p:cNvSpPr/>
          <p:nvPr/>
        </p:nvSpPr>
        <p:spPr>
          <a:xfrm flipH="1">
            <a:off x="2505018" y="5221047"/>
            <a:ext cx="771025" cy="305721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E04F85C-3567-81BC-1F20-D0D4AE72167D}"/>
              </a:ext>
            </a:extLst>
          </p:cNvPr>
          <p:cNvSpPr/>
          <p:nvPr/>
        </p:nvSpPr>
        <p:spPr>
          <a:xfrm flipH="1">
            <a:off x="6364957" y="4670159"/>
            <a:ext cx="425637" cy="281012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CCF7C9E-B4FE-B4AA-940C-B7D51C8E1390}"/>
              </a:ext>
            </a:extLst>
          </p:cNvPr>
          <p:cNvSpPr/>
          <p:nvPr/>
        </p:nvSpPr>
        <p:spPr>
          <a:xfrm flipH="1">
            <a:off x="2507559" y="4672703"/>
            <a:ext cx="3082527" cy="282114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7D050FA-768A-F41D-D263-CA59CB0EB9B2}"/>
              </a:ext>
            </a:extLst>
          </p:cNvPr>
          <p:cNvSpPr/>
          <p:nvPr/>
        </p:nvSpPr>
        <p:spPr>
          <a:xfrm flipH="1">
            <a:off x="1737940" y="4100413"/>
            <a:ext cx="766428" cy="281032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87AA584-A4D3-862B-4949-D9AC6426008B}"/>
              </a:ext>
            </a:extLst>
          </p:cNvPr>
          <p:cNvSpPr/>
          <p:nvPr/>
        </p:nvSpPr>
        <p:spPr>
          <a:xfrm flipH="1">
            <a:off x="5600170" y="4103854"/>
            <a:ext cx="762059" cy="280470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15875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9813DC7-05F6-6CE2-7B28-8F695E701ABB}"/>
              </a:ext>
            </a:extLst>
          </p:cNvPr>
          <p:cNvCxnSpPr>
            <a:cxnSpLocks/>
          </p:cNvCxnSpPr>
          <p:nvPr/>
        </p:nvCxnSpPr>
        <p:spPr>
          <a:xfrm>
            <a:off x="2520836" y="4378497"/>
            <a:ext cx="3073914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725227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728183" y="346351"/>
            <a:ext cx="0" cy="6156004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346352"/>
            <a:ext cx="3023" cy="64235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346352"/>
            <a:ext cx="2876" cy="64235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1" y="346352"/>
            <a:ext cx="571" cy="64235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5" y="346352"/>
            <a:ext cx="8811" cy="6511649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346352"/>
            <a:ext cx="0" cy="6511649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346351"/>
            <a:ext cx="0" cy="6156004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131138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7902988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8674839" y="34635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cxnSpLocks/>
          </p:cNvCxnSpPr>
          <p:nvPr/>
        </p:nvCxnSpPr>
        <p:spPr>
          <a:xfrm>
            <a:off x="717460" y="409867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cxnSpLocks/>
          </p:cNvCxnSpPr>
          <p:nvPr/>
        </p:nvCxnSpPr>
        <p:spPr>
          <a:xfrm>
            <a:off x="717460" y="563087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5843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9374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25293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7391AA5-4C57-743D-EFF2-4AC8E3B33049}"/>
              </a:ext>
            </a:extLst>
          </p:cNvPr>
          <p:cNvCxnSpPr>
            <a:cxnSpLocks/>
          </p:cNvCxnSpPr>
          <p:nvPr/>
        </p:nvCxnSpPr>
        <p:spPr>
          <a:xfrm flipV="1">
            <a:off x="6361556" y="1527077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728976" y="588938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76" y="588938"/>
                <a:ext cx="317779" cy="338554"/>
              </a:xfrm>
              <a:prstGeom prst="rect">
                <a:avLst/>
              </a:prstGeom>
              <a:blipFill>
                <a:blip r:embed="rId5"/>
                <a:stretch>
                  <a:fillRect l="-13462" r="-5769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725303" y="886814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03" y="886814"/>
                <a:ext cx="324320" cy="338554"/>
              </a:xfrm>
              <a:prstGeom prst="rect">
                <a:avLst/>
              </a:prstGeom>
              <a:blipFill>
                <a:blip r:embed="rId6"/>
                <a:stretch>
                  <a:fillRect l="-13208" r="-566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727494" y="1190354"/>
                <a:ext cx="284885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94" y="1190354"/>
                <a:ext cx="284885" cy="338554"/>
              </a:xfrm>
              <a:prstGeom prst="rect">
                <a:avLst/>
              </a:prstGeom>
              <a:blipFill>
                <a:blip r:embed="rId7"/>
                <a:stretch>
                  <a:fillRect l="-12766" r="-638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D6090DE-60DB-B2A2-04C8-BDA3A2CD6ACE}"/>
              </a:ext>
            </a:extLst>
          </p:cNvPr>
          <p:cNvGrpSpPr/>
          <p:nvPr/>
        </p:nvGrpSpPr>
        <p:grpSpPr>
          <a:xfrm>
            <a:off x="2503645" y="1221549"/>
            <a:ext cx="784665" cy="301550"/>
            <a:chOff x="2027257" y="1526734"/>
            <a:chExt cx="385349" cy="39156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206142E-1561-CEDD-BE41-6D5B6AEBB10E}"/>
                </a:ext>
              </a:extLst>
            </p:cNvPr>
            <p:cNvGrpSpPr/>
            <p:nvPr/>
          </p:nvGrpSpPr>
          <p:grpSpPr>
            <a:xfrm>
              <a:off x="2027257" y="1528499"/>
              <a:ext cx="385349" cy="389803"/>
              <a:chOff x="4726748" y="371058"/>
              <a:chExt cx="385349" cy="389803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723C387-53D3-0C3E-B7F5-ED2544F38A9F}"/>
                  </a:ext>
                </a:extLst>
              </p:cNvPr>
              <p:cNvSpPr/>
              <p:nvPr/>
            </p:nvSpPr>
            <p:spPr>
              <a:xfrm flipH="1">
                <a:off x="4729506" y="378198"/>
                <a:ext cx="375905" cy="3818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5875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17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00E2270-D331-6AF9-A931-50CEBC139D1A}"/>
                  </a:ext>
                </a:extLst>
              </p:cNvPr>
              <p:cNvCxnSpPr/>
              <p:nvPr/>
            </p:nvCxnSpPr>
            <p:spPr>
              <a:xfrm flipV="1">
                <a:off x="4726748" y="371058"/>
                <a:ext cx="0" cy="38258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BEF96D2-993B-D965-E49A-F8B9A9025339}"/>
                  </a:ext>
                </a:extLst>
              </p:cNvPr>
              <p:cNvCxnSpPr/>
              <p:nvPr/>
            </p:nvCxnSpPr>
            <p:spPr>
              <a:xfrm flipH="1" flipV="1">
                <a:off x="4730388" y="376496"/>
                <a:ext cx="381709" cy="170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011AE30-FF80-547D-6FBB-16E90E3B04CB}"/>
                  </a:ext>
                </a:extLst>
              </p:cNvPr>
              <p:cNvCxnSpPr/>
              <p:nvPr/>
            </p:nvCxnSpPr>
            <p:spPr>
              <a:xfrm flipH="1">
                <a:off x="4726748" y="760033"/>
                <a:ext cx="385349" cy="828"/>
              </a:xfrm>
              <a:prstGeom prst="line">
                <a:avLst/>
              </a:prstGeom>
              <a:ln w="19050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headEnd type="none" w="med" len="lg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A1B0360-DE50-3EBB-B3F1-6C11D5082CB3}"/>
                </a:ext>
              </a:extLst>
            </p:cNvPr>
            <p:cNvCxnSpPr/>
            <p:nvPr/>
          </p:nvCxnSpPr>
          <p:spPr>
            <a:xfrm flipV="1">
              <a:off x="2408344" y="1526734"/>
              <a:ext cx="2760" cy="38258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161510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1615108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161510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1615108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161510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1615108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5" y="161510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5" y="1615108"/>
                <a:ext cx="200375" cy="307777"/>
              </a:xfrm>
              <a:prstGeom prst="rect">
                <a:avLst/>
              </a:prstGeom>
              <a:blipFill>
                <a:blip r:embed="rId11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4" y="161510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4" y="1615108"/>
                <a:ext cx="200375" cy="307777"/>
              </a:xfrm>
              <a:prstGeom prst="rect">
                <a:avLst/>
              </a:prstGeom>
              <a:blipFill>
                <a:blip r:embed="rId12"/>
                <a:stretch>
                  <a:fillRect l="-30303" r="-3030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/>
              <p:nvPr/>
            </p:nvSpPr>
            <p:spPr>
              <a:xfrm>
                <a:off x="6250136" y="161510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136" y="1615108"/>
                <a:ext cx="200375" cy="307777"/>
              </a:xfrm>
              <a:prstGeom prst="rect">
                <a:avLst/>
              </a:prstGeom>
              <a:blipFill>
                <a:blip r:embed="rId13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66F7072-9824-507E-C50F-B08A977E6EF0}"/>
              </a:ext>
            </a:extLst>
          </p:cNvPr>
          <p:cNvGrpSpPr/>
          <p:nvPr/>
        </p:nvGrpSpPr>
        <p:grpSpPr>
          <a:xfrm>
            <a:off x="6362230" y="1219362"/>
            <a:ext cx="428885" cy="314132"/>
            <a:chOff x="4726748" y="371058"/>
            <a:chExt cx="385349" cy="38980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F85DF7-F4CD-D5A8-10E2-53882FF03CCF}"/>
                </a:ext>
              </a:extLst>
            </p:cNvPr>
            <p:cNvSpPr/>
            <p:nvPr/>
          </p:nvSpPr>
          <p:spPr>
            <a:xfrm flipH="1">
              <a:off x="4729506" y="378198"/>
              <a:ext cx="375905" cy="38183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17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F6CFEAB-166E-4585-C8C4-3B92FA45642C}"/>
                </a:ext>
              </a:extLst>
            </p:cNvPr>
            <p:cNvCxnSpPr/>
            <p:nvPr/>
          </p:nvCxnSpPr>
          <p:spPr>
            <a:xfrm flipV="1">
              <a:off x="4726748" y="371058"/>
              <a:ext cx="2760" cy="38258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5B39162-9C59-5EBE-7930-65757298DCF1}"/>
                </a:ext>
              </a:extLst>
            </p:cNvPr>
            <p:cNvCxnSpPr/>
            <p:nvPr/>
          </p:nvCxnSpPr>
          <p:spPr>
            <a:xfrm flipH="1" flipV="1">
              <a:off x="4730388" y="376496"/>
              <a:ext cx="381709" cy="170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solid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0AC20A3-9C62-C828-8AAA-34041034714F}"/>
                </a:ext>
              </a:extLst>
            </p:cNvPr>
            <p:cNvCxnSpPr/>
            <p:nvPr/>
          </p:nvCxnSpPr>
          <p:spPr>
            <a:xfrm flipH="1">
              <a:off x="4726748" y="760033"/>
              <a:ext cx="385349" cy="828"/>
            </a:xfrm>
            <a:prstGeom prst="line">
              <a:avLst/>
            </a:prstGeom>
            <a:ln w="19050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93268D-C157-CEA3-20C1-8776E64ED1D4}"/>
              </a:ext>
            </a:extLst>
          </p:cNvPr>
          <p:cNvGrpSpPr/>
          <p:nvPr/>
        </p:nvGrpSpPr>
        <p:grpSpPr>
          <a:xfrm flipH="1" flipV="1">
            <a:off x="4045889" y="1225192"/>
            <a:ext cx="1552082" cy="305320"/>
            <a:chOff x="2030015" y="1528499"/>
            <a:chExt cx="382591" cy="38897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92DB02C-5B3E-23E6-2272-96859FC46972}"/>
                </a:ext>
              </a:extLst>
            </p:cNvPr>
            <p:cNvGrpSpPr/>
            <p:nvPr/>
          </p:nvGrpSpPr>
          <p:grpSpPr>
            <a:xfrm>
              <a:off x="2030015" y="1528499"/>
              <a:ext cx="382591" cy="388977"/>
              <a:chOff x="4729506" y="371058"/>
              <a:chExt cx="382591" cy="388977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244F8B7-8FDE-8678-157C-BC0608572188}"/>
                  </a:ext>
                </a:extLst>
              </p:cNvPr>
              <p:cNvSpPr/>
              <p:nvPr/>
            </p:nvSpPr>
            <p:spPr>
              <a:xfrm flipH="1">
                <a:off x="4729506" y="375637"/>
                <a:ext cx="380324" cy="38439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5875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17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A263EFD-0742-1108-5E61-06FFB28EFF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29508" y="759051"/>
                <a:ext cx="382589" cy="98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non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D09929D8-7C88-3679-DF80-34B7BB32507C}"/>
                  </a:ext>
                </a:extLst>
              </p:cNvPr>
              <p:cNvCxnSpPr/>
              <p:nvPr/>
            </p:nvCxnSpPr>
            <p:spPr>
              <a:xfrm flipV="1">
                <a:off x="4729508" y="371058"/>
                <a:ext cx="0" cy="382582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prstDash val="solid"/>
                <a:headEnd type="none" w="med" len="lg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2A2BFF7-883F-BC7A-DFD7-AFEF2FCE255D}"/>
                </a:ext>
              </a:extLst>
            </p:cNvPr>
            <p:cNvCxnSpPr/>
            <p:nvPr/>
          </p:nvCxnSpPr>
          <p:spPr>
            <a:xfrm flipV="1">
              <a:off x="2411104" y="1531283"/>
              <a:ext cx="0" cy="382582"/>
            </a:xfrm>
            <a:prstGeom prst="line">
              <a:avLst/>
            </a:prstGeom>
            <a:ln w="15875" cmpd="sng">
              <a:solidFill>
                <a:schemeClr val="tx1"/>
              </a:solidFill>
              <a:prstDash val="dash"/>
              <a:headEnd type="none" w="med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 flipV="1">
            <a:off x="1727596" y="1527737"/>
            <a:ext cx="5411622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6887070" y="1580535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070" y="1580535"/>
                <a:ext cx="231602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08921AB7-F7F3-9CAF-60FD-3962FE2D80C7}"/>
              </a:ext>
            </a:extLst>
          </p:cNvPr>
          <p:cNvSpPr>
            <a:spLocks noChangeAspect="1"/>
          </p:cNvSpPr>
          <p:nvPr/>
        </p:nvSpPr>
        <p:spPr>
          <a:xfrm>
            <a:off x="1693765" y="405285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661B659-92EC-546B-992A-5A166BAE0CAC}"/>
              </a:ext>
            </a:extLst>
          </p:cNvPr>
          <p:cNvCxnSpPr>
            <a:cxnSpLocks/>
          </p:cNvCxnSpPr>
          <p:nvPr/>
        </p:nvCxnSpPr>
        <p:spPr>
          <a:xfrm>
            <a:off x="1738979" y="4096487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31D17373-0A2E-2574-2C71-DF63C597D6FC}"/>
              </a:ext>
            </a:extLst>
          </p:cNvPr>
          <p:cNvSpPr>
            <a:spLocks noChangeAspect="1"/>
          </p:cNvSpPr>
          <p:nvPr/>
        </p:nvSpPr>
        <p:spPr>
          <a:xfrm>
            <a:off x="2464649" y="433102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D9DD958-6C3B-047C-349C-CA5D4BEE9B18}"/>
              </a:ext>
            </a:extLst>
          </p:cNvPr>
          <p:cNvSpPr>
            <a:spLocks noChangeAspect="1"/>
          </p:cNvSpPr>
          <p:nvPr/>
        </p:nvSpPr>
        <p:spPr>
          <a:xfrm>
            <a:off x="5548954" y="405285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F718C27-8D44-1C09-82FA-24312E98C5A7}"/>
              </a:ext>
            </a:extLst>
          </p:cNvPr>
          <p:cNvSpPr>
            <a:spLocks noChangeAspect="1"/>
          </p:cNvSpPr>
          <p:nvPr/>
        </p:nvSpPr>
        <p:spPr>
          <a:xfrm>
            <a:off x="4774221" y="4333535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D1D0754-2710-5D59-DC7B-000751EA5176}"/>
              </a:ext>
            </a:extLst>
          </p:cNvPr>
          <p:cNvSpPr>
            <a:spLocks noChangeAspect="1"/>
          </p:cNvSpPr>
          <p:nvPr/>
        </p:nvSpPr>
        <p:spPr>
          <a:xfrm>
            <a:off x="4018603" y="433102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FF258DE-600D-4CEE-14AF-30CCB58EBA5C}"/>
              </a:ext>
            </a:extLst>
          </p:cNvPr>
          <p:cNvSpPr>
            <a:spLocks noChangeAspect="1"/>
          </p:cNvSpPr>
          <p:nvPr/>
        </p:nvSpPr>
        <p:spPr>
          <a:xfrm>
            <a:off x="3241963" y="4333685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A026B4-FE4E-D478-BB6F-2294A4B0AC64}"/>
              </a:ext>
            </a:extLst>
          </p:cNvPr>
          <p:cNvCxnSpPr>
            <a:cxnSpLocks/>
          </p:cNvCxnSpPr>
          <p:nvPr/>
        </p:nvCxnSpPr>
        <p:spPr>
          <a:xfrm>
            <a:off x="5601767" y="4096487"/>
            <a:ext cx="756578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BD75B9E-CEBE-ECD2-D34E-3F04CF2C0330}"/>
              </a:ext>
            </a:extLst>
          </p:cNvPr>
          <p:cNvCxnSpPr>
            <a:cxnSpLocks/>
          </p:cNvCxnSpPr>
          <p:nvPr/>
        </p:nvCxnSpPr>
        <p:spPr>
          <a:xfrm>
            <a:off x="5592709" y="4948114"/>
            <a:ext cx="765636" cy="1473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75CABB38-C43C-80C6-9040-4A86FE1611C5}"/>
              </a:ext>
            </a:extLst>
          </p:cNvPr>
          <p:cNvSpPr>
            <a:spLocks noChangeAspect="1"/>
          </p:cNvSpPr>
          <p:nvPr/>
        </p:nvSpPr>
        <p:spPr>
          <a:xfrm>
            <a:off x="2457360" y="4623947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B7455BC-A6AD-A482-3F1E-37181A216499}"/>
              </a:ext>
            </a:extLst>
          </p:cNvPr>
          <p:cNvCxnSpPr>
            <a:cxnSpLocks/>
          </p:cNvCxnSpPr>
          <p:nvPr/>
        </p:nvCxnSpPr>
        <p:spPr>
          <a:xfrm>
            <a:off x="2502573" y="4667576"/>
            <a:ext cx="3095390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B0F51690-02BC-9F6A-C652-A5AA712BC81C}"/>
              </a:ext>
            </a:extLst>
          </p:cNvPr>
          <p:cNvSpPr>
            <a:spLocks noChangeAspect="1"/>
          </p:cNvSpPr>
          <p:nvPr/>
        </p:nvSpPr>
        <p:spPr>
          <a:xfrm>
            <a:off x="3228244" y="4621862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3977206-00B1-EC15-B613-16D59F078400}"/>
              </a:ext>
            </a:extLst>
          </p:cNvPr>
          <p:cNvSpPr>
            <a:spLocks noChangeAspect="1"/>
          </p:cNvSpPr>
          <p:nvPr/>
        </p:nvSpPr>
        <p:spPr>
          <a:xfrm>
            <a:off x="6312549" y="4623947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8B10D76-7D98-2808-A021-3879692504EC}"/>
              </a:ext>
            </a:extLst>
          </p:cNvPr>
          <p:cNvSpPr>
            <a:spLocks noChangeAspect="1"/>
          </p:cNvSpPr>
          <p:nvPr/>
        </p:nvSpPr>
        <p:spPr>
          <a:xfrm>
            <a:off x="5537816" y="4904624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B947379-65A4-316E-3408-20D0380D2717}"/>
              </a:ext>
            </a:extLst>
          </p:cNvPr>
          <p:cNvSpPr>
            <a:spLocks noChangeAspect="1"/>
          </p:cNvSpPr>
          <p:nvPr/>
        </p:nvSpPr>
        <p:spPr>
          <a:xfrm>
            <a:off x="4782198" y="4621862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AA411FC-34C4-37C6-E20D-DF11CEC9C3E6}"/>
              </a:ext>
            </a:extLst>
          </p:cNvPr>
          <p:cNvSpPr>
            <a:spLocks noChangeAspect="1"/>
          </p:cNvSpPr>
          <p:nvPr/>
        </p:nvSpPr>
        <p:spPr>
          <a:xfrm>
            <a:off x="4005558" y="4624521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4BE53D3-EAAA-2669-A07E-C143D5F0BB2E}"/>
              </a:ext>
            </a:extLst>
          </p:cNvPr>
          <p:cNvCxnSpPr>
            <a:cxnSpLocks/>
          </p:cNvCxnSpPr>
          <p:nvPr/>
        </p:nvCxnSpPr>
        <p:spPr>
          <a:xfrm>
            <a:off x="6365362" y="4667576"/>
            <a:ext cx="424042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E600F05-7BD6-32C4-AF66-BC97885D1A78}"/>
              </a:ext>
            </a:extLst>
          </p:cNvPr>
          <p:cNvCxnSpPr>
            <a:cxnSpLocks/>
          </p:cNvCxnSpPr>
          <p:nvPr/>
        </p:nvCxnSpPr>
        <p:spPr>
          <a:xfrm flipV="1">
            <a:off x="3283632" y="5523249"/>
            <a:ext cx="766927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26890244-EABC-2E08-5AAB-D33A1C3DD94B}"/>
              </a:ext>
            </a:extLst>
          </p:cNvPr>
          <p:cNvSpPr>
            <a:spLocks noChangeAspect="1"/>
          </p:cNvSpPr>
          <p:nvPr/>
        </p:nvSpPr>
        <p:spPr>
          <a:xfrm>
            <a:off x="2456560" y="5186121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5F82FCE-53E9-39F3-A8B9-823ED93274C2}"/>
              </a:ext>
            </a:extLst>
          </p:cNvPr>
          <p:cNvCxnSpPr>
            <a:cxnSpLocks/>
          </p:cNvCxnSpPr>
          <p:nvPr/>
        </p:nvCxnSpPr>
        <p:spPr>
          <a:xfrm>
            <a:off x="2501774" y="5229750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B103932A-BB24-64D6-3711-94153819AA8D}"/>
              </a:ext>
            </a:extLst>
          </p:cNvPr>
          <p:cNvSpPr>
            <a:spLocks noChangeAspect="1"/>
          </p:cNvSpPr>
          <p:nvPr/>
        </p:nvSpPr>
        <p:spPr>
          <a:xfrm>
            <a:off x="3227444" y="5484837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328FFDF-4FDE-469D-2B05-3B2196592220}"/>
              </a:ext>
            </a:extLst>
          </p:cNvPr>
          <p:cNvSpPr>
            <a:spLocks noChangeAspect="1"/>
          </p:cNvSpPr>
          <p:nvPr/>
        </p:nvSpPr>
        <p:spPr>
          <a:xfrm>
            <a:off x="6311749" y="5186121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30D79FD-2EB9-B48B-7E5C-616DCB0EFD70}"/>
              </a:ext>
            </a:extLst>
          </p:cNvPr>
          <p:cNvSpPr>
            <a:spLocks noChangeAspect="1"/>
          </p:cNvSpPr>
          <p:nvPr/>
        </p:nvSpPr>
        <p:spPr>
          <a:xfrm>
            <a:off x="5537016" y="548734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1882E75-2D0A-33B7-E6E9-4180DEEC79FC}"/>
              </a:ext>
            </a:extLst>
          </p:cNvPr>
          <p:cNvSpPr>
            <a:spLocks noChangeAspect="1"/>
          </p:cNvSpPr>
          <p:nvPr/>
        </p:nvSpPr>
        <p:spPr>
          <a:xfrm>
            <a:off x="4781398" y="5179250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07AA50C-95F7-D5C5-63A0-09D34960C888}"/>
              </a:ext>
            </a:extLst>
          </p:cNvPr>
          <p:cNvSpPr>
            <a:spLocks noChangeAspect="1"/>
          </p:cNvSpPr>
          <p:nvPr/>
        </p:nvSpPr>
        <p:spPr>
          <a:xfrm>
            <a:off x="4004758" y="5181909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F93C33-8CF4-A02A-3CE7-CF65B75B716F}"/>
              </a:ext>
            </a:extLst>
          </p:cNvPr>
          <p:cNvCxnSpPr>
            <a:cxnSpLocks/>
          </p:cNvCxnSpPr>
          <p:nvPr/>
        </p:nvCxnSpPr>
        <p:spPr>
          <a:xfrm>
            <a:off x="6364562" y="5229750"/>
            <a:ext cx="424042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4758177-084B-BC44-AD31-D666766127B3}"/>
              </a:ext>
            </a:extLst>
          </p:cNvPr>
          <p:cNvGrpSpPr/>
          <p:nvPr/>
        </p:nvGrpSpPr>
        <p:grpSpPr>
          <a:xfrm>
            <a:off x="9994897" y="5473832"/>
            <a:ext cx="1387533" cy="706571"/>
            <a:chOff x="8671389" y="2234796"/>
            <a:chExt cx="1387533" cy="706571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83ECCD9-A27B-9F17-86D4-D324925A066F}"/>
                </a:ext>
              </a:extLst>
            </p:cNvPr>
            <p:cNvGrpSpPr/>
            <p:nvPr/>
          </p:nvGrpSpPr>
          <p:grpSpPr>
            <a:xfrm>
              <a:off x="8671389" y="2524609"/>
              <a:ext cx="1387533" cy="416758"/>
              <a:chOff x="869860" y="3953631"/>
              <a:chExt cx="8100002" cy="416758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E67D7004-07E7-4AB3-4956-41C4E5EF04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860" y="3953631"/>
                <a:ext cx="8100002" cy="0"/>
              </a:xfrm>
              <a:prstGeom prst="line">
                <a:avLst/>
              </a:prstGeom>
              <a:ln w="12700" cmpd="sng">
                <a:solidFill>
                  <a:schemeClr val="bg1">
                    <a:lumMod val="75000"/>
                  </a:schemeClr>
                </a:solidFill>
                <a:prstDash val="sysDash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1E6773F-B0CB-EB34-326E-2FA4FE4F01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9860" y="4370389"/>
                <a:ext cx="8100002" cy="0"/>
              </a:xfrm>
              <a:prstGeom prst="line">
                <a:avLst/>
              </a:prstGeom>
              <a:ln w="12700" cmpd="sng">
                <a:solidFill>
                  <a:schemeClr val="bg1">
                    <a:lumMod val="75000"/>
                  </a:schemeClr>
                </a:solidFill>
                <a:prstDash val="sysDash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F6CD96E-276C-9A95-1CDD-9B738AE29F01}"/>
                </a:ext>
              </a:extLst>
            </p:cNvPr>
            <p:cNvCxnSpPr>
              <a:cxnSpLocks/>
            </p:cNvCxnSpPr>
            <p:nvPr/>
          </p:nvCxnSpPr>
          <p:spPr>
            <a:xfrm>
              <a:off x="8671389" y="2234796"/>
              <a:ext cx="1387533" cy="0"/>
            </a:xfrm>
            <a:prstGeom prst="line">
              <a:avLst/>
            </a:prstGeom>
            <a:ln w="12700" cmpd="sng">
              <a:solidFill>
                <a:schemeClr val="bg1">
                  <a:lumMod val="75000"/>
                </a:schemeClr>
              </a:solidFill>
              <a:prstDash val="sysDash"/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BC594E0-5C1D-CCC2-36E7-07BE046D01EE}"/>
              </a:ext>
            </a:extLst>
          </p:cNvPr>
          <p:cNvCxnSpPr>
            <a:cxnSpLocks/>
          </p:cNvCxnSpPr>
          <p:nvPr/>
        </p:nvCxnSpPr>
        <p:spPr>
          <a:xfrm flipV="1">
            <a:off x="4052051" y="5224250"/>
            <a:ext cx="1538035" cy="1705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F03449A-79A1-E19C-CF44-FB2A043C4546}"/>
              </a:ext>
            </a:extLst>
          </p:cNvPr>
          <p:cNvCxnSpPr>
            <a:cxnSpLocks/>
          </p:cNvCxnSpPr>
          <p:nvPr/>
        </p:nvCxnSpPr>
        <p:spPr>
          <a:xfrm>
            <a:off x="5582466" y="5528867"/>
            <a:ext cx="780213" cy="971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3303CF6-B4C2-A8D5-925C-82EEBF85B5B6}"/>
                  </a:ext>
                </a:extLst>
              </p:cNvPr>
              <p:cNvSpPr txBox="1"/>
              <p:nvPr/>
            </p:nvSpPr>
            <p:spPr>
              <a:xfrm>
                <a:off x="6946542" y="4247253"/>
                <a:ext cx="21159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17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3303CF6-B4C2-A8D5-925C-82EEBF85B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542" y="4247253"/>
                <a:ext cx="211596" cy="325795"/>
              </a:xfrm>
              <a:prstGeom prst="rect">
                <a:avLst/>
              </a:prstGeom>
              <a:blipFill>
                <a:blip r:embed="rId15"/>
                <a:stretch>
                  <a:fillRect l="-32353" r="-29412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19C639D-D6B8-3F77-308A-DE5C5B7AFD59}"/>
                  </a:ext>
                </a:extLst>
              </p:cNvPr>
              <p:cNvSpPr txBox="1"/>
              <p:nvPr/>
            </p:nvSpPr>
            <p:spPr>
              <a:xfrm>
                <a:off x="6949357" y="3961262"/>
                <a:ext cx="21159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17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19C639D-D6B8-3F77-308A-DE5C5B7AF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57" y="3961262"/>
                <a:ext cx="211596" cy="325795"/>
              </a:xfrm>
              <a:prstGeom prst="rect">
                <a:avLst/>
              </a:prstGeom>
              <a:blipFill>
                <a:blip r:embed="rId16"/>
                <a:stretch>
                  <a:fillRect l="-31429" r="-25714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2987298" y="2365678"/>
                <a:ext cx="575735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298" y="2365678"/>
                <a:ext cx="575735" cy="92102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60347" y="2365678"/>
                <a:ext cx="575735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347" y="2365678"/>
                <a:ext cx="575735" cy="92102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126" y="2365677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126" y="2365677"/>
                <a:ext cx="608820" cy="923330"/>
              </a:xfrm>
              <a:prstGeom prst="rect">
                <a:avLst/>
              </a:prstGeom>
              <a:blipFill>
                <a:blip r:embed="rId1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292798" y="2365677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798" y="2365677"/>
                <a:ext cx="608820" cy="923330"/>
              </a:xfrm>
              <a:prstGeom prst="rect">
                <a:avLst/>
              </a:prstGeom>
              <a:blipFill>
                <a:blip r:embed="rId2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/>
              <p:nvPr/>
            </p:nvSpPr>
            <p:spPr>
              <a:xfrm>
                <a:off x="6060970" y="2365677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70" y="2365677"/>
                <a:ext cx="608820" cy="923330"/>
              </a:xfrm>
              <a:prstGeom prst="rect">
                <a:avLst/>
              </a:prstGeom>
              <a:blipFill>
                <a:blip r:embed="rId21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30EF08-FAC1-46B0-EFF0-82297BC07C44}"/>
              </a:ext>
            </a:extLst>
          </p:cNvPr>
          <p:cNvCxnSpPr>
            <a:cxnSpLocks/>
          </p:cNvCxnSpPr>
          <p:nvPr/>
        </p:nvCxnSpPr>
        <p:spPr>
          <a:xfrm flipV="1">
            <a:off x="2792418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 flipV="1">
            <a:off x="3565673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44873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8207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725292" y="2340352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92" y="2340352"/>
                <a:ext cx="317779" cy="338554"/>
              </a:xfrm>
              <a:prstGeom prst="rect">
                <a:avLst/>
              </a:prstGeom>
              <a:blipFill>
                <a:blip r:embed="rId22"/>
                <a:stretch>
                  <a:fillRect l="-13462" r="-5769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725774" y="2631932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74" y="2631932"/>
                <a:ext cx="324320" cy="338554"/>
              </a:xfrm>
              <a:prstGeom prst="rect">
                <a:avLst/>
              </a:prstGeom>
              <a:blipFill>
                <a:blip r:embed="rId23"/>
                <a:stretch>
                  <a:fillRect l="-11321" r="-5660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725329" y="2934978"/>
                <a:ext cx="284885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29" y="2934978"/>
                <a:ext cx="284885" cy="338554"/>
              </a:xfrm>
              <a:prstGeom prst="rect">
                <a:avLst/>
              </a:prstGeom>
              <a:blipFill>
                <a:blip r:embed="rId24"/>
                <a:stretch>
                  <a:fillRect l="-14894" r="-4255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D61D8DD-0EAD-99BC-85A5-0D10FB7888B1}"/>
                  </a:ext>
                </a:extLst>
              </p:cNvPr>
              <p:cNvSpPr txBox="1"/>
              <p:nvPr/>
            </p:nvSpPr>
            <p:spPr>
              <a:xfrm>
                <a:off x="754236" y="2099541"/>
                <a:ext cx="1985608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sz="2117">
                    <a:latin typeface="+mj-lt"/>
                  </a:rPr>
                  <a:t>State Trajectory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RU" sz="2117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17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RU" sz="2117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D61D8DD-0EAD-99BC-85A5-0D10FB788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36" y="2099541"/>
                <a:ext cx="1985608" cy="325795"/>
              </a:xfrm>
              <a:prstGeom prst="rect">
                <a:avLst/>
              </a:prstGeom>
              <a:blipFill>
                <a:blip r:embed="rId25"/>
                <a:stretch>
                  <a:fillRect l="-8308" t="-33333" r="-17231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33702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4D7EA3E-0F16-7C45-BE0C-2229BEE92AE9}"/>
              </a:ext>
            </a:extLst>
          </p:cNvPr>
          <p:cNvCxnSpPr>
            <a:cxnSpLocks/>
          </p:cNvCxnSpPr>
          <p:nvPr/>
        </p:nvCxnSpPr>
        <p:spPr>
          <a:xfrm>
            <a:off x="717460" y="63251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745544" y="353203"/>
            <a:ext cx="1304844" cy="32579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2117" dirty="0">
                <a:latin typeface="+mj-lt"/>
              </a:rPr>
              <a:t>Schedule: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DF85489-EC74-B3CB-8841-C10C15DE173E}"/>
                  </a:ext>
                </a:extLst>
              </p:cNvPr>
              <p:cNvSpPr txBox="1"/>
              <p:nvPr/>
            </p:nvSpPr>
            <p:spPr>
              <a:xfrm>
                <a:off x="747425" y="3769313"/>
                <a:ext cx="3774431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sz="2117" dirty="0">
                    <a:latin typeface="+mj-lt"/>
                  </a:rPr>
                  <a:t>Characteristic functions for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U" sz="211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117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117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RU" sz="2117" dirty="0"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DF85489-EC74-B3CB-8841-C10C15DE1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25" y="3769313"/>
                <a:ext cx="3774431" cy="325795"/>
              </a:xfrm>
              <a:prstGeom prst="rect">
                <a:avLst/>
              </a:prstGeom>
              <a:blipFill>
                <a:blip r:embed="rId26"/>
                <a:stretch>
                  <a:fillRect l="-4362" t="-24074" r="-3393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3005072" y="2383558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74681" y="2384620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63369" y="2384620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385512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253FC0A7-6A6F-00DC-7650-68AC75C06BAF}"/>
              </a:ext>
            </a:extLst>
          </p:cNvPr>
          <p:cNvSpPr/>
          <p:nvPr/>
        </p:nvSpPr>
        <p:spPr>
          <a:xfrm>
            <a:off x="6086928" y="2386444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D1FC04CA-13D6-C3B6-747A-548EFFA5A497}"/>
              </a:ext>
            </a:extLst>
          </p:cNvPr>
          <p:cNvGrpSpPr/>
          <p:nvPr/>
        </p:nvGrpSpPr>
        <p:grpSpPr>
          <a:xfrm>
            <a:off x="3281054" y="622466"/>
            <a:ext cx="769021" cy="305442"/>
            <a:chOff x="1256957" y="371058"/>
            <a:chExt cx="1540874" cy="389802"/>
          </a:xfrm>
          <a:solidFill>
            <a:schemeClr val="bg1"/>
          </a:solidFill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925F3E50-FD12-F1EA-7E3E-142DA01784FA}"/>
                </a:ext>
              </a:extLst>
            </p:cNvPr>
            <p:cNvSpPr/>
            <p:nvPr/>
          </p:nvSpPr>
          <p:spPr>
            <a:xfrm flipH="1">
              <a:off x="1259714" y="378198"/>
              <a:ext cx="1538116" cy="381835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17"/>
            </a:p>
          </p:txBody>
        </p: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242ECFCD-85E1-DFD3-F19F-EA9B499B0722}"/>
                </a:ext>
              </a:extLst>
            </p:cNvPr>
            <p:cNvCxnSpPr/>
            <p:nvPr/>
          </p:nvCxnSpPr>
          <p:spPr>
            <a:xfrm flipV="1">
              <a:off x="1256957" y="37105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84931B-4963-7996-C405-28B8E6EE1BB3}"/>
                </a:ext>
              </a:extLst>
            </p:cNvPr>
            <p:cNvCxnSpPr/>
            <p:nvPr/>
          </p:nvCxnSpPr>
          <p:spPr>
            <a:xfrm>
              <a:off x="2795071" y="37827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2965A76-7FAD-D78B-696E-6B607499F6BC}"/>
              </a:ext>
            </a:extLst>
          </p:cNvPr>
          <p:cNvGrpSpPr/>
          <p:nvPr/>
        </p:nvGrpSpPr>
        <p:grpSpPr>
          <a:xfrm>
            <a:off x="3280998" y="925331"/>
            <a:ext cx="1548338" cy="304196"/>
            <a:chOff x="1256957" y="371058"/>
            <a:chExt cx="1540874" cy="389802"/>
          </a:xfrm>
          <a:solidFill>
            <a:schemeClr val="bg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FA86FC-BD26-1D0B-F38F-C39E02C45DE5}"/>
                </a:ext>
              </a:extLst>
            </p:cNvPr>
            <p:cNvSpPr/>
            <p:nvPr/>
          </p:nvSpPr>
          <p:spPr>
            <a:xfrm flipH="1">
              <a:off x="1259714" y="378198"/>
              <a:ext cx="1538116" cy="381835"/>
            </a:xfrm>
            <a:prstGeom prst="rect">
              <a:avLst/>
            </a:prstGeom>
            <a:grpFill/>
            <a:ln w="19050" cmpd="sng">
              <a:solidFill>
                <a:schemeClr val="tx1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17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56DB36-B512-E63F-A252-7F9DB7A47E0B}"/>
                </a:ext>
              </a:extLst>
            </p:cNvPr>
            <p:cNvCxnSpPr/>
            <p:nvPr/>
          </p:nvCxnSpPr>
          <p:spPr>
            <a:xfrm flipV="1">
              <a:off x="1256957" y="37105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ECC6EC0-BA1D-3AE7-A0DE-37A7E597F1F0}"/>
                </a:ext>
              </a:extLst>
            </p:cNvPr>
            <p:cNvCxnSpPr/>
            <p:nvPr/>
          </p:nvCxnSpPr>
          <p:spPr>
            <a:xfrm>
              <a:off x="2795071" y="378278"/>
              <a:ext cx="2760" cy="382582"/>
            </a:xfrm>
            <a:prstGeom prst="line">
              <a:avLst/>
            </a:prstGeom>
            <a:grpFill/>
            <a:ln w="15875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458385" y="2391229"/>
            <a:ext cx="539642" cy="8906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447413" y="2369983"/>
                <a:ext cx="575735" cy="9210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413" y="2369983"/>
                <a:ext cx="575735" cy="92102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20D56B1-204C-8957-A5A9-5CAAC76E04EF}"/>
              </a:ext>
            </a:extLst>
          </p:cNvPr>
          <p:cNvCxnSpPr>
            <a:cxnSpLocks/>
          </p:cNvCxnSpPr>
          <p:nvPr/>
        </p:nvCxnSpPr>
        <p:spPr>
          <a:xfrm flipV="1">
            <a:off x="2020479" y="281415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A0BFA56E-8F1E-E923-7F77-7095FFCDE3D3}"/>
                  </a:ext>
                </a:extLst>
              </p:cNvPr>
              <p:cNvSpPr txBox="1"/>
              <p:nvPr/>
            </p:nvSpPr>
            <p:spPr>
              <a:xfrm>
                <a:off x="2139357" y="3305172"/>
                <a:ext cx="78989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RU" sz="2117" b="1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A0BFA56E-8F1E-E923-7F77-7095FFCDE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357" y="3305172"/>
                <a:ext cx="789896" cy="325795"/>
              </a:xfrm>
              <a:prstGeom prst="rect">
                <a:avLst/>
              </a:prstGeom>
              <a:blipFill>
                <a:blip r:embed="rId2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91700FA1-63A0-6043-EB4A-114AE1BEC45D}"/>
                  </a:ext>
                </a:extLst>
              </p:cNvPr>
              <p:cNvSpPr txBox="1"/>
              <p:nvPr/>
            </p:nvSpPr>
            <p:spPr>
              <a:xfrm>
                <a:off x="2918726" y="3305172"/>
                <a:ext cx="78989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RU" sz="2117" b="1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91700FA1-63A0-6043-EB4A-114AE1BE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726" y="3305172"/>
                <a:ext cx="789896" cy="325795"/>
              </a:xfrm>
              <a:prstGeom prst="rect">
                <a:avLst/>
              </a:prstGeom>
              <a:blipFill>
                <a:blip r:embed="rId29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0D27EBE-2D86-829C-84E5-03F1CFCF5428}"/>
                  </a:ext>
                </a:extLst>
              </p:cNvPr>
              <p:cNvSpPr txBox="1"/>
              <p:nvPr/>
            </p:nvSpPr>
            <p:spPr>
              <a:xfrm>
                <a:off x="3693325" y="3305172"/>
                <a:ext cx="78989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RU" sz="2117" b="1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0D27EBE-2D86-829C-84E5-03F1CFCF5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325" y="3305172"/>
                <a:ext cx="789896" cy="325795"/>
              </a:xfrm>
              <a:prstGeom prst="rect">
                <a:avLst/>
              </a:prstGeom>
              <a:blipFill>
                <a:blip r:embed="rId30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89A2F1D6-C943-8B6C-E6CF-3CB9C0F18EEA}"/>
                  </a:ext>
                </a:extLst>
              </p:cNvPr>
              <p:cNvSpPr txBox="1"/>
              <p:nvPr/>
            </p:nvSpPr>
            <p:spPr>
              <a:xfrm>
                <a:off x="4453775" y="3305172"/>
                <a:ext cx="78989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RU" sz="2117" b="1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89A2F1D6-C943-8B6C-E6CF-3CB9C0F18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775" y="3305172"/>
                <a:ext cx="789896" cy="325795"/>
              </a:xfrm>
              <a:prstGeom prst="rect">
                <a:avLst/>
              </a:prstGeom>
              <a:blipFill>
                <a:blip r:embed="rId31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E361E91E-336A-1B15-7C67-5A06B2E588BE}"/>
                  </a:ext>
                </a:extLst>
              </p:cNvPr>
              <p:cNvSpPr txBox="1"/>
              <p:nvPr/>
            </p:nvSpPr>
            <p:spPr>
              <a:xfrm>
                <a:off x="5216876" y="3305172"/>
                <a:ext cx="78989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n-RU" sz="2117" b="1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E361E91E-336A-1B15-7C67-5A06B2E58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876" y="3305172"/>
                <a:ext cx="789896" cy="325795"/>
              </a:xfrm>
              <a:prstGeom prst="rect">
                <a:avLst/>
              </a:prstGeom>
              <a:blipFill>
                <a:blip r:embed="rId3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B48DA8B-ED9C-F6B4-61AA-A9DB40F21DE6}"/>
                  </a:ext>
                </a:extLst>
              </p:cNvPr>
              <p:cNvSpPr txBox="1"/>
              <p:nvPr/>
            </p:nvSpPr>
            <p:spPr>
              <a:xfrm>
                <a:off x="6035210" y="3305172"/>
                <a:ext cx="78989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en-RU" sz="2117" b="1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B48DA8B-ED9C-F6B4-61AA-A9DB40F21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210" y="3305172"/>
                <a:ext cx="789896" cy="325795"/>
              </a:xfrm>
              <a:prstGeom prst="rect">
                <a:avLst/>
              </a:prstGeom>
              <a:blipFill>
                <a:blip r:embed="rId3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1615108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1615108"/>
                <a:ext cx="200375" cy="307777"/>
              </a:xfrm>
              <a:prstGeom prst="rect">
                <a:avLst/>
              </a:prstGeom>
              <a:blipFill>
                <a:blip r:embed="rId34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Oval 165">
            <a:extLst>
              <a:ext uri="{FF2B5EF4-FFF2-40B4-BE49-F238E27FC236}">
                <a16:creationId xmlns:a16="http://schemas.microsoft.com/office/drawing/2014/main" id="{3A5243BA-AF74-4B6D-0579-EE1A0C3F7800}"/>
              </a:ext>
            </a:extLst>
          </p:cNvPr>
          <p:cNvSpPr>
            <a:spLocks noChangeAspect="1"/>
          </p:cNvSpPr>
          <p:nvPr/>
        </p:nvSpPr>
        <p:spPr>
          <a:xfrm>
            <a:off x="6325803" y="4339026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9386D8F-5AF3-143C-25B8-6B10F93C2EAE}"/>
              </a:ext>
            </a:extLst>
          </p:cNvPr>
          <p:cNvCxnSpPr>
            <a:cxnSpLocks/>
          </p:cNvCxnSpPr>
          <p:nvPr/>
        </p:nvCxnSpPr>
        <p:spPr>
          <a:xfrm>
            <a:off x="6378616" y="4382655"/>
            <a:ext cx="424042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7705B8C0-14E7-783E-601E-1D10153F666E}"/>
              </a:ext>
            </a:extLst>
          </p:cNvPr>
          <p:cNvSpPr>
            <a:spLocks noChangeAspect="1"/>
          </p:cNvSpPr>
          <p:nvPr/>
        </p:nvSpPr>
        <p:spPr>
          <a:xfrm>
            <a:off x="1687141" y="4910935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562FEB08-4600-979D-0BD6-96B6098B8B31}"/>
              </a:ext>
            </a:extLst>
          </p:cNvPr>
          <p:cNvCxnSpPr>
            <a:cxnSpLocks/>
          </p:cNvCxnSpPr>
          <p:nvPr/>
        </p:nvCxnSpPr>
        <p:spPr>
          <a:xfrm>
            <a:off x="1732355" y="4954564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DA9F8063-B406-C05D-7608-0C81703433AC}"/>
              </a:ext>
            </a:extLst>
          </p:cNvPr>
          <p:cNvSpPr>
            <a:spLocks noChangeAspect="1"/>
          </p:cNvSpPr>
          <p:nvPr/>
        </p:nvSpPr>
        <p:spPr>
          <a:xfrm>
            <a:off x="1690456" y="548077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D1869FCB-1B23-F103-7F60-62258D72C5AB}"/>
              </a:ext>
            </a:extLst>
          </p:cNvPr>
          <p:cNvCxnSpPr>
            <a:cxnSpLocks/>
          </p:cNvCxnSpPr>
          <p:nvPr/>
        </p:nvCxnSpPr>
        <p:spPr>
          <a:xfrm>
            <a:off x="1735669" y="5524407"/>
            <a:ext cx="767456" cy="0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 w="med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217272" y="2374926"/>
                <a:ext cx="575735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272" y="2374926"/>
                <a:ext cx="575735" cy="92102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235046" y="2392807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67906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97213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226F49-A212-DBB2-E11D-5BB337DBAD2F}"/>
                  </a:ext>
                </a:extLst>
              </p:cNvPr>
              <p:cNvSpPr txBox="1"/>
              <p:nvPr/>
            </p:nvSpPr>
            <p:spPr>
              <a:xfrm>
                <a:off x="1380078" y="3307679"/>
                <a:ext cx="78989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RU" sz="2117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17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RU" sz="2117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226F49-A212-DBB2-E11D-5BB337DBA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078" y="3307679"/>
                <a:ext cx="789896" cy="325795"/>
              </a:xfrm>
              <a:prstGeom prst="rect">
                <a:avLst/>
              </a:prstGeom>
              <a:blipFill>
                <a:blip r:embed="rId36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863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5A6B40FF-5188-D1B7-1699-292BAF6A6AE5}"/>
              </a:ext>
            </a:extLst>
          </p:cNvPr>
          <p:cNvCxnSpPr>
            <a:cxnSpLocks/>
          </p:cNvCxnSpPr>
          <p:nvPr/>
        </p:nvCxnSpPr>
        <p:spPr>
          <a:xfrm>
            <a:off x="748320" y="16461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30CB8D44-E538-4208-7022-599BD041538E}"/>
              </a:ext>
            </a:extLst>
          </p:cNvPr>
          <p:cNvCxnSpPr>
            <a:cxnSpLocks/>
          </p:cNvCxnSpPr>
          <p:nvPr/>
        </p:nvCxnSpPr>
        <p:spPr>
          <a:xfrm>
            <a:off x="727666" y="46376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 flipV="1">
            <a:off x="3565673" y="2684543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E6CB212-C209-E5D6-1418-680213222407}"/>
              </a:ext>
            </a:extLst>
          </p:cNvPr>
          <p:cNvCxnSpPr>
            <a:cxnSpLocks/>
          </p:cNvCxnSpPr>
          <p:nvPr/>
        </p:nvCxnSpPr>
        <p:spPr>
          <a:xfrm>
            <a:off x="1719750" y="1688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89321C1B-08E9-682A-AAE0-4A4CB64CC521}"/>
              </a:ext>
            </a:extLst>
          </p:cNvPr>
          <p:cNvCxnSpPr>
            <a:cxnSpLocks/>
          </p:cNvCxnSpPr>
          <p:nvPr/>
        </p:nvCxnSpPr>
        <p:spPr>
          <a:xfrm>
            <a:off x="4803226" y="3742789"/>
            <a:ext cx="11279" cy="2485320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8163632" y="1631941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632" y="1631941"/>
                <a:ext cx="231602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195205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284375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46538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76087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05395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35707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1077653" y="174901"/>
            <a:ext cx="10731" cy="6562716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cxnSpLocks/>
          </p:cNvCxnSpPr>
          <p:nvPr/>
        </p:nvCxnSpPr>
        <p:spPr>
          <a:xfrm flipH="1">
            <a:off x="1723712" y="760657"/>
            <a:ext cx="0" cy="2515943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4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174901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13113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790298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148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5020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2093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7391AA5-4C57-743D-EFF2-4AC8E3B33049}"/>
              </a:ext>
            </a:extLst>
          </p:cNvPr>
          <p:cNvCxnSpPr>
            <a:cxnSpLocks/>
          </p:cNvCxnSpPr>
          <p:nvPr/>
        </p:nvCxnSpPr>
        <p:spPr>
          <a:xfrm flipV="1">
            <a:off x="636155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blipFill>
                <a:blip r:embed="rId3"/>
                <a:stretch>
                  <a:fillRect l="-11321" r="-3774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1077728" y="101063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28" y="1010639"/>
                <a:ext cx="324320" cy="338554"/>
              </a:xfrm>
              <a:prstGeom prst="rect">
                <a:avLst/>
              </a:prstGeom>
              <a:blipFill>
                <a:blip r:embed="rId4"/>
                <a:stretch>
                  <a:fillRect l="-13208" r="-5660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1079920" y="131417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0" y="1314179"/>
                <a:ext cx="324320" cy="338554"/>
              </a:xfrm>
              <a:prstGeom prst="rect">
                <a:avLst/>
              </a:prstGeom>
              <a:blipFill>
                <a:blip r:embed="rId5"/>
                <a:stretch>
                  <a:fillRect l="-11321" r="-5660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1738933"/>
                <a:ext cx="200375" cy="307777"/>
              </a:xfrm>
              <a:prstGeom prst="rect">
                <a:avLst/>
              </a:prstGeom>
              <a:blipFill>
                <a:blip r:embed="rId6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1738933"/>
                <a:ext cx="200375" cy="307777"/>
              </a:xfrm>
              <a:prstGeom prst="rect">
                <a:avLst/>
              </a:prstGeom>
              <a:blipFill>
                <a:blip r:embed="rId7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1738933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5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5" y="1738933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4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4" y="1738933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3030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/>
              <p:nvPr/>
            </p:nvSpPr>
            <p:spPr>
              <a:xfrm>
                <a:off x="6250136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136" y="1738933"/>
                <a:ext cx="200375" cy="307777"/>
              </a:xfrm>
              <a:prstGeom prst="rect">
                <a:avLst/>
              </a:prstGeom>
              <a:blipFill>
                <a:blip r:embed="rId11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3044447" y="2229443"/>
                <a:ext cx="575735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900" dirty="0"/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447" y="2229443"/>
                <a:ext cx="575735" cy="9210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60347" y="2229443"/>
                <a:ext cx="575735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900" dirty="0"/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347" y="2229443"/>
                <a:ext cx="575735" cy="9210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126" y="2229443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126" y="2229443"/>
                <a:ext cx="608820" cy="923330"/>
              </a:xfrm>
              <a:prstGeom prst="rect">
                <a:avLst/>
              </a:prstGeom>
              <a:blipFill>
                <a:blip r:embed="rId14"/>
                <a:stretch>
                  <a:fillRect b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292798" y="2229443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798" y="2229443"/>
                <a:ext cx="608820" cy="923330"/>
              </a:xfrm>
              <a:prstGeom prst="rect">
                <a:avLst/>
              </a:prstGeom>
              <a:blipFill>
                <a:blip r:embed="rId15"/>
                <a:stretch>
                  <a:fillRect b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/>
              <p:nvPr/>
            </p:nvSpPr>
            <p:spPr>
              <a:xfrm>
                <a:off x="6060970" y="2229443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970" y="2229443"/>
                <a:ext cx="608820" cy="923330"/>
              </a:xfrm>
              <a:prstGeom prst="rect">
                <a:avLst/>
              </a:prstGeom>
              <a:blipFill>
                <a:blip r:embed="rId16"/>
                <a:stretch>
                  <a:fillRect b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30EF08-FAC1-46B0-EFF0-82297BC07C44}"/>
              </a:ext>
            </a:extLst>
          </p:cNvPr>
          <p:cNvCxnSpPr>
            <a:cxnSpLocks/>
          </p:cNvCxnSpPr>
          <p:nvPr/>
        </p:nvCxnSpPr>
        <p:spPr>
          <a:xfrm flipV="1">
            <a:off x="1954218" y="2684543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44873" y="2684543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684543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684543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1077717" y="2204117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17" y="2204117"/>
                <a:ext cx="317779" cy="338554"/>
              </a:xfrm>
              <a:prstGeom prst="rect">
                <a:avLst/>
              </a:prstGeom>
              <a:blipFill>
                <a:blip r:embed="rId17"/>
                <a:stretch>
                  <a:fillRect l="-13462" r="-5769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1078200" y="2495697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200" y="2495697"/>
                <a:ext cx="324320" cy="338554"/>
              </a:xfrm>
              <a:prstGeom prst="rect">
                <a:avLst/>
              </a:prstGeom>
              <a:blipFill>
                <a:blip r:embed="rId18"/>
                <a:stretch>
                  <a:fillRect l="-13208" r="-566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1077753" y="2798744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53" y="2798744"/>
                <a:ext cx="324320" cy="338554"/>
              </a:xfrm>
              <a:prstGeom prst="rect">
                <a:avLst/>
              </a:prstGeom>
              <a:blipFill>
                <a:blip r:embed="rId19"/>
                <a:stretch>
                  <a:fillRect l="-13208" r="-566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1655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1088383" y="181158"/>
            <a:ext cx="1513235" cy="32579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2117" b="1" dirty="0"/>
              <a:t>Scenario A:    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3062222" y="2247324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74681" y="2248386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63369" y="2248386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249278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253FC0A7-6A6F-00DC-7650-68AC75C06BAF}"/>
              </a:ext>
            </a:extLst>
          </p:cNvPr>
          <p:cNvSpPr/>
          <p:nvPr/>
        </p:nvSpPr>
        <p:spPr>
          <a:xfrm>
            <a:off x="6086928" y="2250210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448860" y="2254995"/>
            <a:ext cx="539642" cy="8906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437887" y="2233749"/>
                <a:ext cx="575735" cy="9210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900" dirty="0"/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887" y="2233749"/>
                <a:ext cx="575735" cy="92102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1738933"/>
                <a:ext cx="200375" cy="307777"/>
              </a:xfrm>
              <a:prstGeom prst="rect">
                <a:avLst/>
              </a:prstGeom>
              <a:blipFill>
                <a:blip r:embed="rId21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150597" y="2238693"/>
                <a:ext cx="575735" cy="9210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900" dirty="0"/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RU" sz="19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597" y="2238693"/>
                <a:ext cx="575735" cy="92102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168371" y="2256573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24755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54062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B8FFC9-CDE8-7198-27D9-600DF2857851}"/>
              </a:ext>
            </a:extLst>
          </p:cNvPr>
          <p:cNvCxnSpPr>
            <a:cxnSpLocks/>
          </p:cNvCxnSpPr>
          <p:nvPr/>
        </p:nvCxnSpPr>
        <p:spPr>
          <a:xfrm>
            <a:off x="723886" y="314715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CD741747-6CA7-5A43-C2AF-C93FD489DD99}"/>
              </a:ext>
            </a:extLst>
          </p:cNvPr>
          <p:cNvSpPr/>
          <p:nvPr/>
        </p:nvSpPr>
        <p:spPr>
          <a:xfrm flipH="1">
            <a:off x="1732841" y="766614"/>
            <a:ext cx="7671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08E7B0F-CFF2-AA67-D8B6-7840D220231F}"/>
              </a:ext>
            </a:extLst>
          </p:cNvPr>
          <p:cNvCxnSpPr>
            <a:cxnSpLocks/>
          </p:cNvCxnSpPr>
          <p:nvPr/>
        </p:nvCxnSpPr>
        <p:spPr>
          <a:xfrm flipH="1" flipV="1">
            <a:off x="1723833" y="770131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DD1F643-1A0A-C37F-62F3-0FC5886A6FCB}"/>
              </a:ext>
            </a:extLst>
          </p:cNvPr>
          <p:cNvCxnSpPr>
            <a:cxnSpLocks/>
          </p:cNvCxnSpPr>
          <p:nvPr/>
        </p:nvCxnSpPr>
        <p:spPr>
          <a:xfrm>
            <a:off x="2503498" y="757098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D365A49-C18D-2DFC-EFD6-A0D57AC26186}"/>
              </a:ext>
            </a:extLst>
          </p:cNvPr>
          <p:cNvCxnSpPr>
            <a:cxnSpLocks/>
          </p:cNvCxnSpPr>
          <p:nvPr/>
        </p:nvCxnSpPr>
        <p:spPr>
          <a:xfrm>
            <a:off x="1721827" y="76577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38D2058-B5F6-8778-2917-C0D61DA101CE}"/>
              </a:ext>
            </a:extLst>
          </p:cNvPr>
          <p:cNvSpPr/>
          <p:nvPr/>
        </p:nvSpPr>
        <p:spPr>
          <a:xfrm flipH="1">
            <a:off x="2481131" y="1057009"/>
            <a:ext cx="15684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E4BD83C-A599-9516-9AD7-5F54FF13B9A2}"/>
              </a:ext>
            </a:extLst>
          </p:cNvPr>
          <p:cNvCxnSpPr>
            <a:cxnSpLocks/>
          </p:cNvCxnSpPr>
          <p:nvPr/>
        </p:nvCxnSpPr>
        <p:spPr>
          <a:xfrm flipV="1">
            <a:off x="2499547" y="1061827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01117A5-60E8-F086-A87C-A3069CE0BEBA}"/>
              </a:ext>
            </a:extLst>
          </p:cNvPr>
          <p:cNvCxnSpPr>
            <a:cxnSpLocks/>
          </p:cNvCxnSpPr>
          <p:nvPr/>
        </p:nvCxnSpPr>
        <p:spPr>
          <a:xfrm>
            <a:off x="4049550" y="105567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7AF42F2-BEA3-5FAE-D4AE-CF2CA236C5E0}"/>
              </a:ext>
            </a:extLst>
          </p:cNvPr>
          <p:cNvSpPr/>
          <p:nvPr/>
        </p:nvSpPr>
        <p:spPr>
          <a:xfrm flipH="1">
            <a:off x="1727594" y="1347000"/>
            <a:ext cx="232262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2974397-36FB-7C07-BA52-6738AC7A9EF0}"/>
              </a:ext>
            </a:extLst>
          </p:cNvPr>
          <p:cNvCxnSpPr>
            <a:cxnSpLocks/>
          </p:cNvCxnSpPr>
          <p:nvPr/>
        </p:nvCxnSpPr>
        <p:spPr>
          <a:xfrm flipV="1">
            <a:off x="1724016" y="1342408"/>
            <a:ext cx="0" cy="30849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070FF6A-9851-E9B2-E073-B44E97171974}"/>
              </a:ext>
            </a:extLst>
          </p:cNvPr>
          <p:cNvCxnSpPr>
            <a:cxnSpLocks/>
          </p:cNvCxnSpPr>
          <p:nvPr/>
        </p:nvCxnSpPr>
        <p:spPr>
          <a:xfrm>
            <a:off x="4049614" y="1349193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A861D4B-F722-B2C1-BFEF-EA2FC63A4E83}"/>
              </a:ext>
            </a:extLst>
          </p:cNvPr>
          <p:cNvCxnSpPr>
            <a:cxnSpLocks/>
          </p:cNvCxnSpPr>
          <p:nvPr/>
        </p:nvCxnSpPr>
        <p:spPr>
          <a:xfrm>
            <a:off x="1723829" y="1349193"/>
            <a:ext cx="233643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9F6013C-6A56-B615-A2F7-9F955C3E21E8}"/>
              </a:ext>
            </a:extLst>
          </p:cNvPr>
          <p:cNvSpPr/>
          <p:nvPr/>
        </p:nvSpPr>
        <p:spPr>
          <a:xfrm flipH="1">
            <a:off x="4060663" y="765367"/>
            <a:ext cx="750545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C29DABB-5195-D1B1-A817-6FE2CBEDED7C}"/>
              </a:ext>
            </a:extLst>
          </p:cNvPr>
          <p:cNvCxnSpPr>
            <a:cxnSpLocks/>
          </p:cNvCxnSpPr>
          <p:nvPr/>
        </p:nvCxnSpPr>
        <p:spPr>
          <a:xfrm flipH="1" flipV="1">
            <a:off x="4051655" y="768884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54CCCA4-D8D2-A3BF-CC71-94185A7BBCC2}"/>
              </a:ext>
            </a:extLst>
          </p:cNvPr>
          <p:cNvCxnSpPr>
            <a:cxnSpLocks/>
          </p:cNvCxnSpPr>
          <p:nvPr/>
        </p:nvCxnSpPr>
        <p:spPr>
          <a:xfrm>
            <a:off x="4818258" y="75585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4EF12DB-5525-FE5F-8892-BC697F7122BB}"/>
              </a:ext>
            </a:extLst>
          </p:cNvPr>
          <p:cNvCxnSpPr>
            <a:cxnSpLocks/>
          </p:cNvCxnSpPr>
          <p:nvPr/>
        </p:nvCxnSpPr>
        <p:spPr>
          <a:xfrm>
            <a:off x="4049649" y="76452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42B79E8-6CE6-8AD5-3BE3-DA5EC506626A}"/>
              </a:ext>
            </a:extLst>
          </p:cNvPr>
          <p:cNvCxnSpPr>
            <a:cxnSpLocks/>
          </p:cNvCxnSpPr>
          <p:nvPr/>
        </p:nvCxnSpPr>
        <p:spPr>
          <a:xfrm>
            <a:off x="1721827" y="1053185"/>
            <a:ext cx="3093758" cy="382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3E55C4D0-93AD-83E6-C5A8-F157FC92AAE7}"/>
              </a:ext>
            </a:extLst>
          </p:cNvPr>
          <p:cNvGrpSpPr/>
          <p:nvPr/>
        </p:nvGrpSpPr>
        <p:grpSpPr>
          <a:xfrm>
            <a:off x="3239308" y="755850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94541B0-7ED6-B2FD-28AF-DE035D1AA5C8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087E0CBD-FDB6-2144-7497-18B63823CE8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07CF95C-945D-16BC-5DD4-7ED0B5DCFBC2}"/>
              </a:ext>
            </a:extLst>
          </p:cNvPr>
          <p:cNvSpPr/>
          <p:nvPr/>
        </p:nvSpPr>
        <p:spPr>
          <a:xfrm flipH="1">
            <a:off x="5589469" y="759661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3142CAB-EC95-7325-5B5F-C35E3D22F976}"/>
              </a:ext>
            </a:extLst>
          </p:cNvPr>
          <p:cNvCxnSpPr>
            <a:cxnSpLocks/>
          </p:cNvCxnSpPr>
          <p:nvPr/>
        </p:nvCxnSpPr>
        <p:spPr>
          <a:xfrm>
            <a:off x="6359407" y="756092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E06A8B9-AF58-CF8A-4555-3BAD9B741F15}"/>
              </a:ext>
            </a:extLst>
          </p:cNvPr>
          <p:cNvCxnSpPr>
            <a:cxnSpLocks/>
          </p:cNvCxnSpPr>
          <p:nvPr/>
        </p:nvCxnSpPr>
        <p:spPr>
          <a:xfrm>
            <a:off x="5590446" y="760657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E6D64AE-706A-8D1A-04E9-D5237591BCA8}"/>
              </a:ext>
            </a:extLst>
          </p:cNvPr>
          <p:cNvCxnSpPr>
            <a:cxnSpLocks/>
          </p:cNvCxnSpPr>
          <p:nvPr/>
        </p:nvCxnSpPr>
        <p:spPr>
          <a:xfrm>
            <a:off x="7131138" y="165569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4FD88E89-7EA6-60F8-2316-C6735318F846}"/>
              </a:ext>
            </a:extLst>
          </p:cNvPr>
          <p:cNvCxnSpPr/>
          <p:nvPr/>
        </p:nvCxnSpPr>
        <p:spPr>
          <a:xfrm>
            <a:off x="7902988" y="16557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3DADE35F-0FB1-4A70-9D50-8EB736ECF4C5}"/>
              </a:ext>
            </a:extLst>
          </p:cNvPr>
          <p:cNvCxnSpPr>
            <a:cxnSpLocks/>
          </p:cNvCxnSpPr>
          <p:nvPr/>
        </p:nvCxnSpPr>
        <p:spPr>
          <a:xfrm flipV="1">
            <a:off x="7134018" y="165224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B817F16-19E3-DB7F-F64D-A248FF700468}"/>
              </a:ext>
            </a:extLst>
          </p:cNvPr>
          <p:cNvCxnSpPr>
            <a:cxnSpLocks/>
          </p:cNvCxnSpPr>
          <p:nvPr/>
        </p:nvCxnSpPr>
        <p:spPr>
          <a:xfrm flipV="1">
            <a:off x="7905128" y="165224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9E912165-ECAD-A9E4-BC48-86E1CBDAFAB9}"/>
                  </a:ext>
                </a:extLst>
              </p:cNvPr>
              <p:cNvSpPr txBox="1"/>
              <p:nvPr/>
            </p:nvSpPr>
            <p:spPr>
              <a:xfrm>
                <a:off x="7030731" y="1740280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9E912165-ECAD-A9E4-BC48-86E1CBDAF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31" y="1740280"/>
                <a:ext cx="200375" cy="307777"/>
              </a:xfrm>
              <a:prstGeom prst="rect">
                <a:avLst/>
              </a:prstGeom>
              <a:blipFill>
                <a:blip r:embed="rId23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40A5B52-0A61-D134-DAE2-B4F499BF810D}"/>
                  </a:ext>
                </a:extLst>
              </p:cNvPr>
              <p:cNvSpPr txBox="1"/>
              <p:nvPr/>
            </p:nvSpPr>
            <p:spPr>
              <a:xfrm>
                <a:off x="7793707" y="1740280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40A5B52-0A61-D134-DAE2-B4F499BF8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707" y="1740280"/>
                <a:ext cx="200375" cy="307777"/>
              </a:xfrm>
              <a:prstGeom prst="rect">
                <a:avLst/>
              </a:prstGeom>
              <a:blipFill>
                <a:blip r:embed="rId24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FD9083D7-04E3-926A-F2DC-EDA42211F3BA}"/>
                  </a:ext>
                </a:extLst>
              </p:cNvPr>
              <p:cNvSpPr txBox="1"/>
              <p:nvPr/>
            </p:nvSpPr>
            <p:spPr>
              <a:xfrm>
                <a:off x="6829143" y="2224377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FD9083D7-04E3-926A-F2DC-EDA42211F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143" y="2224377"/>
                <a:ext cx="608820" cy="923330"/>
              </a:xfrm>
              <a:prstGeom prst="rect">
                <a:avLst/>
              </a:prstGeom>
              <a:blipFill>
                <a:blip r:embed="rId25"/>
                <a:stretch>
                  <a:fillRect b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C7D973D8-E86F-2C25-6932-1E9A8A68FC5F}"/>
              </a:ext>
            </a:extLst>
          </p:cNvPr>
          <p:cNvCxnSpPr>
            <a:cxnSpLocks/>
          </p:cNvCxnSpPr>
          <p:nvPr/>
        </p:nvCxnSpPr>
        <p:spPr>
          <a:xfrm flipV="1">
            <a:off x="6648524" y="2679476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FB4F40A7-138B-55DC-32E7-8F8FC1FD9BD9}"/>
              </a:ext>
            </a:extLst>
          </p:cNvPr>
          <p:cNvSpPr/>
          <p:nvPr/>
        </p:nvSpPr>
        <p:spPr>
          <a:xfrm>
            <a:off x="6855100" y="2245144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1CB0CF0-AACB-2A7B-606E-AFB650AE1F95}"/>
                  </a:ext>
                </a:extLst>
              </p:cNvPr>
              <p:cNvSpPr txBox="1"/>
              <p:nvPr/>
            </p:nvSpPr>
            <p:spPr>
              <a:xfrm>
                <a:off x="7604671" y="2224376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71CB0CF0-AACB-2A7B-606E-AFB650AE1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671" y="2224376"/>
                <a:ext cx="608820" cy="923330"/>
              </a:xfrm>
              <a:prstGeom prst="rect">
                <a:avLst/>
              </a:prstGeom>
              <a:blipFill>
                <a:blip r:embed="rId26"/>
                <a:stretch>
                  <a:fillRect b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94B3034F-FA9A-8908-2E02-D64E78FBE44A}"/>
              </a:ext>
            </a:extLst>
          </p:cNvPr>
          <p:cNvCxnSpPr>
            <a:cxnSpLocks/>
          </p:cNvCxnSpPr>
          <p:nvPr/>
        </p:nvCxnSpPr>
        <p:spPr>
          <a:xfrm flipV="1">
            <a:off x="7424053" y="267947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8717807F-ECB6-B7E7-306E-3FF6944284C7}"/>
              </a:ext>
            </a:extLst>
          </p:cNvPr>
          <p:cNvSpPr/>
          <p:nvPr/>
        </p:nvSpPr>
        <p:spPr>
          <a:xfrm>
            <a:off x="7630629" y="2245143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3C2E1D2-35AF-F895-D1F1-6501B936EC6C}"/>
              </a:ext>
            </a:extLst>
          </p:cNvPr>
          <p:cNvGrpSpPr/>
          <p:nvPr/>
        </p:nvGrpSpPr>
        <p:grpSpPr>
          <a:xfrm>
            <a:off x="4781214" y="1352832"/>
            <a:ext cx="45719" cy="296189"/>
            <a:chOff x="3509152" y="253612"/>
            <a:chExt cx="45719" cy="296189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4F436A34-9D1E-D6A1-8F81-82FDBEA7B5C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655220CF-4FE0-442B-BDC5-976E773CEDC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F99D4A-DA70-AC1B-4E02-E2E2FBFA242B}"/>
              </a:ext>
            </a:extLst>
          </p:cNvPr>
          <p:cNvGrpSpPr/>
          <p:nvPr/>
        </p:nvGrpSpPr>
        <p:grpSpPr>
          <a:xfrm>
            <a:off x="4781178" y="1060983"/>
            <a:ext cx="45719" cy="296189"/>
            <a:chOff x="3509152" y="253612"/>
            <a:chExt cx="45719" cy="296189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274663C-3738-9F4C-C9BF-5530EB6A8B70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296A5E5B-85F2-55CF-EBAC-F1A16D1B1B0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65C5093-E7AE-C26D-6BC2-609334472EF5}"/>
              </a:ext>
            </a:extLst>
          </p:cNvPr>
          <p:cNvSpPr/>
          <p:nvPr/>
        </p:nvSpPr>
        <p:spPr>
          <a:xfrm flipH="1">
            <a:off x="4844090" y="1059751"/>
            <a:ext cx="1508009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C612976B-AF5E-A28E-0442-436649037CCC}"/>
              </a:ext>
            </a:extLst>
          </p:cNvPr>
          <p:cNvCxnSpPr>
            <a:cxnSpLocks/>
          </p:cNvCxnSpPr>
          <p:nvPr/>
        </p:nvCxnSpPr>
        <p:spPr>
          <a:xfrm flipV="1">
            <a:off x="4837076" y="1052039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91E62E69-C9EB-ABF8-AB46-28A82CE33461}"/>
              </a:ext>
            </a:extLst>
          </p:cNvPr>
          <p:cNvCxnSpPr>
            <a:cxnSpLocks/>
          </p:cNvCxnSpPr>
          <p:nvPr/>
        </p:nvCxnSpPr>
        <p:spPr>
          <a:xfrm>
            <a:off x="4835135" y="1053185"/>
            <a:ext cx="152325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D64F5BC-3A42-EF21-0501-9EA04A9DEAF5}"/>
              </a:ext>
            </a:extLst>
          </p:cNvPr>
          <p:cNvCxnSpPr>
            <a:cxnSpLocks/>
          </p:cNvCxnSpPr>
          <p:nvPr/>
        </p:nvCxnSpPr>
        <p:spPr>
          <a:xfrm>
            <a:off x="6356452" y="105975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Rectangle 216">
            <a:extLst>
              <a:ext uri="{FF2B5EF4-FFF2-40B4-BE49-F238E27FC236}">
                <a16:creationId xmlns:a16="http://schemas.microsoft.com/office/drawing/2014/main" id="{8AA9B4C2-3839-1825-35CB-F99B15F0F631}"/>
              </a:ext>
            </a:extLst>
          </p:cNvPr>
          <p:cNvSpPr/>
          <p:nvPr/>
        </p:nvSpPr>
        <p:spPr>
          <a:xfrm flipH="1">
            <a:off x="7136805" y="762883"/>
            <a:ext cx="7627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AE4CBA55-AD2B-14C3-82DA-DE4FEF79118C}"/>
              </a:ext>
            </a:extLst>
          </p:cNvPr>
          <p:cNvCxnSpPr>
            <a:cxnSpLocks/>
          </p:cNvCxnSpPr>
          <p:nvPr/>
        </p:nvCxnSpPr>
        <p:spPr>
          <a:xfrm>
            <a:off x="7906743" y="759314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A4B2FFF9-5F4A-1043-5059-B894E7EC0645}"/>
              </a:ext>
            </a:extLst>
          </p:cNvPr>
          <p:cNvCxnSpPr>
            <a:cxnSpLocks/>
          </p:cNvCxnSpPr>
          <p:nvPr/>
        </p:nvCxnSpPr>
        <p:spPr>
          <a:xfrm>
            <a:off x="7137783" y="763879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02F346A3-43A4-E85D-7EB8-0F52757C5D34}"/>
              </a:ext>
            </a:extLst>
          </p:cNvPr>
          <p:cNvCxnSpPr>
            <a:cxnSpLocks/>
          </p:cNvCxnSpPr>
          <p:nvPr/>
        </p:nvCxnSpPr>
        <p:spPr>
          <a:xfrm>
            <a:off x="7131139" y="105201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9ED57FE-175E-16DD-BDF1-38CF361EBB7E}"/>
              </a:ext>
            </a:extLst>
          </p:cNvPr>
          <p:cNvGrpSpPr/>
          <p:nvPr/>
        </p:nvGrpSpPr>
        <p:grpSpPr>
          <a:xfrm>
            <a:off x="5528722" y="756528"/>
            <a:ext cx="45719" cy="296189"/>
            <a:chOff x="3509152" y="253612"/>
            <a:chExt cx="45719" cy="296189"/>
          </a:xfrm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B2AB7C2B-AA72-4BB6-8739-73112A11FD53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B4FB3566-7AFE-700E-9F65-D8ACA49E4EA0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2240E7F-4BEC-2743-C287-64A53C3007F4}"/>
              </a:ext>
            </a:extLst>
          </p:cNvPr>
          <p:cNvCxnSpPr>
            <a:cxnSpLocks/>
          </p:cNvCxnSpPr>
          <p:nvPr/>
        </p:nvCxnSpPr>
        <p:spPr>
          <a:xfrm flipH="1" flipV="1">
            <a:off x="5584096" y="764772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54994D2-10E3-166B-2C4D-529B72D1F5DF}"/>
              </a:ext>
            </a:extLst>
          </p:cNvPr>
          <p:cNvGrpSpPr/>
          <p:nvPr/>
        </p:nvGrpSpPr>
        <p:grpSpPr>
          <a:xfrm>
            <a:off x="7075977" y="763486"/>
            <a:ext cx="45719" cy="296189"/>
            <a:chOff x="3509152" y="253612"/>
            <a:chExt cx="45719" cy="296189"/>
          </a:xfrm>
        </p:grpSpPr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A6883D99-BBAF-268F-C7D0-02505D602F79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FD53EBB2-2816-7D08-A4DC-484B82881959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8E4F475-4121-5B89-2AF4-40FB0D3849EC}"/>
              </a:ext>
            </a:extLst>
          </p:cNvPr>
          <p:cNvCxnSpPr>
            <a:cxnSpLocks/>
          </p:cNvCxnSpPr>
          <p:nvPr/>
        </p:nvCxnSpPr>
        <p:spPr>
          <a:xfrm flipH="1" flipV="1">
            <a:off x="7131432" y="767994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98797DB-D636-982C-A391-CA49D2517AFE}"/>
              </a:ext>
            </a:extLst>
          </p:cNvPr>
          <p:cNvGrpSpPr/>
          <p:nvPr/>
        </p:nvGrpSpPr>
        <p:grpSpPr>
          <a:xfrm>
            <a:off x="7075977" y="1062885"/>
            <a:ext cx="45719" cy="296189"/>
            <a:chOff x="3509152" y="253612"/>
            <a:chExt cx="45719" cy="296189"/>
          </a:xfrm>
        </p:grpSpPr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8CF40FE-7EB7-7595-1C75-334FEDF8A71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209D6118-AAE8-9EB0-9776-A82924ECB0DB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88F92AC-18AE-B443-D875-724995E592DF}"/>
              </a:ext>
            </a:extLst>
          </p:cNvPr>
          <p:cNvSpPr/>
          <p:nvPr/>
        </p:nvSpPr>
        <p:spPr>
          <a:xfrm flipH="1">
            <a:off x="4846333" y="1354268"/>
            <a:ext cx="733280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95002DC-80D7-29EF-55D5-C73B1AC13D33}"/>
              </a:ext>
            </a:extLst>
          </p:cNvPr>
          <p:cNvCxnSpPr>
            <a:cxnSpLocks/>
          </p:cNvCxnSpPr>
          <p:nvPr/>
        </p:nvCxnSpPr>
        <p:spPr>
          <a:xfrm flipV="1">
            <a:off x="4836889" y="1351817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 flipV="1">
            <a:off x="1727596" y="1646146"/>
            <a:ext cx="6776403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CDFBEAB-18EC-C94A-CA54-D23FFB8085EC}"/>
              </a:ext>
            </a:extLst>
          </p:cNvPr>
          <p:cNvSpPr/>
          <p:nvPr/>
        </p:nvSpPr>
        <p:spPr>
          <a:xfrm flipH="1">
            <a:off x="6369177" y="1349822"/>
            <a:ext cx="1524726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C9E10CB-3397-BE54-846F-AF3D4E7690C5}"/>
              </a:ext>
            </a:extLst>
          </p:cNvPr>
          <p:cNvCxnSpPr>
            <a:cxnSpLocks/>
          </p:cNvCxnSpPr>
          <p:nvPr/>
        </p:nvCxnSpPr>
        <p:spPr>
          <a:xfrm>
            <a:off x="4828848" y="1346761"/>
            <a:ext cx="307414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B14511E5-7CFD-0BC9-3D1A-B28B45F3061E}"/>
              </a:ext>
            </a:extLst>
          </p:cNvPr>
          <p:cNvSpPr/>
          <p:nvPr/>
        </p:nvSpPr>
        <p:spPr>
          <a:xfrm flipH="1">
            <a:off x="5594990" y="1355520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9E3986CA-CF8B-606C-1CB5-2E1F7EC3D3B0}"/>
              </a:ext>
            </a:extLst>
          </p:cNvPr>
          <p:cNvGrpSpPr/>
          <p:nvPr/>
        </p:nvGrpSpPr>
        <p:grpSpPr>
          <a:xfrm>
            <a:off x="7917438" y="1348106"/>
            <a:ext cx="45719" cy="296189"/>
            <a:chOff x="3509152" y="253612"/>
            <a:chExt cx="45719" cy="296189"/>
          </a:xfrm>
        </p:grpSpPr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0E28881C-34C4-CE0B-AB89-476ABA82029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022423BD-113E-B0EF-312A-82DC015A8DF6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55B3B7FE-FFDA-4834-B069-6EF51FCF1162}"/>
              </a:ext>
            </a:extLst>
          </p:cNvPr>
          <p:cNvCxnSpPr>
            <a:cxnSpLocks/>
          </p:cNvCxnSpPr>
          <p:nvPr/>
        </p:nvCxnSpPr>
        <p:spPr>
          <a:xfrm>
            <a:off x="7902988" y="134783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/>
              <p:nvPr/>
            </p:nvSpPr>
            <p:spPr>
              <a:xfrm>
                <a:off x="5628521" y="768807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521" y="768807"/>
                <a:ext cx="215636" cy="261610"/>
              </a:xfrm>
              <a:prstGeom prst="rect">
                <a:avLst/>
              </a:prstGeom>
              <a:blipFill>
                <a:blip r:embed="rId27"/>
                <a:stretch>
                  <a:fillRect l="-33333" r="-5556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/>
              <p:nvPr/>
            </p:nvSpPr>
            <p:spPr>
              <a:xfrm>
                <a:off x="4890650" y="1050787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650" y="1050787"/>
                <a:ext cx="220701" cy="261610"/>
              </a:xfrm>
              <a:prstGeom prst="rect">
                <a:avLst/>
              </a:prstGeom>
              <a:blipFill>
                <a:blip r:embed="rId28"/>
                <a:stretch>
                  <a:fillRect l="-33333" r="-833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/>
              <p:nvPr/>
            </p:nvSpPr>
            <p:spPr>
              <a:xfrm>
                <a:off x="4881585" y="1357869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585" y="1357869"/>
                <a:ext cx="220701" cy="261610"/>
              </a:xfrm>
              <a:prstGeom prst="rect">
                <a:avLst/>
              </a:prstGeom>
              <a:blipFill>
                <a:blip r:embed="rId29"/>
                <a:stretch>
                  <a:fillRect l="-33333" r="-5556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D966930-BD8C-1907-1377-86DBD02E19F6}"/>
              </a:ext>
            </a:extLst>
          </p:cNvPr>
          <p:cNvCxnSpPr>
            <a:cxnSpLocks/>
          </p:cNvCxnSpPr>
          <p:nvPr/>
        </p:nvCxnSpPr>
        <p:spPr>
          <a:xfrm>
            <a:off x="727666" y="493292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E902BC9F-139A-D2E2-A79C-69B1D6B5146C}"/>
              </a:ext>
            </a:extLst>
          </p:cNvPr>
          <p:cNvCxnSpPr>
            <a:cxnSpLocks/>
          </p:cNvCxnSpPr>
          <p:nvPr/>
        </p:nvCxnSpPr>
        <p:spPr>
          <a:xfrm>
            <a:off x="731019" y="582461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2C4BA709-879D-37FF-377F-245732DC0728}"/>
              </a:ext>
            </a:extLst>
          </p:cNvPr>
          <p:cNvCxnSpPr>
            <a:cxnSpLocks/>
          </p:cNvCxnSpPr>
          <p:nvPr/>
        </p:nvCxnSpPr>
        <p:spPr>
          <a:xfrm>
            <a:off x="748320" y="34462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9F87848-EA1B-F3E0-B385-52AB41BBDC2D}"/>
              </a:ext>
            </a:extLst>
          </p:cNvPr>
          <p:cNvCxnSpPr>
            <a:cxnSpLocks/>
          </p:cNvCxnSpPr>
          <p:nvPr/>
        </p:nvCxnSpPr>
        <p:spPr>
          <a:xfrm>
            <a:off x="748320" y="374174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20D09607-8D6D-4B92-4231-084428C392AB}"/>
              </a:ext>
            </a:extLst>
          </p:cNvPr>
          <p:cNvCxnSpPr>
            <a:cxnSpLocks/>
          </p:cNvCxnSpPr>
          <p:nvPr/>
        </p:nvCxnSpPr>
        <p:spPr>
          <a:xfrm>
            <a:off x="749995" y="403481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BC09289-A9A5-2CD1-E8E4-F3C88CE29072}"/>
              </a:ext>
            </a:extLst>
          </p:cNvPr>
          <p:cNvCxnSpPr>
            <a:cxnSpLocks/>
          </p:cNvCxnSpPr>
          <p:nvPr/>
        </p:nvCxnSpPr>
        <p:spPr>
          <a:xfrm>
            <a:off x="751673" y="433793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FD54F299-148A-8B3D-26AF-3C955CE96507}"/>
              </a:ext>
            </a:extLst>
          </p:cNvPr>
          <p:cNvCxnSpPr>
            <a:cxnSpLocks/>
          </p:cNvCxnSpPr>
          <p:nvPr/>
        </p:nvCxnSpPr>
        <p:spPr>
          <a:xfrm flipV="1">
            <a:off x="4815958" y="49270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0C5C386D-79A3-ED29-D376-7A559AC9EBF3}"/>
              </a:ext>
            </a:extLst>
          </p:cNvPr>
          <p:cNvCxnSpPr>
            <a:cxnSpLocks/>
          </p:cNvCxnSpPr>
          <p:nvPr/>
        </p:nvCxnSpPr>
        <p:spPr>
          <a:xfrm flipV="1">
            <a:off x="5598977" y="49270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0CEF81E2-C53B-3E1F-C568-CF1144D18790}"/>
              </a:ext>
            </a:extLst>
          </p:cNvPr>
          <p:cNvCxnSpPr>
            <a:cxnSpLocks/>
          </p:cNvCxnSpPr>
          <p:nvPr/>
        </p:nvCxnSpPr>
        <p:spPr>
          <a:xfrm flipV="1">
            <a:off x="6370087" y="4927041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/>
              <p:nvPr/>
            </p:nvSpPr>
            <p:spPr>
              <a:xfrm>
                <a:off x="4080781" y="3979377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781" y="3979377"/>
                <a:ext cx="317779" cy="338554"/>
              </a:xfrm>
              <a:prstGeom prst="rect">
                <a:avLst/>
              </a:prstGeom>
              <a:blipFill>
                <a:blip r:embed="rId30"/>
                <a:stretch>
                  <a:fillRect l="-11321" r="-3774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/>
              <p:nvPr/>
            </p:nvSpPr>
            <p:spPr>
              <a:xfrm>
                <a:off x="4077109" y="4277254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109" y="4277254"/>
                <a:ext cx="324320" cy="338554"/>
              </a:xfrm>
              <a:prstGeom prst="rect">
                <a:avLst/>
              </a:prstGeom>
              <a:blipFill>
                <a:blip r:embed="rId31"/>
                <a:stretch>
                  <a:fillRect l="-13208" r="-5660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/>
              <p:nvPr/>
            </p:nvSpPr>
            <p:spPr>
              <a:xfrm>
                <a:off x="4079301" y="4580794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301" y="4580794"/>
                <a:ext cx="324320" cy="338554"/>
              </a:xfrm>
              <a:prstGeom prst="rect">
                <a:avLst/>
              </a:prstGeom>
              <a:blipFill>
                <a:blip r:embed="rId32"/>
                <a:stretch>
                  <a:fillRect l="-11321" r="-566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/>
              <p:nvPr/>
            </p:nvSpPr>
            <p:spPr>
              <a:xfrm>
                <a:off x="4723025" y="501507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025" y="5015072"/>
                <a:ext cx="200375" cy="307777"/>
              </a:xfrm>
              <a:prstGeom prst="rect">
                <a:avLst/>
              </a:prstGeom>
              <a:blipFill>
                <a:blip r:embed="rId33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/>
              <p:nvPr/>
            </p:nvSpPr>
            <p:spPr>
              <a:xfrm>
                <a:off x="5478275" y="501507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275" y="5015072"/>
                <a:ext cx="200375" cy="307777"/>
              </a:xfrm>
              <a:prstGeom prst="rect">
                <a:avLst/>
              </a:prstGeom>
              <a:blipFill>
                <a:blip r:embed="rId34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/>
              <p:nvPr/>
            </p:nvSpPr>
            <p:spPr>
              <a:xfrm>
                <a:off x="6258666" y="5015072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666" y="5015072"/>
                <a:ext cx="200375" cy="307777"/>
              </a:xfrm>
              <a:prstGeom prst="rect">
                <a:avLst/>
              </a:prstGeom>
              <a:blipFill>
                <a:blip r:embed="rId35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1AB1DAD5-98E5-87E4-E149-06407EDA633D}"/>
                  </a:ext>
                </a:extLst>
              </p:cNvPr>
              <p:cNvSpPr txBox="1"/>
              <p:nvPr/>
            </p:nvSpPr>
            <p:spPr>
              <a:xfrm>
                <a:off x="4536656" y="5505582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1AB1DAD5-98E5-87E4-E149-06407EDA6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656" y="5505582"/>
                <a:ext cx="608820" cy="923330"/>
              </a:xfrm>
              <a:prstGeom prst="rect">
                <a:avLst/>
              </a:prstGeom>
              <a:blipFill>
                <a:blip r:embed="rId3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BD6CF3E7-31BB-2916-D356-67187B671E4B}"/>
                  </a:ext>
                </a:extLst>
              </p:cNvPr>
              <p:cNvSpPr txBox="1"/>
              <p:nvPr/>
            </p:nvSpPr>
            <p:spPr>
              <a:xfrm>
                <a:off x="5301329" y="5505582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BD6CF3E7-31BB-2916-D356-67187B671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329" y="5505582"/>
                <a:ext cx="608820" cy="923330"/>
              </a:xfrm>
              <a:prstGeom prst="rect">
                <a:avLst/>
              </a:prstGeom>
              <a:blipFill>
                <a:blip r:embed="rId3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FB735AB-6992-B600-586D-826FC29EE5BB}"/>
                  </a:ext>
                </a:extLst>
              </p:cNvPr>
              <p:cNvSpPr txBox="1"/>
              <p:nvPr/>
            </p:nvSpPr>
            <p:spPr>
              <a:xfrm>
                <a:off x="6069502" y="5505582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FB735AB-6992-B600-586D-826FC29EE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502" y="5505582"/>
                <a:ext cx="608820" cy="923330"/>
              </a:xfrm>
              <a:prstGeom prst="rect">
                <a:avLst/>
              </a:prstGeom>
              <a:blipFill>
                <a:blip r:embed="rId3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67D7E780-7AD3-78C9-96F7-238CE12C1520}"/>
              </a:ext>
            </a:extLst>
          </p:cNvPr>
          <p:cNvCxnSpPr>
            <a:cxnSpLocks/>
          </p:cNvCxnSpPr>
          <p:nvPr/>
        </p:nvCxnSpPr>
        <p:spPr>
          <a:xfrm flipV="1">
            <a:off x="5122115" y="596068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25C3B5BF-928B-E681-D5B2-4C2C9A7DD934}"/>
              </a:ext>
            </a:extLst>
          </p:cNvPr>
          <p:cNvCxnSpPr>
            <a:cxnSpLocks/>
          </p:cNvCxnSpPr>
          <p:nvPr/>
        </p:nvCxnSpPr>
        <p:spPr>
          <a:xfrm flipV="1">
            <a:off x="5888883" y="5960682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D1226A0B-FCF4-116B-B821-5A74EDBC3959}"/>
                  </a:ext>
                </a:extLst>
              </p:cNvPr>
              <p:cNvSpPr txBox="1"/>
              <p:nvPr/>
            </p:nvSpPr>
            <p:spPr>
              <a:xfrm>
                <a:off x="4067573" y="5480256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D1226A0B-FCF4-116B-B821-5A74EDBC3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573" y="5480256"/>
                <a:ext cx="317779" cy="338554"/>
              </a:xfrm>
              <a:prstGeom prst="rect">
                <a:avLst/>
              </a:prstGeom>
              <a:blipFill>
                <a:blip r:embed="rId39"/>
                <a:stretch>
                  <a:fillRect l="-11538" r="-5769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4A0080C-42D6-D492-3DA0-226FD50F5B08}"/>
                  </a:ext>
                </a:extLst>
              </p:cNvPr>
              <p:cNvSpPr txBox="1"/>
              <p:nvPr/>
            </p:nvSpPr>
            <p:spPr>
              <a:xfrm>
                <a:off x="4068055" y="5771836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4A0080C-42D6-D492-3DA0-226FD50F5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55" y="5771836"/>
                <a:ext cx="324320" cy="338554"/>
              </a:xfrm>
              <a:prstGeom prst="rect">
                <a:avLst/>
              </a:prstGeom>
              <a:blipFill>
                <a:blip r:embed="rId40"/>
                <a:stretch>
                  <a:fillRect l="-11111" r="-3704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743C3B81-DFD6-7479-087C-CC2C698EF841}"/>
                  </a:ext>
                </a:extLst>
              </p:cNvPr>
              <p:cNvSpPr txBox="1"/>
              <p:nvPr/>
            </p:nvSpPr>
            <p:spPr>
              <a:xfrm>
                <a:off x="4067610" y="6074883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743C3B81-DFD6-7479-087C-CC2C698EF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10" y="6074883"/>
                <a:ext cx="324320" cy="338554"/>
              </a:xfrm>
              <a:prstGeom prst="rect">
                <a:avLst/>
              </a:prstGeom>
              <a:blipFill>
                <a:blip r:embed="rId41"/>
                <a:stretch>
                  <a:fillRect l="-11321" r="-5660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5" name="TextBox 284">
            <a:extLst>
              <a:ext uri="{FF2B5EF4-FFF2-40B4-BE49-F238E27FC236}">
                <a16:creationId xmlns:a16="http://schemas.microsoft.com/office/drawing/2014/main" id="{CADB25EA-F446-7A0B-BB69-1A18195BB1F8}"/>
              </a:ext>
            </a:extLst>
          </p:cNvPr>
          <p:cNvSpPr txBox="1"/>
          <p:nvPr/>
        </p:nvSpPr>
        <p:spPr>
          <a:xfrm>
            <a:off x="2744739" y="3781147"/>
            <a:ext cx="1283300" cy="47487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RU" sz="2117" b="1" dirty="0"/>
              <a:t>Scenario B:</a:t>
            </a:r>
            <a:br>
              <a:rPr lang="en-RU" sz="2117" b="1" dirty="0"/>
            </a:br>
            <a:r>
              <a:rPr lang="en-RU" sz="1500" b="1" dirty="0"/>
              <a:t>(transformed)    </a:t>
            </a:r>
          </a:p>
        </p:txBody>
      </p:sp>
      <p:sp>
        <p:nvSpPr>
          <p:cNvPr id="288" name="Rounded Rectangle 287">
            <a:extLst>
              <a:ext uri="{FF2B5EF4-FFF2-40B4-BE49-F238E27FC236}">
                <a16:creationId xmlns:a16="http://schemas.microsoft.com/office/drawing/2014/main" id="{E396BDFB-5256-D5E4-4954-FB1F3456D8C5}"/>
              </a:ext>
            </a:extLst>
          </p:cNvPr>
          <p:cNvSpPr/>
          <p:nvPr/>
        </p:nvSpPr>
        <p:spPr>
          <a:xfrm>
            <a:off x="4571900" y="5524525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289" name="Rounded Rectangle 288">
            <a:extLst>
              <a:ext uri="{FF2B5EF4-FFF2-40B4-BE49-F238E27FC236}">
                <a16:creationId xmlns:a16="http://schemas.microsoft.com/office/drawing/2014/main" id="{B8A81308-1A41-C750-8641-683E01DA775A}"/>
              </a:ext>
            </a:extLst>
          </p:cNvPr>
          <p:cNvSpPr/>
          <p:nvPr/>
        </p:nvSpPr>
        <p:spPr>
          <a:xfrm>
            <a:off x="5334835" y="5525417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290" name="Rounded Rectangle 289">
            <a:extLst>
              <a:ext uri="{FF2B5EF4-FFF2-40B4-BE49-F238E27FC236}">
                <a16:creationId xmlns:a16="http://schemas.microsoft.com/office/drawing/2014/main" id="{EAFC207A-F142-8644-2C64-770F6B4C1262}"/>
              </a:ext>
            </a:extLst>
          </p:cNvPr>
          <p:cNvSpPr/>
          <p:nvPr/>
        </p:nvSpPr>
        <p:spPr>
          <a:xfrm>
            <a:off x="6095459" y="5526349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2371B3EB-B3D4-7E2E-9051-81D3707B2AA1}"/>
              </a:ext>
            </a:extLst>
          </p:cNvPr>
          <p:cNvCxnSpPr>
            <a:cxnSpLocks/>
          </p:cNvCxnSpPr>
          <p:nvPr/>
        </p:nvCxnSpPr>
        <p:spPr>
          <a:xfrm>
            <a:off x="727666" y="522841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5AC603B-6B4B-49B0-ABF9-2905F4ACE3C6}"/>
              </a:ext>
            </a:extLst>
          </p:cNvPr>
          <p:cNvCxnSpPr>
            <a:cxnSpLocks/>
          </p:cNvCxnSpPr>
          <p:nvPr/>
        </p:nvCxnSpPr>
        <p:spPr>
          <a:xfrm>
            <a:off x="729341" y="552149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1B97CED1-5CAD-C111-F67B-20783DA622B3}"/>
              </a:ext>
            </a:extLst>
          </p:cNvPr>
          <p:cNvCxnSpPr>
            <a:cxnSpLocks/>
          </p:cNvCxnSpPr>
          <p:nvPr/>
        </p:nvCxnSpPr>
        <p:spPr>
          <a:xfrm>
            <a:off x="732417" y="612801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1B40B70-EE90-0306-16A3-2609CD6B172F}"/>
              </a:ext>
            </a:extLst>
          </p:cNvPr>
          <p:cNvSpPr/>
          <p:nvPr/>
        </p:nvSpPr>
        <p:spPr>
          <a:xfrm flipH="1">
            <a:off x="5598001" y="4035800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07F964B2-6BEA-1205-EF53-C0C6C0B17790}"/>
              </a:ext>
            </a:extLst>
          </p:cNvPr>
          <p:cNvCxnSpPr>
            <a:cxnSpLocks/>
          </p:cNvCxnSpPr>
          <p:nvPr/>
        </p:nvCxnSpPr>
        <p:spPr>
          <a:xfrm>
            <a:off x="6367938" y="403223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08ABB2D6-FB72-3262-9089-18F247EE7577}"/>
              </a:ext>
            </a:extLst>
          </p:cNvPr>
          <p:cNvCxnSpPr>
            <a:cxnSpLocks/>
          </p:cNvCxnSpPr>
          <p:nvPr/>
        </p:nvCxnSpPr>
        <p:spPr>
          <a:xfrm>
            <a:off x="5598978" y="403679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CB51D2DB-5417-2600-B56B-70A902937C50}"/>
              </a:ext>
            </a:extLst>
          </p:cNvPr>
          <p:cNvCxnSpPr>
            <a:cxnSpLocks/>
          </p:cNvCxnSpPr>
          <p:nvPr/>
        </p:nvCxnSpPr>
        <p:spPr>
          <a:xfrm flipV="1">
            <a:off x="7142549" y="492838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714226E6-DF08-AF7E-F4FD-FE7492871180}"/>
              </a:ext>
            </a:extLst>
          </p:cNvPr>
          <p:cNvCxnSpPr>
            <a:cxnSpLocks/>
          </p:cNvCxnSpPr>
          <p:nvPr/>
        </p:nvCxnSpPr>
        <p:spPr>
          <a:xfrm flipV="1">
            <a:off x="7913659" y="492838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C117EEC0-C24D-68A2-B7B0-17D72EA73DA1}"/>
                  </a:ext>
                </a:extLst>
              </p:cNvPr>
              <p:cNvSpPr txBox="1"/>
              <p:nvPr/>
            </p:nvSpPr>
            <p:spPr>
              <a:xfrm>
                <a:off x="7039263" y="5016419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C117EEC0-C24D-68A2-B7B0-17D72EA73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263" y="5016419"/>
                <a:ext cx="200375" cy="307777"/>
              </a:xfrm>
              <a:prstGeom prst="rect">
                <a:avLst/>
              </a:prstGeom>
              <a:blipFill>
                <a:blip r:embed="rId42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62D16F2B-1585-3A94-1464-E296F5D5FFDF}"/>
                  </a:ext>
                </a:extLst>
              </p:cNvPr>
              <p:cNvSpPr txBox="1"/>
              <p:nvPr/>
            </p:nvSpPr>
            <p:spPr>
              <a:xfrm>
                <a:off x="7802239" y="5016419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62D16F2B-1585-3A94-1464-E296F5D5F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239" y="5016419"/>
                <a:ext cx="200375" cy="307777"/>
              </a:xfrm>
              <a:prstGeom prst="rect">
                <a:avLst/>
              </a:prstGeom>
              <a:blipFill>
                <a:blip r:embed="rId43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20164CF9-9A24-9D5D-6350-898B2B4D6743}"/>
                  </a:ext>
                </a:extLst>
              </p:cNvPr>
              <p:cNvSpPr txBox="1"/>
              <p:nvPr/>
            </p:nvSpPr>
            <p:spPr>
              <a:xfrm>
                <a:off x="6837673" y="5500516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20164CF9-9A24-9D5D-6350-898B2B4D6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673" y="5500516"/>
                <a:ext cx="608820" cy="923330"/>
              </a:xfrm>
              <a:prstGeom prst="rect">
                <a:avLst/>
              </a:prstGeom>
              <a:blipFill>
                <a:blip r:embed="rId4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3212F531-F745-B428-7A97-4013280D47DF}"/>
              </a:ext>
            </a:extLst>
          </p:cNvPr>
          <p:cNvCxnSpPr>
            <a:cxnSpLocks/>
          </p:cNvCxnSpPr>
          <p:nvPr/>
        </p:nvCxnSpPr>
        <p:spPr>
          <a:xfrm flipV="1">
            <a:off x="6657055" y="59556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Rounded Rectangle 327">
            <a:extLst>
              <a:ext uri="{FF2B5EF4-FFF2-40B4-BE49-F238E27FC236}">
                <a16:creationId xmlns:a16="http://schemas.microsoft.com/office/drawing/2014/main" id="{091900DA-0A0C-3005-2106-DB4098C618A0}"/>
              </a:ext>
            </a:extLst>
          </p:cNvPr>
          <p:cNvSpPr/>
          <p:nvPr/>
        </p:nvSpPr>
        <p:spPr>
          <a:xfrm>
            <a:off x="6863631" y="5521283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F7A464C1-541D-0DFA-2714-83FD2460DC24}"/>
                  </a:ext>
                </a:extLst>
              </p:cNvPr>
              <p:cNvSpPr txBox="1"/>
              <p:nvPr/>
            </p:nvSpPr>
            <p:spPr>
              <a:xfrm>
                <a:off x="7613203" y="5500515"/>
                <a:ext cx="60882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F7A464C1-541D-0DFA-2714-83FD2460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203" y="5500515"/>
                <a:ext cx="608820" cy="923330"/>
              </a:xfrm>
              <a:prstGeom prst="rect">
                <a:avLst/>
              </a:prstGeom>
              <a:blipFill>
                <a:blip r:embed="rId4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1F72B565-ACBC-4E9D-860A-4B22AB7B330C}"/>
              </a:ext>
            </a:extLst>
          </p:cNvPr>
          <p:cNvCxnSpPr>
            <a:cxnSpLocks/>
          </p:cNvCxnSpPr>
          <p:nvPr/>
        </p:nvCxnSpPr>
        <p:spPr>
          <a:xfrm flipV="1">
            <a:off x="7432584" y="5955614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Rounded Rectangle 330">
            <a:extLst>
              <a:ext uri="{FF2B5EF4-FFF2-40B4-BE49-F238E27FC236}">
                <a16:creationId xmlns:a16="http://schemas.microsoft.com/office/drawing/2014/main" id="{C1B8095E-37E2-2D1F-D979-9F1A26671059}"/>
              </a:ext>
            </a:extLst>
          </p:cNvPr>
          <p:cNvSpPr/>
          <p:nvPr/>
        </p:nvSpPr>
        <p:spPr>
          <a:xfrm>
            <a:off x="7639160" y="5521282"/>
            <a:ext cx="539642" cy="8906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8E6EDF67-5603-76AA-8BC2-28E774844116}"/>
              </a:ext>
            </a:extLst>
          </p:cNvPr>
          <p:cNvSpPr/>
          <p:nvPr/>
        </p:nvSpPr>
        <p:spPr>
          <a:xfrm flipH="1">
            <a:off x="4808012" y="4335890"/>
            <a:ext cx="155261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0346485-6691-F3A6-0479-983FB2E2C186}"/>
              </a:ext>
            </a:extLst>
          </p:cNvPr>
          <p:cNvCxnSpPr>
            <a:cxnSpLocks/>
          </p:cNvCxnSpPr>
          <p:nvPr/>
        </p:nvCxnSpPr>
        <p:spPr>
          <a:xfrm flipV="1">
            <a:off x="4814077" y="4328178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96418294-7A42-716F-716F-EB10F5A6DFB4}"/>
              </a:ext>
            </a:extLst>
          </p:cNvPr>
          <p:cNvCxnSpPr>
            <a:cxnSpLocks/>
          </p:cNvCxnSpPr>
          <p:nvPr/>
        </p:nvCxnSpPr>
        <p:spPr>
          <a:xfrm>
            <a:off x="4818259" y="4329324"/>
            <a:ext cx="154865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C41E163C-6438-0102-C441-01EAD4285F3A}"/>
              </a:ext>
            </a:extLst>
          </p:cNvPr>
          <p:cNvCxnSpPr>
            <a:cxnSpLocks/>
          </p:cNvCxnSpPr>
          <p:nvPr/>
        </p:nvCxnSpPr>
        <p:spPr>
          <a:xfrm>
            <a:off x="6364983" y="433589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9E5868A4-57BB-99C6-49BA-D3101EFC855D}"/>
              </a:ext>
            </a:extLst>
          </p:cNvPr>
          <p:cNvCxnSpPr>
            <a:cxnSpLocks/>
          </p:cNvCxnSpPr>
          <p:nvPr/>
        </p:nvCxnSpPr>
        <p:spPr>
          <a:xfrm flipH="1" flipV="1">
            <a:off x="5588122" y="4040911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32254EB3-03ED-A6F2-75B6-73314F8FA3B1}"/>
              </a:ext>
            </a:extLst>
          </p:cNvPr>
          <p:cNvGrpSpPr/>
          <p:nvPr/>
        </p:nvGrpSpPr>
        <p:grpSpPr>
          <a:xfrm>
            <a:off x="7107028" y="4039626"/>
            <a:ext cx="45719" cy="296189"/>
            <a:chOff x="3509152" y="253612"/>
            <a:chExt cx="45719" cy="296189"/>
          </a:xfrm>
        </p:grpSpPr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6FF11735-4E8D-E16A-24F6-AD53A3F0FB1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5840A899-A893-7E4E-BD42-141E9AF676D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3CF07DC2-21F7-B9B1-7ABA-E3687C73C7C1}"/>
              </a:ext>
            </a:extLst>
          </p:cNvPr>
          <p:cNvGrpSpPr/>
          <p:nvPr/>
        </p:nvGrpSpPr>
        <p:grpSpPr>
          <a:xfrm>
            <a:off x="7107028" y="4339024"/>
            <a:ext cx="45719" cy="296189"/>
            <a:chOff x="3509152" y="253612"/>
            <a:chExt cx="45719" cy="296189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B37995B4-3E1A-A63B-CCE5-80FCFFA2DB3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E51DD9BA-EF2D-0EF1-F067-4EDFE5D78071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71D587A-32A7-BB5D-B5A1-420A209D0F8E}"/>
              </a:ext>
            </a:extLst>
          </p:cNvPr>
          <p:cNvSpPr/>
          <p:nvPr/>
        </p:nvSpPr>
        <p:spPr>
          <a:xfrm flipH="1">
            <a:off x="4816822" y="4630407"/>
            <a:ext cx="771322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308A727F-CCC1-11F4-5A22-1A1695DA9758}"/>
              </a:ext>
            </a:extLst>
          </p:cNvPr>
          <p:cNvCxnSpPr>
            <a:cxnSpLocks/>
          </p:cNvCxnSpPr>
          <p:nvPr/>
        </p:nvCxnSpPr>
        <p:spPr>
          <a:xfrm flipV="1">
            <a:off x="4813890" y="4627956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Rectangle 359">
            <a:extLst>
              <a:ext uri="{FF2B5EF4-FFF2-40B4-BE49-F238E27FC236}">
                <a16:creationId xmlns:a16="http://schemas.microsoft.com/office/drawing/2014/main" id="{54B09307-4405-47B0-F766-13CE96BC8740}"/>
              </a:ext>
            </a:extLst>
          </p:cNvPr>
          <p:cNvSpPr/>
          <p:nvPr/>
        </p:nvSpPr>
        <p:spPr>
          <a:xfrm flipH="1">
            <a:off x="6377708" y="4625961"/>
            <a:ext cx="1524726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22A5FCE7-94B0-E7B1-EE94-E8CBD20C593D}"/>
              </a:ext>
            </a:extLst>
          </p:cNvPr>
          <p:cNvCxnSpPr>
            <a:cxnSpLocks/>
          </p:cNvCxnSpPr>
          <p:nvPr/>
        </p:nvCxnSpPr>
        <p:spPr>
          <a:xfrm flipV="1">
            <a:off x="4811207" y="4622900"/>
            <a:ext cx="3100312" cy="107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Rectangle 361">
            <a:extLst>
              <a:ext uri="{FF2B5EF4-FFF2-40B4-BE49-F238E27FC236}">
                <a16:creationId xmlns:a16="http://schemas.microsoft.com/office/drawing/2014/main" id="{E4FEBD71-3858-6590-CFFE-E13199F242A2}"/>
              </a:ext>
            </a:extLst>
          </p:cNvPr>
          <p:cNvSpPr/>
          <p:nvPr/>
        </p:nvSpPr>
        <p:spPr>
          <a:xfrm flipH="1">
            <a:off x="5603521" y="4631659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2D1D3D44-9D20-DA22-5CD3-DCA26F04121A}"/>
              </a:ext>
            </a:extLst>
          </p:cNvPr>
          <p:cNvGrpSpPr/>
          <p:nvPr/>
        </p:nvGrpSpPr>
        <p:grpSpPr>
          <a:xfrm>
            <a:off x="7925969" y="4624245"/>
            <a:ext cx="45719" cy="296189"/>
            <a:chOff x="3509152" y="253612"/>
            <a:chExt cx="45719" cy="296189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769F9B71-1AC6-9581-1A95-EF74332FA4E9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FF6A891D-E63E-ED7A-E058-72400FF583BA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68764EAA-F6FE-91B1-5D9C-8C733F131544}"/>
              </a:ext>
            </a:extLst>
          </p:cNvPr>
          <p:cNvCxnSpPr>
            <a:cxnSpLocks/>
          </p:cNvCxnSpPr>
          <p:nvPr/>
        </p:nvCxnSpPr>
        <p:spPr>
          <a:xfrm>
            <a:off x="7911519" y="462397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/>
              <p:nvPr/>
            </p:nvSpPr>
            <p:spPr>
              <a:xfrm>
                <a:off x="5637052" y="4044946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052" y="4044946"/>
                <a:ext cx="215636" cy="261610"/>
              </a:xfrm>
              <a:prstGeom prst="rect">
                <a:avLst/>
              </a:prstGeom>
              <a:blipFill>
                <a:blip r:embed="rId46"/>
                <a:stretch>
                  <a:fillRect l="-34286" r="-57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/>
              <p:nvPr/>
            </p:nvSpPr>
            <p:spPr>
              <a:xfrm>
                <a:off x="4899182" y="4326926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182" y="4326926"/>
                <a:ext cx="220701" cy="261610"/>
              </a:xfrm>
              <a:prstGeom prst="rect">
                <a:avLst/>
              </a:prstGeom>
              <a:blipFill>
                <a:blip r:embed="rId47"/>
                <a:stretch>
                  <a:fillRect l="-33333" r="-5556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/>
              <p:nvPr/>
            </p:nvSpPr>
            <p:spPr>
              <a:xfrm>
                <a:off x="4890117" y="4634008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117" y="4634008"/>
                <a:ext cx="220701" cy="261610"/>
              </a:xfrm>
              <a:prstGeom prst="rect">
                <a:avLst/>
              </a:prstGeom>
              <a:blipFill>
                <a:blip r:embed="rId48"/>
                <a:stretch>
                  <a:fillRect l="-33333" r="-833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/>
              <p:nvPr/>
            </p:nvSpPr>
            <p:spPr>
              <a:xfrm>
                <a:off x="3069741" y="3161707"/>
                <a:ext cx="253774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sz="2117" b="1" dirty="0">
                    <a:latin typeface="+mj-lt"/>
                  </a:rPr>
                  <a:t>States pruned for </a:t>
                </a:r>
                <a14:m>
                  <m:oMath xmlns:m="http://schemas.openxmlformats.org/officeDocument/2006/math">
                    <m:r>
                      <a:rPr lang="en-US" sz="2117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117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117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RU" sz="2117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741" y="3161707"/>
                <a:ext cx="2537746" cy="325795"/>
              </a:xfrm>
              <a:prstGeom prst="rect">
                <a:avLst/>
              </a:prstGeom>
              <a:blipFill>
                <a:blip r:embed="rId49"/>
                <a:stretch>
                  <a:fillRect l="-6490" t="-26415" r="-2644" b="-50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AD2FEEA-28D7-8206-0E6C-B4BE362FA4F0}"/>
              </a:ext>
            </a:extLst>
          </p:cNvPr>
          <p:cNvGrpSpPr/>
          <p:nvPr/>
        </p:nvGrpSpPr>
        <p:grpSpPr>
          <a:xfrm>
            <a:off x="2739698" y="2595436"/>
            <a:ext cx="309691" cy="205149"/>
            <a:chOff x="9664906" y="3882521"/>
            <a:chExt cx="309691" cy="205149"/>
          </a:xfrm>
        </p:grpSpPr>
        <p:grpSp>
          <p:nvGrpSpPr>
            <p:cNvPr id="387" name="Group 386">
              <a:extLst>
                <a:ext uri="{FF2B5EF4-FFF2-40B4-BE49-F238E27FC236}">
                  <a16:creationId xmlns:a16="http://schemas.microsoft.com/office/drawing/2014/main" id="{472B1528-0BF3-750A-636A-F2E6C3599F8A}"/>
                </a:ext>
              </a:extLst>
            </p:cNvPr>
            <p:cNvGrpSpPr/>
            <p:nvPr/>
          </p:nvGrpSpPr>
          <p:grpSpPr>
            <a:xfrm>
              <a:off x="9682759" y="3882521"/>
              <a:ext cx="181382" cy="205149"/>
              <a:chOff x="9710295" y="2576141"/>
              <a:chExt cx="181383" cy="289752"/>
            </a:xfrm>
          </p:grpSpPr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5CD140FD-2796-114A-A353-E99A9F01F2FF}"/>
                  </a:ext>
                </a:extLst>
              </p:cNvPr>
              <p:cNvSpPr/>
              <p:nvPr/>
            </p:nvSpPr>
            <p:spPr>
              <a:xfrm flipH="1">
                <a:off x="9710295" y="2576141"/>
                <a:ext cx="181383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96A2CE66-4C0A-02C8-D4AB-14323B8D4471}"/>
                  </a:ext>
                </a:extLst>
              </p:cNvPr>
              <p:cNvGrpSpPr/>
              <p:nvPr/>
            </p:nvGrpSpPr>
            <p:grpSpPr>
              <a:xfrm>
                <a:off x="9729192" y="2627437"/>
                <a:ext cx="123586" cy="187160"/>
                <a:chOff x="10105712" y="4024829"/>
                <a:chExt cx="295588" cy="385917"/>
              </a:xfrm>
            </p:grpSpPr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84F0707E-9951-B929-09B2-79806BB69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042A67FA-2F1F-F7E6-FF96-A65F3F11D0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9B93D71-7E87-9211-14F1-8A55411789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4906" y="3979109"/>
              <a:ext cx="309691" cy="537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" name="Straight Connector 120"/>
          <p:cNvCxnSpPr/>
          <p:nvPr/>
        </p:nvCxnSpPr>
        <p:spPr>
          <a:xfrm>
            <a:off x="8512914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/>
              <p:nvPr/>
            </p:nvSpPr>
            <p:spPr>
              <a:xfrm>
                <a:off x="8276938" y="490808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938" y="4908080"/>
                <a:ext cx="231602" cy="430887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95A0931F-7D82-72B9-D627-D435697C787D}"/>
              </a:ext>
            </a:extLst>
          </p:cNvPr>
          <p:cNvCxnSpPr>
            <a:cxnSpLocks/>
          </p:cNvCxnSpPr>
          <p:nvPr/>
        </p:nvCxnSpPr>
        <p:spPr>
          <a:xfrm>
            <a:off x="4806775" y="4932011"/>
            <a:ext cx="3706140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D4B63AFA-87C2-D1D9-0F58-3E704FD7E656}"/>
              </a:ext>
            </a:extLst>
          </p:cNvPr>
          <p:cNvGrpSpPr/>
          <p:nvPr/>
        </p:nvGrpSpPr>
        <p:grpSpPr>
          <a:xfrm>
            <a:off x="8204915" y="5853307"/>
            <a:ext cx="309691" cy="205149"/>
            <a:chOff x="9664906" y="3882521"/>
            <a:chExt cx="309691" cy="205149"/>
          </a:xfrm>
        </p:grpSpPr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28653104-3605-B3F4-2A19-1BEAA2A1508E}"/>
                </a:ext>
              </a:extLst>
            </p:cNvPr>
            <p:cNvGrpSpPr/>
            <p:nvPr/>
          </p:nvGrpSpPr>
          <p:grpSpPr>
            <a:xfrm>
              <a:off x="9682759" y="3882521"/>
              <a:ext cx="181382" cy="205149"/>
              <a:chOff x="9710295" y="2576141"/>
              <a:chExt cx="181383" cy="289752"/>
            </a:xfrm>
          </p:grpSpPr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92E81726-11DE-6DF4-52CC-3A4387B7D1EE}"/>
                  </a:ext>
                </a:extLst>
              </p:cNvPr>
              <p:cNvSpPr/>
              <p:nvPr/>
            </p:nvSpPr>
            <p:spPr>
              <a:xfrm flipH="1">
                <a:off x="9710295" y="2576141"/>
                <a:ext cx="181383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396" name="Group 395">
                <a:extLst>
                  <a:ext uri="{FF2B5EF4-FFF2-40B4-BE49-F238E27FC236}">
                    <a16:creationId xmlns:a16="http://schemas.microsoft.com/office/drawing/2014/main" id="{6CA0B3E4-78C9-7765-D66D-3EEA07EF6039}"/>
                  </a:ext>
                </a:extLst>
              </p:cNvPr>
              <p:cNvGrpSpPr/>
              <p:nvPr/>
            </p:nvGrpSpPr>
            <p:grpSpPr>
              <a:xfrm>
                <a:off x="9729192" y="2627437"/>
                <a:ext cx="123586" cy="187160"/>
                <a:chOff x="10105712" y="4024829"/>
                <a:chExt cx="295588" cy="385917"/>
              </a:xfrm>
            </p:grpSpPr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76E18BEE-ECD3-31B9-6FC5-8E02A6CE99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21AC2C74-AD39-1206-3005-99F3050DFB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05712" y="4024829"/>
                  <a:ext cx="295588" cy="385917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8F506F3F-48A1-7A9D-02B2-B7A54F5DA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4906" y="3979109"/>
              <a:ext cx="309691" cy="537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lg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/>
              <p:nvPr/>
            </p:nvSpPr>
            <p:spPr>
              <a:xfrm>
                <a:off x="2734050" y="194431"/>
                <a:ext cx="3739101" cy="5563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8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11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117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117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RU" sz="2117" dirty="0"/>
                  <a:t> violates interference </a:t>
                </a:r>
                <a:r>
                  <a:rPr lang="en-GB" sz="2117" dirty="0"/>
                  <a:t>c</a:t>
                </a:r>
                <a:r>
                  <a:rPr lang="en-RU" sz="2117" dirty="0"/>
                  <a:t>ondition;</a:t>
                </a:r>
              </a:p>
              <a:p>
                <a:pPr>
                  <a:lnSpc>
                    <a:spcPct val="85000"/>
                  </a:lnSpc>
                </a:pPr>
                <a:r>
                  <a:rPr lang="en-RU" sz="2117" dirty="0"/>
                  <a:t>schedule is not examined further</a:t>
                </a:r>
              </a:p>
            </p:txBody>
          </p:sp>
        </mc:Choice>
        <mc:Fallback xmlns="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050" y="194431"/>
                <a:ext cx="3739101" cy="556371"/>
              </a:xfrm>
              <a:prstGeom prst="rect">
                <a:avLst/>
              </a:prstGeom>
              <a:blipFill>
                <a:blip r:embed="rId51"/>
                <a:stretch>
                  <a:fillRect l="-4397" t="-23077" r="-3257" b="-29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Freeform 402">
            <a:extLst>
              <a:ext uri="{FF2B5EF4-FFF2-40B4-BE49-F238E27FC236}">
                <a16:creationId xmlns:a16="http://schemas.microsoft.com/office/drawing/2014/main" id="{40327C4D-B370-82C9-EEF2-0E707698935B}"/>
              </a:ext>
            </a:extLst>
          </p:cNvPr>
          <p:cNvSpPr/>
          <p:nvPr/>
        </p:nvSpPr>
        <p:spPr>
          <a:xfrm>
            <a:off x="2553574" y="742728"/>
            <a:ext cx="168330" cy="190353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4C0CC175-1B06-4CC2-BA0F-8C75E191097B}"/>
                  </a:ext>
                </a:extLst>
              </p:cNvPr>
              <p:cNvSpPr txBox="1"/>
              <p:nvPr/>
            </p:nvSpPr>
            <p:spPr>
              <a:xfrm>
                <a:off x="6471663" y="3664344"/>
                <a:ext cx="2015890" cy="7386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RU" sz="1600" dirty="0"/>
                  <a:t> violates interf. </a:t>
                </a:r>
                <a:r>
                  <a:rPr lang="en-GB" sz="1600" dirty="0"/>
                  <a:t>c</a:t>
                </a:r>
                <a:r>
                  <a:rPr lang="en-RU" sz="1600" dirty="0"/>
                  <a:t>ond.;</a:t>
                </a:r>
              </a:p>
              <a:p>
                <a:r>
                  <a:rPr lang="en-RU" sz="1600" dirty="0"/>
                  <a:t>schedule is not examined further</a:t>
                </a:r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4C0CC175-1B06-4CC2-BA0F-8C75E1910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63" y="3664344"/>
                <a:ext cx="2015890" cy="738664"/>
              </a:xfrm>
              <a:prstGeom prst="rect">
                <a:avLst/>
              </a:prstGeom>
              <a:blipFill>
                <a:blip r:embed="rId52"/>
                <a:stretch>
                  <a:fillRect l="-6364" t="-8264" r="-3030" b="-16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5" name="Freeform 404">
            <a:extLst>
              <a:ext uri="{FF2B5EF4-FFF2-40B4-BE49-F238E27FC236}">
                <a16:creationId xmlns:a16="http://schemas.microsoft.com/office/drawing/2014/main" id="{DB736707-EA4C-5E84-6F10-0884EC45636F}"/>
              </a:ext>
            </a:extLst>
          </p:cNvPr>
          <p:cNvSpPr/>
          <p:nvPr/>
        </p:nvSpPr>
        <p:spPr>
          <a:xfrm>
            <a:off x="7962118" y="4095214"/>
            <a:ext cx="146676" cy="677953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  <a:gd name="connsiteX0" fmla="*/ 4889 w 166567"/>
              <a:gd name="connsiteY0" fmla="*/ 0 h 569630"/>
              <a:gd name="connsiteX1" fmla="*/ 161925 w 166567"/>
              <a:gd name="connsiteY1" fmla="*/ 464855 h 569630"/>
              <a:gd name="connsiteX2" fmla="*/ 0 w 166567"/>
              <a:gd name="connsiteY2" fmla="*/ 569630 h 569630"/>
              <a:gd name="connsiteX0" fmla="*/ 4889 w 178392"/>
              <a:gd name="connsiteY0" fmla="*/ 0 h 569630"/>
              <a:gd name="connsiteX1" fmla="*/ 161925 w 178392"/>
              <a:gd name="connsiteY1" fmla="*/ 464855 h 569630"/>
              <a:gd name="connsiteX2" fmla="*/ 0 w 178392"/>
              <a:gd name="connsiteY2" fmla="*/ 569630 h 569630"/>
              <a:gd name="connsiteX0" fmla="*/ 4889 w 212555"/>
              <a:gd name="connsiteY0" fmla="*/ 0 h 569630"/>
              <a:gd name="connsiteX1" fmla="*/ 201404 w 212555"/>
              <a:gd name="connsiteY1" fmla="*/ 328783 h 569630"/>
              <a:gd name="connsiteX2" fmla="*/ 0 w 212555"/>
              <a:gd name="connsiteY2" fmla="*/ 569630 h 569630"/>
              <a:gd name="connsiteX0" fmla="*/ 4889 w 212555"/>
              <a:gd name="connsiteY0" fmla="*/ 0 h 569630"/>
              <a:gd name="connsiteX1" fmla="*/ 201404 w 212555"/>
              <a:gd name="connsiteY1" fmla="*/ 328783 h 569630"/>
              <a:gd name="connsiteX2" fmla="*/ 0 w 212555"/>
              <a:gd name="connsiteY2" fmla="*/ 569630 h 569630"/>
              <a:gd name="connsiteX0" fmla="*/ 4889 w 201404"/>
              <a:gd name="connsiteY0" fmla="*/ 0 h 569630"/>
              <a:gd name="connsiteX1" fmla="*/ 201404 w 201404"/>
              <a:gd name="connsiteY1" fmla="*/ 328783 h 569630"/>
              <a:gd name="connsiteX2" fmla="*/ 0 w 201404"/>
              <a:gd name="connsiteY2" fmla="*/ 569630 h 569630"/>
              <a:gd name="connsiteX0" fmla="*/ 4889 w 201714"/>
              <a:gd name="connsiteY0" fmla="*/ 0 h 569630"/>
              <a:gd name="connsiteX1" fmla="*/ 201404 w 201714"/>
              <a:gd name="connsiteY1" fmla="*/ 328783 h 569630"/>
              <a:gd name="connsiteX2" fmla="*/ 0 w 201714"/>
              <a:gd name="connsiteY2" fmla="*/ 569630 h 569630"/>
              <a:gd name="connsiteX0" fmla="*/ 4889 w 201714"/>
              <a:gd name="connsiteY0" fmla="*/ 0 h 569630"/>
              <a:gd name="connsiteX1" fmla="*/ 201404 w 201714"/>
              <a:gd name="connsiteY1" fmla="*/ 290513 h 569630"/>
              <a:gd name="connsiteX2" fmla="*/ 0 w 201714"/>
              <a:gd name="connsiteY2" fmla="*/ 569630 h 569630"/>
              <a:gd name="connsiteX0" fmla="*/ 0 w 295524"/>
              <a:gd name="connsiteY0" fmla="*/ 0 h 743972"/>
              <a:gd name="connsiteX1" fmla="*/ 295214 w 295524"/>
              <a:gd name="connsiteY1" fmla="*/ 464855 h 743972"/>
              <a:gd name="connsiteX2" fmla="*/ 93810 w 295524"/>
              <a:gd name="connsiteY2" fmla="*/ 743972 h 743972"/>
              <a:gd name="connsiteX0" fmla="*/ 0 w 288958"/>
              <a:gd name="connsiteY0" fmla="*/ 0 h 743972"/>
              <a:gd name="connsiteX1" fmla="*/ 288635 w 288958"/>
              <a:gd name="connsiteY1" fmla="*/ 379810 h 743972"/>
              <a:gd name="connsiteX2" fmla="*/ 93810 w 288958"/>
              <a:gd name="connsiteY2" fmla="*/ 743972 h 743972"/>
              <a:gd name="connsiteX0" fmla="*/ 0 w 308658"/>
              <a:gd name="connsiteY0" fmla="*/ 0 h 743972"/>
              <a:gd name="connsiteX1" fmla="*/ 308374 w 308658"/>
              <a:gd name="connsiteY1" fmla="*/ 396818 h 743972"/>
              <a:gd name="connsiteX2" fmla="*/ 93810 w 308658"/>
              <a:gd name="connsiteY2" fmla="*/ 743972 h 743972"/>
              <a:gd name="connsiteX0" fmla="*/ 0 w 308659"/>
              <a:gd name="connsiteY0" fmla="*/ 0 h 743972"/>
              <a:gd name="connsiteX1" fmla="*/ 308374 w 308659"/>
              <a:gd name="connsiteY1" fmla="*/ 396818 h 743972"/>
              <a:gd name="connsiteX2" fmla="*/ 93810 w 308659"/>
              <a:gd name="connsiteY2" fmla="*/ 743972 h 743972"/>
              <a:gd name="connsiteX0" fmla="*/ 0 w 308374"/>
              <a:gd name="connsiteY0" fmla="*/ 0 h 743972"/>
              <a:gd name="connsiteX1" fmla="*/ 308374 w 308374"/>
              <a:gd name="connsiteY1" fmla="*/ 396818 h 743972"/>
              <a:gd name="connsiteX2" fmla="*/ 93810 w 308374"/>
              <a:gd name="connsiteY2" fmla="*/ 743972 h 743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374" h="743972">
                <a:moveTo>
                  <a:pt x="0" y="0"/>
                </a:moveTo>
                <a:cubicBezTo>
                  <a:pt x="176525" y="66958"/>
                  <a:pt x="306996" y="163682"/>
                  <a:pt x="308374" y="396818"/>
                </a:cubicBezTo>
                <a:cubicBezTo>
                  <a:pt x="303176" y="604440"/>
                  <a:pt x="155722" y="714603"/>
                  <a:pt x="93810" y="743972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9D96DB24-E86A-8451-D642-D25C872D509D}"/>
              </a:ext>
            </a:extLst>
          </p:cNvPr>
          <p:cNvCxnSpPr>
            <a:cxnSpLocks/>
          </p:cNvCxnSpPr>
          <p:nvPr/>
        </p:nvCxnSpPr>
        <p:spPr>
          <a:xfrm>
            <a:off x="729778" y="643421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32243045-FE09-7443-2094-1975273CA46C}"/>
              </a:ext>
            </a:extLst>
          </p:cNvPr>
          <p:cNvCxnSpPr>
            <a:cxnSpLocks/>
          </p:cNvCxnSpPr>
          <p:nvPr/>
        </p:nvCxnSpPr>
        <p:spPr>
          <a:xfrm>
            <a:off x="731176" y="673761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E2FE3692-AC60-103D-38C1-C1066BD2B217}"/>
                  </a:ext>
                </a:extLst>
              </p:cNvPr>
              <p:cNvSpPr txBox="1"/>
              <p:nvPr/>
            </p:nvSpPr>
            <p:spPr>
              <a:xfrm>
                <a:off x="6205124" y="6442534"/>
                <a:ext cx="253774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sz="2117" b="1" dirty="0">
                    <a:latin typeface="+mj-lt"/>
                  </a:rPr>
                  <a:t>States pruned for </a:t>
                </a:r>
                <a14:m>
                  <m:oMath xmlns:m="http://schemas.openxmlformats.org/officeDocument/2006/math">
                    <m:r>
                      <a:rPr lang="en-US" sz="2117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117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117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</m:oMath>
                </a14:m>
                <a:endParaRPr lang="en-RU" sz="2117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E2FE3692-AC60-103D-38C1-C1066BD2B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124" y="6442534"/>
                <a:ext cx="2537746" cy="325795"/>
              </a:xfrm>
              <a:prstGeom prst="rect">
                <a:avLst/>
              </a:prstGeom>
              <a:blipFill>
                <a:blip r:embed="rId53"/>
                <a:stretch>
                  <a:fillRect l="-6490" t="-26415" r="-2644" b="-50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36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2371B3EB-B3D4-7E2E-9051-81D3707B2AA1}"/>
              </a:ext>
            </a:extLst>
          </p:cNvPr>
          <p:cNvCxnSpPr>
            <a:cxnSpLocks/>
          </p:cNvCxnSpPr>
          <p:nvPr/>
        </p:nvCxnSpPr>
        <p:spPr>
          <a:xfrm>
            <a:off x="727666" y="504930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4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174901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20826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271813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4699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B8FFC9-CDE8-7198-27D9-600DF2857851}"/>
              </a:ext>
            </a:extLst>
          </p:cNvPr>
          <p:cNvCxnSpPr>
            <a:cxnSpLocks/>
          </p:cNvCxnSpPr>
          <p:nvPr/>
        </p:nvCxnSpPr>
        <p:spPr>
          <a:xfrm>
            <a:off x="723886" y="295874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35901" y="2201251"/>
            <a:ext cx="539642" cy="757334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207559"/>
            <a:ext cx="539642" cy="75356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253FC0A7-6A6F-00DC-7650-68AC75C06BAF}"/>
              </a:ext>
            </a:extLst>
          </p:cNvPr>
          <p:cNvSpPr/>
          <p:nvPr/>
        </p:nvSpPr>
        <p:spPr>
          <a:xfrm>
            <a:off x="6086928" y="2207086"/>
            <a:ext cx="539642" cy="7555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82529" y="2205176"/>
            <a:ext cx="539642" cy="7534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2997265" y="2208037"/>
            <a:ext cx="539642" cy="7505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E6CB212-C209-E5D6-1418-680213222407}"/>
              </a:ext>
            </a:extLst>
          </p:cNvPr>
          <p:cNvCxnSpPr>
            <a:cxnSpLocks/>
          </p:cNvCxnSpPr>
          <p:nvPr/>
        </p:nvCxnSpPr>
        <p:spPr>
          <a:xfrm>
            <a:off x="1723674" y="1688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5A6B40FF-5188-D1B7-1699-292BAF6A6AE5}"/>
              </a:ext>
            </a:extLst>
          </p:cNvPr>
          <p:cNvCxnSpPr>
            <a:cxnSpLocks/>
          </p:cNvCxnSpPr>
          <p:nvPr/>
        </p:nvCxnSpPr>
        <p:spPr>
          <a:xfrm>
            <a:off x="748320" y="16461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30CB8D44-E538-4208-7022-599BD041538E}"/>
              </a:ext>
            </a:extLst>
          </p:cNvPr>
          <p:cNvCxnSpPr>
            <a:cxnSpLocks/>
          </p:cNvCxnSpPr>
          <p:nvPr/>
        </p:nvCxnSpPr>
        <p:spPr>
          <a:xfrm>
            <a:off x="727666" y="445853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>
            <a:off x="3537679" y="2582247"/>
            <a:ext cx="245504" cy="109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89321C1B-08E9-682A-AAE0-4A4CB64CC521}"/>
              </a:ext>
            </a:extLst>
          </p:cNvPr>
          <p:cNvCxnSpPr>
            <a:cxnSpLocks/>
          </p:cNvCxnSpPr>
          <p:nvPr/>
        </p:nvCxnSpPr>
        <p:spPr>
          <a:xfrm>
            <a:off x="4807458" y="3709063"/>
            <a:ext cx="7046" cy="2339934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195205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46538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76087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05395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35707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1077653" y="174901"/>
            <a:ext cx="10731" cy="6562716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cxnSpLocks/>
          </p:cNvCxnSpPr>
          <p:nvPr/>
        </p:nvCxnSpPr>
        <p:spPr>
          <a:xfrm>
            <a:off x="1723713" y="760657"/>
            <a:ext cx="1393" cy="2397322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13113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7902988" y="174901"/>
            <a:ext cx="0" cy="615600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148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5020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20939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7391AA5-4C57-743D-EFF2-4AC8E3B33049}"/>
              </a:ext>
            </a:extLst>
          </p:cNvPr>
          <p:cNvCxnSpPr>
            <a:cxnSpLocks/>
          </p:cNvCxnSpPr>
          <p:nvPr/>
        </p:nvCxnSpPr>
        <p:spPr>
          <a:xfrm flipV="1">
            <a:off x="6361556" y="1650902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400" y="712763"/>
                <a:ext cx="317779" cy="338554"/>
              </a:xfrm>
              <a:prstGeom prst="rect">
                <a:avLst/>
              </a:prstGeom>
              <a:blipFill>
                <a:blip r:embed="rId2"/>
                <a:stretch>
                  <a:fillRect l="-11321" r="-3774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1077728" y="101063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28" y="1010639"/>
                <a:ext cx="324320" cy="338554"/>
              </a:xfrm>
              <a:prstGeom prst="rect">
                <a:avLst/>
              </a:prstGeom>
              <a:blipFill>
                <a:blip r:embed="rId3"/>
                <a:stretch>
                  <a:fillRect l="-13208" r="-5660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1079920" y="1314179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20" y="1314179"/>
                <a:ext cx="324320" cy="338554"/>
              </a:xfrm>
              <a:prstGeom prst="rect">
                <a:avLst/>
              </a:prstGeom>
              <a:blipFill>
                <a:blip r:embed="rId4"/>
                <a:stretch>
                  <a:fillRect l="-11321" r="-5660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1738933"/>
                <a:ext cx="200375" cy="307777"/>
              </a:xfrm>
              <a:prstGeom prst="rect">
                <a:avLst/>
              </a:prstGeom>
              <a:blipFill>
                <a:blip r:embed="rId5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1738933"/>
                <a:ext cx="200375" cy="307777"/>
              </a:xfrm>
              <a:prstGeom prst="rect">
                <a:avLst/>
              </a:prstGeom>
              <a:blipFill>
                <a:blip r:embed="rId6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1738933"/>
                <a:ext cx="200375" cy="307777"/>
              </a:xfrm>
              <a:prstGeom prst="rect">
                <a:avLst/>
              </a:prstGeom>
              <a:blipFill>
                <a:blip r:embed="rId7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5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5" y="1738933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4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4" y="1738933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3030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/>
              <p:nvPr/>
            </p:nvSpPr>
            <p:spPr>
              <a:xfrm>
                <a:off x="6250136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C2F09E-DE8F-EBA3-DA73-AB7EA5B2E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136" y="1738933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2988917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17" y="2214895"/>
                <a:ext cx="560987" cy="7367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73698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698" y="2214895"/>
                <a:ext cx="560987" cy="7367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938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938" y="2214895"/>
                <a:ext cx="560987" cy="7367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319896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96" y="2214895"/>
                <a:ext cx="560987" cy="73674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/>
              <p:nvPr/>
            </p:nvSpPr>
            <p:spPr>
              <a:xfrm>
                <a:off x="6077902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FD6C58F-C471-61CB-89C3-D6B147558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902" y="2214895"/>
                <a:ext cx="560987" cy="73674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30EF08-FAC1-46B0-EFF0-82297BC07C44}"/>
              </a:ext>
            </a:extLst>
          </p:cNvPr>
          <p:cNvCxnSpPr>
            <a:cxnSpLocks/>
          </p:cNvCxnSpPr>
          <p:nvPr/>
        </p:nvCxnSpPr>
        <p:spPr>
          <a:xfrm flipV="1">
            <a:off x="1933732" y="2586070"/>
            <a:ext cx="349771" cy="3158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33101" y="2582248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582248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582248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1077716" y="2145208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16" y="2145208"/>
                <a:ext cx="288412" cy="307777"/>
              </a:xfrm>
              <a:prstGeom prst="rect">
                <a:avLst/>
              </a:prstGeom>
              <a:blipFill>
                <a:blip r:embed="rId16"/>
                <a:stretch>
                  <a:fillRect l="-12766" r="-6383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1078200" y="2393622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200" y="2393622"/>
                <a:ext cx="294376" cy="307777"/>
              </a:xfrm>
              <a:prstGeom prst="rect">
                <a:avLst/>
              </a:prstGeom>
              <a:blipFill>
                <a:blip r:embed="rId17"/>
                <a:stretch>
                  <a:fillRect l="-12500" r="-625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1077754" y="2645650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54" y="2645650"/>
                <a:ext cx="294376" cy="307777"/>
              </a:xfrm>
              <a:prstGeom prst="rect">
                <a:avLst/>
              </a:prstGeom>
              <a:blipFill>
                <a:blip r:embed="rId18"/>
                <a:stretch>
                  <a:fillRect l="-12500" r="-625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1655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1088383" y="181158"/>
            <a:ext cx="1513235" cy="32579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2117" b="1" dirty="0"/>
              <a:t>Scenario A:    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393895" y="2207860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383960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60" y="2214895"/>
                <a:ext cx="560987" cy="73674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1738933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1738933"/>
                <a:ext cx="200375" cy="307777"/>
              </a:xfrm>
              <a:prstGeom prst="rect">
                <a:avLst/>
              </a:prstGeom>
              <a:blipFill>
                <a:blip r:embed="rId20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283294" y="2209438"/>
            <a:ext cx="539642" cy="7529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274946" y="2214895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946" y="2214895"/>
                <a:ext cx="560987" cy="73674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ectangle 89">
            <a:extLst>
              <a:ext uri="{FF2B5EF4-FFF2-40B4-BE49-F238E27FC236}">
                <a16:creationId xmlns:a16="http://schemas.microsoft.com/office/drawing/2014/main" id="{CD741747-6CA7-5A43-C2AF-C93FD489DD99}"/>
              </a:ext>
            </a:extLst>
          </p:cNvPr>
          <p:cNvSpPr/>
          <p:nvPr/>
        </p:nvSpPr>
        <p:spPr>
          <a:xfrm flipH="1">
            <a:off x="1732841" y="766614"/>
            <a:ext cx="767178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08E7B0F-CFF2-AA67-D8B6-7840D220231F}"/>
              </a:ext>
            </a:extLst>
          </p:cNvPr>
          <p:cNvCxnSpPr>
            <a:cxnSpLocks/>
          </p:cNvCxnSpPr>
          <p:nvPr/>
        </p:nvCxnSpPr>
        <p:spPr>
          <a:xfrm flipH="1" flipV="1">
            <a:off x="1723833" y="770131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DD1F643-1A0A-C37F-62F3-0FC5886A6FCB}"/>
              </a:ext>
            </a:extLst>
          </p:cNvPr>
          <p:cNvCxnSpPr>
            <a:cxnSpLocks/>
          </p:cNvCxnSpPr>
          <p:nvPr/>
        </p:nvCxnSpPr>
        <p:spPr>
          <a:xfrm>
            <a:off x="2503498" y="757098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D365A49-C18D-2DFC-EFD6-A0D57AC26186}"/>
              </a:ext>
            </a:extLst>
          </p:cNvPr>
          <p:cNvCxnSpPr>
            <a:cxnSpLocks/>
          </p:cNvCxnSpPr>
          <p:nvPr/>
        </p:nvCxnSpPr>
        <p:spPr>
          <a:xfrm>
            <a:off x="1721827" y="76577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38D2058-B5F6-8778-2917-C0D61DA101CE}"/>
              </a:ext>
            </a:extLst>
          </p:cNvPr>
          <p:cNvSpPr/>
          <p:nvPr/>
        </p:nvSpPr>
        <p:spPr>
          <a:xfrm flipH="1">
            <a:off x="2481131" y="1057009"/>
            <a:ext cx="15684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E4BD83C-A599-9516-9AD7-5F54FF13B9A2}"/>
              </a:ext>
            </a:extLst>
          </p:cNvPr>
          <p:cNvCxnSpPr>
            <a:cxnSpLocks/>
          </p:cNvCxnSpPr>
          <p:nvPr/>
        </p:nvCxnSpPr>
        <p:spPr>
          <a:xfrm flipV="1">
            <a:off x="2499547" y="1061827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01117A5-60E8-F086-A87C-A3069CE0BEBA}"/>
              </a:ext>
            </a:extLst>
          </p:cNvPr>
          <p:cNvCxnSpPr>
            <a:cxnSpLocks/>
          </p:cNvCxnSpPr>
          <p:nvPr/>
        </p:nvCxnSpPr>
        <p:spPr>
          <a:xfrm>
            <a:off x="4049550" y="105567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7AF42F2-BEA3-5FAE-D4AE-CF2CA236C5E0}"/>
              </a:ext>
            </a:extLst>
          </p:cNvPr>
          <p:cNvSpPr/>
          <p:nvPr/>
        </p:nvSpPr>
        <p:spPr>
          <a:xfrm flipH="1">
            <a:off x="1727594" y="1347000"/>
            <a:ext cx="232262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2974397-36FB-7C07-BA52-6738AC7A9EF0}"/>
              </a:ext>
            </a:extLst>
          </p:cNvPr>
          <p:cNvCxnSpPr>
            <a:cxnSpLocks/>
          </p:cNvCxnSpPr>
          <p:nvPr/>
        </p:nvCxnSpPr>
        <p:spPr>
          <a:xfrm flipV="1">
            <a:off x="1724016" y="1342408"/>
            <a:ext cx="0" cy="30849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070FF6A-9851-E9B2-E073-B44E97171974}"/>
              </a:ext>
            </a:extLst>
          </p:cNvPr>
          <p:cNvCxnSpPr>
            <a:cxnSpLocks/>
          </p:cNvCxnSpPr>
          <p:nvPr/>
        </p:nvCxnSpPr>
        <p:spPr>
          <a:xfrm>
            <a:off x="4049614" y="1349193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A861D4B-F722-B2C1-BFEF-EA2FC63A4E83}"/>
              </a:ext>
            </a:extLst>
          </p:cNvPr>
          <p:cNvCxnSpPr>
            <a:cxnSpLocks/>
          </p:cNvCxnSpPr>
          <p:nvPr/>
        </p:nvCxnSpPr>
        <p:spPr>
          <a:xfrm>
            <a:off x="1723829" y="1349193"/>
            <a:ext cx="233643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9F6013C-6A56-B615-A2F7-9F955C3E21E8}"/>
              </a:ext>
            </a:extLst>
          </p:cNvPr>
          <p:cNvSpPr/>
          <p:nvPr/>
        </p:nvSpPr>
        <p:spPr>
          <a:xfrm flipH="1">
            <a:off x="4060663" y="765367"/>
            <a:ext cx="750545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C29DABB-5195-D1B1-A817-6FE2CBEDED7C}"/>
              </a:ext>
            </a:extLst>
          </p:cNvPr>
          <p:cNvCxnSpPr>
            <a:cxnSpLocks/>
          </p:cNvCxnSpPr>
          <p:nvPr/>
        </p:nvCxnSpPr>
        <p:spPr>
          <a:xfrm flipH="1" flipV="1">
            <a:off x="4051655" y="768884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54CCCA4-D8D2-A3BF-CC71-94185A7BBCC2}"/>
              </a:ext>
            </a:extLst>
          </p:cNvPr>
          <p:cNvCxnSpPr>
            <a:cxnSpLocks/>
          </p:cNvCxnSpPr>
          <p:nvPr/>
        </p:nvCxnSpPr>
        <p:spPr>
          <a:xfrm>
            <a:off x="4818258" y="75585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4EF12DB-5525-FE5F-8892-BC697F7122BB}"/>
              </a:ext>
            </a:extLst>
          </p:cNvPr>
          <p:cNvCxnSpPr>
            <a:cxnSpLocks/>
          </p:cNvCxnSpPr>
          <p:nvPr/>
        </p:nvCxnSpPr>
        <p:spPr>
          <a:xfrm>
            <a:off x="4049649" y="764526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42B79E8-6CE6-8AD5-3BE3-DA5EC506626A}"/>
              </a:ext>
            </a:extLst>
          </p:cNvPr>
          <p:cNvCxnSpPr>
            <a:cxnSpLocks/>
          </p:cNvCxnSpPr>
          <p:nvPr/>
        </p:nvCxnSpPr>
        <p:spPr>
          <a:xfrm>
            <a:off x="1721827" y="1053185"/>
            <a:ext cx="3093758" cy="382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3E55C4D0-93AD-83E6-C5A8-F157FC92AAE7}"/>
              </a:ext>
            </a:extLst>
          </p:cNvPr>
          <p:cNvGrpSpPr/>
          <p:nvPr/>
        </p:nvGrpSpPr>
        <p:grpSpPr>
          <a:xfrm>
            <a:off x="3239308" y="755850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94541B0-7ED6-B2FD-28AF-DE035D1AA5C8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087E0CBD-FDB6-2144-7497-18B63823CE8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07CF95C-945D-16BC-5DD4-7ED0B5DCFBC2}"/>
              </a:ext>
            </a:extLst>
          </p:cNvPr>
          <p:cNvSpPr/>
          <p:nvPr/>
        </p:nvSpPr>
        <p:spPr>
          <a:xfrm flipH="1">
            <a:off x="5589469" y="759661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3142CAB-EC95-7325-5B5F-C35E3D22F976}"/>
              </a:ext>
            </a:extLst>
          </p:cNvPr>
          <p:cNvCxnSpPr>
            <a:cxnSpLocks/>
          </p:cNvCxnSpPr>
          <p:nvPr/>
        </p:nvCxnSpPr>
        <p:spPr>
          <a:xfrm>
            <a:off x="6359407" y="756092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E06A8B9-AF58-CF8A-4555-3BAD9B741F15}"/>
              </a:ext>
            </a:extLst>
          </p:cNvPr>
          <p:cNvCxnSpPr>
            <a:cxnSpLocks/>
          </p:cNvCxnSpPr>
          <p:nvPr/>
        </p:nvCxnSpPr>
        <p:spPr>
          <a:xfrm>
            <a:off x="5590446" y="760657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E6D64AE-706A-8D1A-04E9-D5237591BCA8}"/>
              </a:ext>
            </a:extLst>
          </p:cNvPr>
          <p:cNvCxnSpPr>
            <a:cxnSpLocks/>
          </p:cNvCxnSpPr>
          <p:nvPr/>
        </p:nvCxnSpPr>
        <p:spPr>
          <a:xfrm>
            <a:off x="7131138" y="165569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4FD88E89-7EA6-60F8-2316-C6735318F846}"/>
              </a:ext>
            </a:extLst>
          </p:cNvPr>
          <p:cNvCxnSpPr/>
          <p:nvPr/>
        </p:nvCxnSpPr>
        <p:spPr>
          <a:xfrm>
            <a:off x="7902988" y="16557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3C2E1D2-35AF-F895-D1F1-6501B936EC6C}"/>
              </a:ext>
            </a:extLst>
          </p:cNvPr>
          <p:cNvGrpSpPr/>
          <p:nvPr/>
        </p:nvGrpSpPr>
        <p:grpSpPr>
          <a:xfrm>
            <a:off x="4781214" y="1352832"/>
            <a:ext cx="45719" cy="296189"/>
            <a:chOff x="3509152" y="253612"/>
            <a:chExt cx="45719" cy="296189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4F436A34-9D1E-D6A1-8F81-82FDBEA7B5C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655220CF-4FE0-442B-BDC5-976E773CEDC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7F99D4A-DA70-AC1B-4E02-E2E2FBFA242B}"/>
              </a:ext>
            </a:extLst>
          </p:cNvPr>
          <p:cNvGrpSpPr/>
          <p:nvPr/>
        </p:nvGrpSpPr>
        <p:grpSpPr>
          <a:xfrm>
            <a:off x="4781178" y="1060983"/>
            <a:ext cx="45719" cy="296189"/>
            <a:chOff x="3509152" y="253612"/>
            <a:chExt cx="45719" cy="296189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274663C-3738-9F4C-C9BF-5530EB6A8B70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296A5E5B-85F2-55CF-EBAC-F1A16D1B1B0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65C5093-E7AE-C26D-6BC2-609334472EF5}"/>
              </a:ext>
            </a:extLst>
          </p:cNvPr>
          <p:cNvSpPr/>
          <p:nvPr/>
        </p:nvSpPr>
        <p:spPr>
          <a:xfrm flipH="1">
            <a:off x="4844090" y="1059751"/>
            <a:ext cx="1508009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C612976B-AF5E-A28E-0442-436649037CCC}"/>
              </a:ext>
            </a:extLst>
          </p:cNvPr>
          <p:cNvCxnSpPr>
            <a:cxnSpLocks/>
          </p:cNvCxnSpPr>
          <p:nvPr/>
        </p:nvCxnSpPr>
        <p:spPr>
          <a:xfrm flipV="1">
            <a:off x="4837076" y="1052039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91E62E69-C9EB-ABF8-AB46-28A82CE33461}"/>
              </a:ext>
            </a:extLst>
          </p:cNvPr>
          <p:cNvCxnSpPr>
            <a:cxnSpLocks/>
          </p:cNvCxnSpPr>
          <p:nvPr/>
        </p:nvCxnSpPr>
        <p:spPr>
          <a:xfrm>
            <a:off x="4835135" y="1053185"/>
            <a:ext cx="152325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D64F5BC-3A42-EF21-0501-9EA04A9DEAF5}"/>
              </a:ext>
            </a:extLst>
          </p:cNvPr>
          <p:cNvCxnSpPr>
            <a:cxnSpLocks/>
          </p:cNvCxnSpPr>
          <p:nvPr/>
        </p:nvCxnSpPr>
        <p:spPr>
          <a:xfrm>
            <a:off x="6356452" y="1059751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9ED57FE-175E-16DD-BDF1-38CF361EBB7E}"/>
              </a:ext>
            </a:extLst>
          </p:cNvPr>
          <p:cNvGrpSpPr/>
          <p:nvPr/>
        </p:nvGrpSpPr>
        <p:grpSpPr>
          <a:xfrm>
            <a:off x="5528722" y="756528"/>
            <a:ext cx="45719" cy="296189"/>
            <a:chOff x="3509152" y="253612"/>
            <a:chExt cx="45719" cy="296189"/>
          </a:xfrm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B2AB7C2B-AA72-4BB6-8739-73112A11FD53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B4FB3566-7AFE-700E-9F65-D8ACA49E4EA0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2240E7F-4BEC-2743-C287-64A53C3007F4}"/>
              </a:ext>
            </a:extLst>
          </p:cNvPr>
          <p:cNvCxnSpPr>
            <a:cxnSpLocks/>
          </p:cNvCxnSpPr>
          <p:nvPr/>
        </p:nvCxnSpPr>
        <p:spPr>
          <a:xfrm flipH="1" flipV="1">
            <a:off x="5584096" y="764772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54994D2-10E3-166B-2C4D-529B72D1F5DF}"/>
              </a:ext>
            </a:extLst>
          </p:cNvPr>
          <p:cNvGrpSpPr/>
          <p:nvPr/>
        </p:nvGrpSpPr>
        <p:grpSpPr>
          <a:xfrm>
            <a:off x="7075977" y="763486"/>
            <a:ext cx="45719" cy="296189"/>
            <a:chOff x="3509152" y="253612"/>
            <a:chExt cx="45719" cy="296189"/>
          </a:xfrm>
        </p:grpSpPr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A6883D99-BBAF-268F-C7D0-02505D602F79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FD53EBB2-2816-7D08-A4DC-484B82881959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98797DB-D636-982C-A391-CA49D2517AFE}"/>
              </a:ext>
            </a:extLst>
          </p:cNvPr>
          <p:cNvGrpSpPr/>
          <p:nvPr/>
        </p:nvGrpSpPr>
        <p:grpSpPr>
          <a:xfrm>
            <a:off x="7075977" y="1062885"/>
            <a:ext cx="45719" cy="296189"/>
            <a:chOff x="3509152" y="253612"/>
            <a:chExt cx="45719" cy="296189"/>
          </a:xfrm>
        </p:grpSpPr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8CF40FE-7EB7-7595-1C75-334FEDF8A71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209D6118-AAE8-9EB0-9776-A82924ECB0DB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88F92AC-18AE-B443-D875-724995E592DF}"/>
              </a:ext>
            </a:extLst>
          </p:cNvPr>
          <p:cNvSpPr/>
          <p:nvPr/>
        </p:nvSpPr>
        <p:spPr>
          <a:xfrm flipH="1">
            <a:off x="4846333" y="1354268"/>
            <a:ext cx="733280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95002DC-80D7-29EF-55D5-C73B1AC13D33}"/>
              </a:ext>
            </a:extLst>
          </p:cNvPr>
          <p:cNvCxnSpPr>
            <a:cxnSpLocks/>
          </p:cNvCxnSpPr>
          <p:nvPr/>
        </p:nvCxnSpPr>
        <p:spPr>
          <a:xfrm flipV="1">
            <a:off x="4836889" y="1351817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CDFBEAB-18EC-C94A-CA54-D23FFB8085EC}"/>
              </a:ext>
            </a:extLst>
          </p:cNvPr>
          <p:cNvSpPr/>
          <p:nvPr/>
        </p:nvSpPr>
        <p:spPr>
          <a:xfrm flipH="1">
            <a:off x="6369177" y="1349822"/>
            <a:ext cx="303773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C9E10CB-3397-BE54-846F-AF3D4E7690C5}"/>
              </a:ext>
            </a:extLst>
          </p:cNvPr>
          <p:cNvCxnSpPr>
            <a:cxnSpLocks/>
          </p:cNvCxnSpPr>
          <p:nvPr/>
        </p:nvCxnSpPr>
        <p:spPr>
          <a:xfrm>
            <a:off x="4828848" y="1346761"/>
            <a:ext cx="1807623" cy="1272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B14511E5-7CFD-0BC9-3D1A-B28B45F3061E}"/>
              </a:ext>
            </a:extLst>
          </p:cNvPr>
          <p:cNvSpPr/>
          <p:nvPr/>
        </p:nvSpPr>
        <p:spPr>
          <a:xfrm flipH="1">
            <a:off x="5594990" y="1355520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/>
              <p:nvPr/>
            </p:nvSpPr>
            <p:spPr>
              <a:xfrm>
                <a:off x="5628521" y="768807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6EC012CC-558E-F894-AD4C-0D3C1636C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521" y="768807"/>
                <a:ext cx="215636" cy="261610"/>
              </a:xfrm>
              <a:prstGeom prst="rect">
                <a:avLst/>
              </a:prstGeom>
              <a:blipFill>
                <a:blip r:embed="rId22"/>
                <a:stretch>
                  <a:fillRect l="-33333" r="-5556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/>
              <p:nvPr/>
            </p:nvSpPr>
            <p:spPr>
              <a:xfrm>
                <a:off x="4890650" y="1050787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357DD3ED-144D-C964-1D71-E45A5E695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650" y="1050787"/>
                <a:ext cx="220701" cy="261610"/>
              </a:xfrm>
              <a:prstGeom prst="rect">
                <a:avLst/>
              </a:prstGeom>
              <a:blipFill>
                <a:blip r:embed="rId23"/>
                <a:stretch>
                  <a:fillRect l="-33333" r="-833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/>
              <p:nvPr/>
            </p:nvSpPr>
            <p:spPr>
              <a:xfrm>
                <a:off x="4881585" y="1357869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2DC0D016-2EB0-779C-993D-8C4D16977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585" y="1357869"/>
                <a:ext cx="220701" cy="261610"/>
              </a:xfrm>
              <a:prstGeom prst="rect">
                <a:avLst/>
              </a:prstGeom>
              <a:blipFill>
                <a:blip r:embed="rId24"/>
                <a:stretch>
                  <a:fillRect l="-33333" r="-5556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D966930-BD8C-1907-1377-86DBD02E19F6}"/>
              </a:ext>
            </a:extLst>
          </p:cNvPr>
          <p:cNvCxnSpPr>
            <a:cxnSpLocks/>
          </p:cNvCxnSpPr>
          <p:nvPr/>
        </p:nvCxnSpPr>
        <p:spPr>
          <a:xfrm>
            <a:off x="727666" y="475381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E902BC9F-139A-D2E2-A79C-69B1D6B5146C}"/>
              </a:ext>
            </a:extLst>
          </p:cNvPr>
          <p:cNvCxnSpPr>
            <a:cxnSpLocks/>
          </p:cNvCxnSpPr>
          <p:nvPr/>
        </p:nvCxnSpPr>
        <p:spPr>
          <a:xfrm>
            <a:off x="731019" y="553310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2C4BA709-879D-37FF-377F-245732DC0728}"/>
              </a:ext>
            </a:extLst>
          </p:cNvPr>
          <p:cNvCxnSpPr>
            <a:cxnSpLocks/>
          </p:cNvCxnSpPr>
          <p:nvPr/>
        </p:nvCxnSpPr>
        <p:spPr>
          <a:xfrm>
            <a:off x="748320" y="326713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9F87848-EA1B-F3E0-B385-52AB41BBDC2D}"/>
              </a:ext>
            </a:extLst>
          </p:cNvPr>
          <p:cNvCxnSpPr>
            <a:cxnSpLocks/>
          </p:cNvCxnSpPr>
          <p:nvPr/>
        </p:nvCxnSpPr>
        <p:spPr>
          <a:xfrm>
            <a:off x="748320" y="356262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20D09607-8D6D-4B92-4231-084428C392AB}"/>
              </a:ext>
            </a:extLst>
          </p:cNvPr>
          <p:cNvCxnSpPr>
            <a:cxnSpLocks/>
          </p:cNvCxnSpPr>
          <p:nvPr/>
        </p:nvCxnSpPr>
        <p:spPr>
          <a:xfrm>
            <a:off x="749995" y="385570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BC09289-A9A5-2CD1-E8E4-F3C88CE29072}"/>
              </a:ext>
            </a:extLst>
          </p:cNvPr>
          <p:cNvCxnSpPr>
            <a:cxnSpLocks/>
          </p:cNvCxnSpPr>
          <p:nvPr/>
        </p:nvCxnSpPr>
        <p:spPr>
          <a:xfrm>
            <a:off x="751673" y="415882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FD54F299-148A-8B3D-26AF-3C955CE96507}"/>
              </a:ext>
            </a:extLst>
          </p:cNvPr>
          <p:cNvCxnSpPr>
            <a:cxnSpLocks/>
          </p:cNvCxnSpPr>
          <p:nvPr/>
        </p:nvCxnSpPr>
        <p:spPr>
          <a:xfrm flipV="1">
            <a:off x="4815958" y="474792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0C5C386D-79A3-ED29-D376-7A559AC9EBF3}"/>
              </a:ext>
            </a:extLst>
          </p:cNvPr>
          <p:cNvCxnSpPr>
            <a:cxnSpLocks/>
          </p:cNvCxnSpPr>
          <p:nvPr/>
        </p:nvCxnSpPr>
        <p:spPr>
          <a:xfrm flipV="1">
            <a:off x="5591997" y="474792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0CEF81E2-C53B-3E1F-C568-CF1144D18790}"/>
              </a:ext>
            </a:extLst>
          </p:cNvPr>
          <p:cNvCxnSpPr>
            <a:cxnSpLocks/>
          </p:cNvCxnSpPr>
          <p:nvPr/>
        </p:nvCxnSpPr>
        <p:spPr>
          <a:xfrm flipV="1">
            <a:off x="6356127" y="474792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/>
              <p:nvPr/>
            </p:nvSpPr>
            <p:spPr>
              <a:xfrm>
                <a:off x="4080781" y="3800264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ADB1211B-7DF0-052C-E83A-B14DCD9F4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781" y="3800264"/>
                <a:ext cx="317779" cy="338554"/>
              </a:xfrm>
              <a:prstGeom prst="rect">
                <a:avLst/>
              </a:prstGeom>
              <a:blipFill>
                <a:blip r:embed="rId25"/>
                <a:stretch>
                  <a:fillRect l="-11321" r="-377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/>
              <p:nvPr/>
            </p:nvSpPr>
            <p:spPr>
              <a:xfrm>
                <a:off x="4077109" y="4098140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5550AFD3-2BAA-1ACB-9BE9-AEE02963A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109" y="4098140"/>
                <a:ext cx="324320" cy="338554"/>
              </a:xfrm>
              <a:prstGeom prst="rect">
                <a:avLst/>
              </a:prstGeom>
              <a:blipFill>
                <a:blip r:embed="rId26"/>
                <a:stretch>
                  <a:fillRect l="-13208" r="-566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/>
              <p:nvPr/>
            </p:nvSpPr>
            <p:spPr>
              <a:xfrm>
                <a:off x="4079301" y="4401680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6531C3B8-B43B-0661-29AF-BB7FA526E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301" y="4401680"/>
                <a:ext cx="324320" cy="338554"/>
              </a:xfrm>
              <a:prstGeom prst="rect">
                <a:avLst/>
              </a:prstGeom>
              <a:blipFill>
                <a:blip r:embed="rId27"/>
                <a:stretch>
                  <a:fillRect l="-11321" r="-566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/>
              <p:nvPr/>
            </p:nvSpPr>
            <p:spPr>
              <a:xfrm>
                <a:off x="4723025" y="4835960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4BD3376-EA4A-A3D2-D0CF-260B275B0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025" y="4835960"/>
                <a:ext cx="200375" cy="307777"/>
              </a:xfrm>
              <a:prstGeom prst="rect">
                <a:avLst/>
              </a:prstGeom>
              <a:blipFill>
                <a:blip r:embed="rId28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/>
              <p:nvPr/>
            </p:nvSpPr>
            <p:spPr>
              <a:xfrm>
                <a:off x="5478275" y="4835960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3E34837F-1DCF-6F83-3446-1EEAB2456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275" y="4835960"/>
                <a:ext cx="200375" cy="307777"/>
              </a:xfrm>
              <a:prstGeom prst="rect">
                <a:avLst/>
              </a:prstGeom>
              <a:blipFill>
                <a:blip r:embed="rId29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/>
              <p:nvPr/>
            </p:nvSpPr>
            <p:spPr>
              <a:xfrm>
                <a:off x="6258666" y="4835960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7AF1E08-C443-B0FD-A8D6-360D4D986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666" y="4835960"/>
                <a:ext cx="200375" cy="307777"/>
              </a:xfrm>
              <a:prstGeom prst="rect">
                <a:avLst/>
              </a:prstGeom>
              <a:blipFill>
                <a:blip r:embed="rId30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67D7E780-7AD3-78C9-96F7-238CE12C1520}"/>
              </a:ext>
            </a:extLst>
          </p:cNvPr>
          <p:cNvCxnSpPr>
            <a:cxnSpLocks/>
          </p:cNvCxnSpPr>
          <p:nvPr/>
        </p:nvCxnSpPr>
        <p:spPr>
          <a:xfrm flipV="1">
            <a:off x="5122115" y="5731987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25C3B5BF-928B-E681-D5B2-4C2C9A7DD934}"/>
              </a:ext>
            </a:extLst>
          </p:cNvPr>
          <p:cNvCxnSpPr>
            <a:cxnSpLocks/>
          </p:cNvCxnSpPr>
          <p:nvPr/>
        </p:nvCxnSpPr>
        <p:spPr>
          <a:xfrm flipV="1">
            <a:off x="5888883" y="5725007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CADB25EA-F446-7A0B-BB69-1A18195BB1F8}"/>
              </a:ext>
            </a:extLst>
          </p:cNvPr>
          <p:cNvSpPr txBox="1"/>
          <p:nvPr/>
        </p:nvSpPr>
        <p:spPr>
          <a:xfrm>
            <a:off x="3614949" y="3589288"/>
            <a:ext cx="1132563" cy="55637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RU" sz="2117" b="1" dirty="0"/>
              <a:t>Scenario B:</a:t>
            </a:r>
            <a:r>
              <a:rPr lang="en-RU" sz="1500" b="1" dirty="0"/>
              <a:t>    </a:t>
            </a:r>
          </a:p>
        </p:txBody>
      </p: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5AC603B-6B4B-49B0-ABF9-2905F4ACE3C6}"/>
              </a:ext>
            </a:extLst>
          </p:cNvPr>
          <p:cNvCxnSpPr>
            <a:cxnSpLocks/>
          </p:cNvCxnSpPr>
          <p:nvPr/>
        </p:nvCxnSpPr>
        <p:spPr>
          <a:xfrm>
            <a:off x="729341" y="528581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1B97CED1-5CAD-C111-F67B-20783DA622B3}"/>
              </a:ext>
            </a:extLst>
          </p:cNvPr>
          <p:cNvCxnSpPr>
            <a:cxnSpLocks/>
          </p:cNvCxnSpPr>
          <p:nvPr/>
        </p:nvCxnSpPr>
        <p:spPr>
          <a:xfrm>
            <a:off x="732417" y="578764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1B40B70-EE90-0306-16A3-2609CD6B172F}"/>
              </a:ext>
            </a:extLst>
          </p:cNvPr>
          <p:cNvSpPr/>
          <p:nvPr/>
        </p:nvSpPr>
        <p:spPr>
          <a:xfrm flipH="1">
            <a:off x="5598001" y="3856687"/>
            <a:ext cx="76277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07F964B2-6BEA-1205-EF53-C0C6C0B17790}"/>
              </a:ext>
            </a:extLst>
          </p:cNvPr>
          <p:cNvCxnSpPr>
            <a:cxnSpLocks/>
          </p:cNvCxnSpPr>
          <p:nvPr/>
        </p:nvCxnSpPr>
        <p:spPr>
          <a:xfrm>
            <a:off x="6367938" y="3853119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08ABB2D6-FB72-3262-9089-18F247EE7577}"/>
              </a:ext>
            </a:extLst>
          </p:cNvPr>
          <p:cNvCxnSpPr>
            <a:cxnSpLocks/>
          </p:cNvCxnSpPr>
          <p:nvPr/>
        </p:nvCxnSpPr>
        <p:spPr>
          <a:xfrm>
            <a:off x="5598978" y="3857683"/>
            <a:ext cx="77429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3212F531-F745-B428-7A97-4013280D47DF}"/>
              </a:ext>
            </a:extLst>
          </p:cNvPr>
          <p:cNvCxnSpPr>
            <a:cxnSpLocks/>
          </p:cNvCxnSpPr>
          <p:nvPr/>
        </p:nvCxnSpPr>
        <p:spPr>
          <a:xfrm flipV="1">
            <a:off x="6657055" y="5719940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Rectangle 337">
            <a:extLst>
              <a:ext uri="{FF2B5EF4-FFF2-40B4-BE49-F238E27FC236}">
                <a16:creationId xmlns:a16="http://schemas.microsoft.com/office/drawing/2014/main" id="{8E6EDF67-5603-76AA-8BC2-28E774844116}"/>
              </a:ext>
            </a:extLst>
          </p:cNvPr>
          <p:cNvSpPr/>
          <p:nvPr/>
        </p:nvSpPr>
        <p:spPr>
          <a:xfrm flipH="1">
            <a:off x="4808012" y="4156777"/>
            <a:ext cx="1552618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0346485-6691-F3A6-0479-983FB2E2C186}"/>
              </a:ext>
            </a:extLst>
          </p:cNvPr>
          <p:cNvCxnSpPr>
            <a:cxnSpLocks/>
          </p:cNvCxnSpPr>
          <p:nvPr/>
        </p:nvCxnSpPr>
        <p:spPr>
          <a:xfrm flipV="1">
            <a:off x="4814077" y="4149066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96418294-7A42-716F-716F-EB10F5A6DFB4}"/>
              </a:ext>
            </a:extLst>
          </p:cNvPr>
          <p:cNvCxnSpPr>
            <a:cxnSpLocks/>
          </p:cNvCxnSpPr>
          <p:nvPr/>
        </p:nvCxnSpPr>
        <p:spPr>
          <a:xfrm>
            <a:off x="4818259" y="4150211"/>
            <a:ext cx="154865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C41E163C-6438-0102-C441-01EAD4285F3A}"/>
              </a:ext>
            </a:extLst>
          </p:cNvPr>
          <p:cNvCxnSpPr>
            <a:cxnSpLocks/>
          </p:cNvCxnSpPr>
          <p:nvPr/>
        </p:nvCxnSpPr>
        <p:spPr>
          <a:xfrm>
            <a:off x="6364983" y="4156778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9E5868A4-57BB-99C6-49BA-D3101EFC855D}"/>
              </a:ext>
            </a:extLst>
          </p:cNvPr>
          <p:cNvCxnSpPr>
            <a:cxnSpLocks/>
          </p:cNvCxnSpPr>
          <p:nvPr/>
        </p:nvCxnSpPr>
        <p:spPr>
          <a:xfrm flipH="1" flipV="1">
            <a:off x="5588122" y="3861798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32254EB3-03ED-A6F2-75B6-73314F8FA3B1}"/>
              </a:ext>
            </a:extLst>
          </p:cNvPr>
          <p:cNvGrpSpPr/>
          <p:nvPr/>
        </p:nvGrpSpPr>
        <p:grpSpPr>
          <a:xfrm>
            <a:off x="7107028" y="3860512"/>
            <a:ext cx="45719" cy="296189"/>
            <a:chOff x="3509152" y="253612"/>
            <a:chExt cx="45719" cy="296189"/>
          </a:xfrm>
        </p:grpSpPr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6FF11735-4E8D-E16A-24F6-AD53A3F0FB1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5840A899-A893-7E4E-BD42-141E9AF676D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3CF07DC2-21F7-B9B1-7ABA-E3687C73C7C1}"/>
              </a:ext>
            </a:extLst>
          </p:cNvPr>
          <p:cNvGrpSpPr/>
          <p:nvPr/>
        </p:nvGrpSpPr>
        <p:grpSpPr>
          <a:xfrm>
            <a:off x="7107028" y="4159910"/>
            <a:ext cx="45719" cy="296189"/>
            <a:chOff x="3509152" y="253612"/>
            <a:chExt cx="45719" cy="296189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B37995B4-3E1A-A63B-CCE5-80FCFFA2DB3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E51DD9BA-EF2D-0EF1-F067-4EDFE5D78071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71D587A-32A7-BB5D-B5A1-420A209D0F8E}"/>
              </a:ext>
            </a:extLst>
          </p:cNvPr>
          <p:cNvSpPr/>
          <p:nvPr/>
        </p:nvSpPr>
        <p:spPr>
          <a:xfrm flipH="1">
            <a:off x="4816822" y="4451294"/>
            <a:ext cx="771322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308A727F-CCC1-11F4-5A22-1A1695DA9758}"/>
              </a:ext>
            </a:extLst>
          </p:cNvPr>
          <p:cNvCxnSpPr>
            <a:cxnSpLocks/>
          </p:cNvCxnSpPr>
          <p:nvPr/>
        </p:nvCxnSpPr>
        <p:spPr>
          <a:xfrm flipV="1">
            <a:off x="4813890" y="4448844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Rectangle 359">
            <a:extLst>
              <a:ext uri="{FF2B5EF4-FFF2-40B4-BE49-F238E27FC236}">
                <a16:creationId xmlns:a16="http://schemas.microsoft.com/office/drawing/2014/main" id="{54B09307-4405-47B0-F766-13CE96BC8740}"/>
              </a:ext>
            </a:extLst>
          </p:cNvPr>
          <p:cNvSpPr/>
          <p:nvPr/>
        </p:nvSpPr>
        <p:spPr>
          <a:xfrm flipH="1">
            <a:off x="6377709" y="4446848"/>
            <a:ext cx="292527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22A5FCE7-94B0-E7B1-EE94-E8CBD20C593D}"/>
              </a:ext>
            </a:extLst>
          </p:cNvPr>
          <p:cNvCxnSpPr>
            <a:cxnSpLocks/>
          </p:cNvCxnSpPr>
          <p:nvPr/>
        </p:nvCxnSpPr>
        <p:spPr>
          <a:xfrm>
            <a:off x="4811207" y="4444857"/>
            <a:ext cx="181993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Rectangle 361">
            <a:extLst>
              <a:ext uri="{FF2B5EF4-FFF2-40B4-BE49-F238E27FC236}">
                <a16:creationId xmlns:a16="http://schemas.microsoft.com/office/drawing/2014/main" id="{E4FEBD71-3858-6590-CFFE-E13199F242A2}"/>
              </a:ext>
            </a:extLst>
          </p:cNvPr>
          <p:cNvSpPr/>
          <p:nvPr/>
        </p:nvSpPr>
        <p:spPr>
          <a:xfrm flipH="1">
            <a:off x="5596541" y="4459525"/>
            <a:ext cx="756352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/>
              <p:nvPr/>
            </p:nvSpPr>
            <p:spPr>
              <a:xfrm>
                <a:off x="5637052" y="3865833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97B6EBD-0BDA-24FA-CC6E-F98FB7B22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052" y="3865833"/>
                <a:ext cx="215636" cy="261610"/>
              </a:xfrm>
              <a:prstGeom prst="rect">
                <a:avLst/>
              </a:prstGeom>
              <a:blipFill>
                <a:blip r:embed="rId31"/>
                <a:stretch>
                  <a:fillRect l="-34286" r="-5714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/>
              <p:nvPr/>
            </p:nvSpPr>
            <p:spPr>
              <a:xfrm>
                <a:off x="4899182" y="4147813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DA896AC-BB73-275E-6425-1E5AACBCF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182" y="4147813"/>
                <a:ext cx="220701" cy="261610"/>
              </a:xfrm>
              <a:prstGeom prst="rect">
                <a:avLst/>
              </a:prstGeom>
              <a:blipFill>
                <a:blip r:embed="rId32"/>
                <a:stretch>
                  <a:fillRect l="-33333" r="-5556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/>
              <p:nvPr/>
            </p:nvSpPr>
            <p:spPr>
              <a:xfrm>
                <a:off x="4890117" y="4454894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CFB9D2A3-C9FE-AE63-6E33-C9BFB0E1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117" y="4454894"/>
                <a:ext cx="220701" cy="261610"/>
              </a:xfrm>
              <a:prstGeom prst="rect">
                <a:avLst/>
              </a:prstGeom>
              <a:blipFill>
                <a:blip r:embed="rId33"/>
                <a:stretch>
                  <a:fillRect l="-33333" r="-833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/>
              <p:nvPr/>
            </p:nvSpPr>
            <p:spPr>
              <a:xfrm>
                <a:off x="3069741" y="2974431"/>
                <a:ext cx="2537746" cy="3257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RU" sz="2117" b="1" dirty="0">
                    <a:latin typeface="+mj-lt"/>
                  </a:rPr>
                  <a:t>States pruned for </a:t>
                </a:r>
                <a14:m>
                  <m:oMath xmlns:m="http://schemas.openxmlformats.org/officeDocument/2006/math">
                    <m:r>
                      <a:rPr lang="en-US" sz="2117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117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117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RU" sz="2117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1C37BE00-1903-64F1-D4CB-4E8A82582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741" y="2974431"/>
                <a:ext cx="2537746" cy="325795"/>
              </a:xfrm>
              <a:prstGeom prst="rect">
                <a:avLst/>
              </a:prstGeom>
              <a:blipFill>
                <a:blip r:embed="rId34"/>
                <a:stretch>
                  <a:fillRect l="-6490" t="-26415" r="-2644" b="-50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19B93D71-7E87-9211-14F1-8A554117894F}"/>
              </a:ext>
            </a:extLst>
          </p:cNvPr>
          <p:cNvCxnSpPr>
            <a:cxnSpLocks/>
          </p:cNvCxnSpPr>
          <p:nvPr/>
        </p:nvCxnSpPr>
        <p:spPr>
          <a:xfrm flipV="1">
            <a:off x="2828145" y="2582248"/>
            <a:ext cx="169889" cy="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472B1528-0BF3-750A-636A-F2E6C3599F8A}"/>
              </a:ext>
            </a:extLst>
          </p:cNvPr>
          <p:cNvGrpSpPr/>
          <p:nvPr/>
        </p:nvGrpSpPr>
        <p:grpSpPr>
          <a:xfrm>
            <a:off x="1946773" y="2446203"/>
            <a:ext cx="279600" cy="279990"/>
            <a:chOff x="9710295" y="2576141"/>
            <a:chExt cx="181383" cy="289752"/>
          </a:xfrm>
        </p:grpSpPr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5CD140FD-2796-114A-A353-E99A9F01F2FF}"/>
                </a:ext>
              </a:extLst>
            </p:cNvPr>
            <p:cNvSpPr/>
            <p:nvPr/>
          </p:nvSpPr>
          <p:spPr>
            <a:xfrm flipH="1">
              <a:off x="9710295" y="2576141"/>
              <a:ext cx="181383" cy="289752"/>
            </a:xfrm>
            <a:prstGeom prst="rect">
              <a:avLst/>
            </a:prstGeom>
            <a:noFill/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/>
            </a:p>
          </p:txBody>
        </p:sp>
        <p:grpSp>
          <p:nvGrpSpPr>
            <p:cNvPr id="385" name="Group 384">
              <a:extLst>
                <a:ext uri="{FF2B5EF4-FFF2-40B4-BE49-F238E27FC236}">
                  <a16:creationId xmlns:a16="http://schemas.microsoft.com/office/drawing/2014/main" id="{96A2CE66-4C0A-02C8-D4AB-14323B8D4471}"/>
                </a:ext>
              </a:extLst>
            </p:cNvPr>
            <p:cNvGrpSpPr/>
            <p:nvPr/>
          </p:nvGrpSpPr>
          <p:grpSpPr>
            <a:xfrm>
              <a:off x="9729192" y="2627437"/>
              <a:ext cx="123586" cy="187160"/>
              <a:chOff x="10105712" y="4024829"/>
              <a:chExt cx="295588" cy="385917"/>
            </a:xfrm>
          </p:grpSpPr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84F0707E-9951-B929-09B2-79806BB69D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05712" y="4024829"/>
                <a:ext cx="295588" cy="385917"/>
              </a:xfrm>
              <a:prstGeom prst="line">
                <a:avLst/>
              </a:prstGeom>
              <a:ln w="38100" cmpd="sng">
                <a:solidFill>
                  <a:srgbClr val="C00000"/>
                </a:solidFill>
                <a:prstDash val="solid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042A67FA-2F1F-F7E6-FF96-A65F3F11D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5712" y="4024829"/>
                <a:ext cx="295588" cy="385917"/>
              </a:xfrm>
              <a:prstGeom prst="line">
                <a:avLst/>
              </a:prstGeom>
              <a:ln w="38100" cmpd="sng">
                <a:solidFill>
                  <a:srgbClr val="C00000"/>
                </a:solidFill>
                <a:prstDash val="solid"/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1" name="Straight Connector 120"/>
          <p:cNvCxnSpPr/>
          <p:nvPr/>
        </p:nvCxnSpPr>
        <p:spPr>
          <a:xfrm>
            <a:off x="8512914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/>
              <p:nvPr/>
            </p:nvSpPr>
            <p:spPr>
              <a:xfrm>
                <a:off x="6881289" y="472176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B2D48191-0E00-3FC2-B60D-8CAA5A3A4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289" y="4721760"/>
                <a:ext cx="231602" cy="43088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95A0931F-7D82-72B9-D627-D435697C787D}"/>
              </a:ext>
            </a:extLst>
          </p:cNvPr>
          <p:cNvCxnSpPr>
            <a:cxnSpLocks/>
          </p:cNvCxnSpPr>
          <p:nvPr/>
        </p:nvCxnSpPr>
        <p:spPr>
          <a:xfrm>
            <a:off x="4806774" y="4752898"/>
            <a:ext cx="2319962" cy="2312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/>
              <p:nvPr/>
            </p:nvSpPr>
            <p:spPr>
              <a:xfrm>
                <a:off x="2734050" y="194431"/>
                <a:ext cx="3739101" cy="5563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8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11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117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117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RU" sz="2117" dirty="0"/>
                  <a:t> violates interference </a:t>
                </a:r>
                <a:r>
                  <a:rPr lang="en-GB" sz="2117" dirty="0"/>
                  <a:t>c</a:t>
                </a:r>
                <a:r>
                  <a:rPr lang="en-RU" sz="2117" dirty="0"/>
                  <a:t>ondition;</a:t>
                </a:r>
              </a:p>
              <a:p>
                <a:pPr>
                  <a:lnSpc>
                    <a:spcPct val="85000"/>
                  </a:lnSpc>
                </a:pPr>
                <a:r>
                  <a:rPr lang="en-RU" sz="2117" dirty="0"/>
                  <a:t>schedule is not examined further</a:t>
                </a:r>
              </a:p>
            </p:txBody>
          </p:sp>
        </mc:Choice>
        <mc:Fallback xmlns="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050" y="194431"/>
                <a:ext cx="3739101" cy="556371"/>
              </a:xfrm>
              <a:prstGeom prst="rect">
                <a:avLst/>
              </a:prstGeom>
              <a:blipFill>
                <a:blip r:embed="rId36"/>
                <a:stretch>
                  <a:fillRect l="-4397" t="-23077" r="-3257" b="-29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Freeform 402">
            <a:extLst>
              <a:ext uri="{FF2B5EF4-FFF2-40B4-BE49-F238E27FC236}">
                <a16:creationId xmlns:a16="http://schemas.microsoft.com/office/drawing/2014/main" id="{40327C4D-B370-82C9-EEF2-0E707698935B}"/>
              </a:ext>
            </a:extLst>
          </p:cNvPr>
          <p:cNvSpPr/>
          <p:nvPr/>
        </p:nvSpPr>
        <p:spPr>
          <a:xfrm>
            <a:off x="2553574" y="742728"/>
            <a:ext cx="168330" cy="190353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9D96DB24-E86A-8451-D642-D25C872D509D}"/>
              </a:ext>
            </a:extLst>
          </p:cNvPr>
          <p:cNvCxnSpPr>
            <a:cxnSpLocks/>
          </p:cNvCxnSpPr>
          <p:nvPr/>
        </p:nvCxnSpPr>
        <p:spPr>
          <a:xfrm>
            <a:off x="729778" y="603102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61C51E6B-6620-86E4-FC68-0BBCA3E51E99}"/>
              </a:ext>
            </a:extLst>
          </p:cNvPr>
          <p:cNvSpPr/>
          <p:nvPr/>
        </p:nvSpPr>
        <p:spPr>
          <a:xfrm>
            <a:off x="6634400" y="1208016"/>
            <a:ext cx="84144" cy="595618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CB2DC8-887E-A1BC-050C-58BCA995051F}"/>
              </a:ext>
            </a:extLst>
          </p:cNvPr>
          <p:cNvSpPr txBox="1"/>
          <p:nvPr/>
        </p:nvSpPr>
        <p:spPr>
          <a:xfrm>
            <a:off x="6803938" y="2333261"/>
            <a:ext cx="372218" cy="418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117" dirty="0"/>
              <a:t>…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501C67A-2AE9-3510-A220-8E9F78893A29}"/>
              </a:ext>
            </a:extLst>
          </p:cNvPr>
          <p:cNvCxnSpPr>
            <a:cxnSpLocks/>
          </p:cNvCxnSpPr>
          <p:nvPr/>
        </p:nvCxnSpPr>
        <p:spPr>
          <a:xfrm flipV="1">
            <a:off x="6636334" y="2582248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>
            <a:extLst>
              <a:ext uri="{FF2B5EF4-FFF2-40B4-BE49-F238E27FC236}">
                <a16:creationId xmlns:a16="http://schemas.microsoft.com/office/drawing/2014/main" id="{56726D27-C3AA-E4A0-D0BD-E916AFB5EAB8}"/>
              </a:ext>
            </a:extLst>
          </p:cNvPr>
          <p:cNvSpPr/>
          <p:nvPr/>
        </p:nvSpPr>
        <p:spPr>
          <a:xfrm>
            <a:off x="6633101" y="4307488"/>
            <a:ext cx="84144" cy="595618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6886838" y="1615535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838" y="1615535"/>
                <a:ext cx="231602" cy="430887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>
            <a:off x="1727596" y="1646146"/>
            <a:ext cx="5408496" cy="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65C2A5A-6C07-7AE2-9E09-8CEEA6143785}"/>
              </a:ext>
            </a:extLst>
          </p:cNvPr>
          <p:cNvSpPr txBox="1"/>
          <p:nvPr/>
        </p:nvSpPr>
        <p:spPr>
          <a:xfrm>
            <a:off x="6825408" y="5474498"/>
            <a:ext cx="372218" cy="418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117" dirty="0"/>
              <a:t>…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14CE618-05CA-5D60-D781-00B3831BA664}"/>
              </a:ext>
            </a:extLst>
          </p:cNvPr>
          <p:cNvSpPr/>
          <p:nvPr/>
        </p:nvSpPr>
        <p:spPr>
          <a:xfrm>
            <a:off x="4547699" y="5286245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DAC93A2-E77F-BDD4-8A99-F47B3E4FAC8A}"/>
                  </a:ext>
                </a:extLst>
              </p:cNvPr>
              <p:cNvSpPr txBox="1"/>
              <p:nvPr/>
            </p:nvSpPr>
            <p:spPr>
              <a:xfrm>
                <a:off x="4537764" y="5293279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DAC93A2-E77F-BDD4-8A99-F47B3E4FA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764" y="5293279"/>
                <a:ext cx="560987" cy="73674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AC45222C-2EE1-B310-2D8E-2FF9F2342C31}"/>
              </a:ext>
            </a:extLst>
          </p:cNvPr>
          <p:cNvSpPr/>
          <p:nvPr/>
        </p:nvSpPr>
        <p:spPr>
          <a:xfrm>
            <a:off x="5321278" y="5285272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6E82FC9-4021-2610-2F4F-915AF9BB1DC6}"/>
                  </a:ext>
                </a:extLst>
              </p:cNvPr>
              <p:cNvSpPr txBox="1"/>
              <p:nvPr/>
            </p:nvSpPr>
            <p:spPr>
              <a:xfrm>
                <a:off x="5311343" y="5292307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6E82FC9-4021-2610-2F4F-915AF9BB1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343" y="5292307"/>
                <a:ext cx="560987" cy="73674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34DA4E9-EB84-A6B8-4C35-5583D8C1F992}"/>
              </a:ext>
            </a:extLst>
          </p:cNvPr>
          <p:cNvSpPr/>
          <p:nvPr/>
        </p:nvSpPr>
        <p:spPr>
          <a:xfrm>
            <a:off x="6094929" y="5284407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8CD8387-BA3A-C285-C6CB-791631BED0BA}"/>
                  </a:ext>
                </a:extLst>
              </p:cNvPr>
              <p:cNvSpPr txBox="1"/>
              <p:nvPr/>
            </p:nvSpPr>
            <p:spPr>
              <a:xfrm>
                <a:off x="6084994" y="5291441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8CD8387-BA3A-C285-C6CB-791631BED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994" y="5291441"/>
                <a:ext cx="560987" cy="73674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EACD676-2E9E-625F-722B-78891E2B0C21}"/>
                  </a:ext>
                </a:extLst>
              </p:cNvPr>
              <p:cNvSpPr txBox="1"/>
              <p:nvPr/>
            </p:nvSpPr>
            <p:spPr>
              <a:xfrm>
                <a:off x="4063895" y="5217222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EACD676-2E9E-625F-722B-78891E2B0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895" y="5217222"/>
                <a:ext cx="288412" cy="307777"/>
              </a:xfrm>
              <a:prstGeom prst="rect">
                <a:avLst/>
              </a:prstGeom>
              <a:blipFill>
                <a:blip r:embed="rId41"/>
                <a:stretch>
                  <a:fillRect l="-12766" r="-6383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3D4122B-0EE7-4E67-809B-EBAB10620F6D}"/>
                  </a:ext>
                </a:extLst>
              </p:cNvPr>
              <p:cNvSpPr txBox="1"/>
              <p:nvPr/>
            </p:nvSpPr>
            <p:spPr>
              <a:xfrm>
                <a:off x="4064379" y="5465636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3D4122B-0EE7-4E67-809B-EBAB1062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379" y="5465636"/>
                <a:ext cx="294376" cy="307777"/>
              </a:xfrm>
              <a:prstGeom prst="rect">
                <a:avLst/>
              </a:prstGeom>
              <a:blipFill>
                <a:blip r:embed="rId42"/>
                <a:stretch>
                  <a:fillRect l="-12500" r="-625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1ABEFB9-DEE7-E6F2-0157-696935AC943B}"/>
                  </a:ext>
                </a:extLst>
              </p:cNvPr>
              <p:cNvSpPr txBox="1"/>
              <p:nvPr/>
            </p:nvSpPr>
            <p:spPr>
              <a:xfrm>
                <a:off x="4063933" y="5717664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1ABEFB9-DEE7-E6F2-0157-696935AC9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33" y="5717664"/>
                <a:ext cx="294376" cy="307777"/>
              </a:xfrm>
              <a:prstGeom prst="rect">
                <a:avLst/>
              </a:prstGeom>
              <a:blipFill>
                <a:blip r:embed="rId43"/>
                <a:stretch>
                  <a:fillRect l="-12500" r="-625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15F4814D-2882-DCC6-E91B-A36CAFC391A2}"/>
              </a:ext>
            </a:extLst>
          </p:cNvPr>
          <p:cNvGrpSpPr/>
          <p:nvPr/>
        </p:nvGrpSpPr>
        <p:grpSpPr>
          <a:xfrm>
            <a:off x="1114837" y="3261473"/>
            <a:ext cx="1935281" cy="570536"/>
            <a:chOff x="1141271" y="5444206"/>
            <a:chExt cx="1935281" cy="57053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B48C5CA-8E21-D902-D51C-3E864C0C9A1C}"/>
                </a:ext>
              </a:extLst>
            </p:cNvPr>
            <p:cNvSpPr txBox="1"/>
            <p:nvPr/>
          </p:nvSpPr>
          <p:spPr>
            <a:xfrm>
              <a:off x="1141271" y="5444206"/>
              <a:ext cx="1676036" cy="27943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RU" sz="2117" i="1" dirty="0"/>
                <a:t>State Notation:</a:t>
              </a:r>
              <a:endParaRPr lang="en-RU" sz="1500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/>
                <p:nvPr/>
              </p:nvSpPr>
              <p:spPr>
                <a:xfrm>
                  <a:off x="1169876" y="5706003"/>
                  <a:ext cx="1906676" cy="30873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en-RU" sz="20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876" y="5706003"/>
                  <a:ext cx="1906676" cy="308739"/>
                </a:xfrm>
                <a:prstGeom prst="rect">
                  <a:avLst/>
                </a:prstGeom>
                <a:blipFill>
                  <a:blip r:embed="rId44"/>
                  <a:stretch>
                    <a:fillRect l="-1603" r="-641" b="-235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4745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2C4BA709-879D-37FF-377F-245732DC0728}"/>
              </a:ext>
            </a:extLst>
          </p:cNvPr>
          <p:cNvCxnSpPr>
            <a:cxnSpLocks/>
          </p:cNvCxnSpPr>
          <p:nvPr/>
        </p:nvCxnSpPr>
        <p:spPr>
          <a:xfrm>
            <a:off x="748320" y="322047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3436710C-20D0-07E2-C14F-DE337DC2DB50}"/>
              </a:ext>
            </a:extLst>
          </p:cNvPr>
          <p:cNvCxnSpPr>
            <a:cxnSpLocks/>
          </p:cNvCxnSpPr>
          <p:nvPr/>
        </p:nvCxnSpPr>
        <p:spPr>
          <a:xfrm>
            <a:off x="717460" y="6549753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30F443AF-EB9E-CA14-1417-55017F4B180D}"/>
              </a:ext>
            </a:extLst>
          </p:cNvPr>
          <p:cNvCxnSpPr>
            <a:cxnSpLocks/>
          </p:cNvCxnSpPr>
          <p:nvPr/>
        </p:nvCxnSpPr>
        <p:spPr>
          <a:xfrm>
            <a:off x="712709" y="579927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47D5A2E4-4608-9D99-777D-11E286ABF8E4}"/>
              </a:ext>
            </a:extLst>
          </p:cNvPr>
          <p:cNvCxnSpPr>
            <a:cxnSpLocks/>
          </p:cNvCxnSpPr>
          <p:nvPr/>
        </p:nvCxnSpPr>
        <p:spPr>
          <a:xfrm>
            <a:off x="712709" y="554306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2371B3EB-B3D4-7E2E-9051-81D3707B2AA1}"/>
              </a:ext>
            </a:extLst>
          </p:cNvPr>
          <p:cNvCxnSpPr>
            <a:cxnSpLocks/>
          </p:cNvCxnSpPr>
          <p:nvPr/>
        </p:nvCxnSpPr>
        <p:spPr>
          <a:xfrm>
            <a:off x="727666" y="500264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cxnSpLocks/>
          </p:cNvCxnSpPr>
          <p:nvPr/>
        </p:nvCxnSpPr>
        <p:spPr>
          <a:xfrm flipH="1">
            <a:off x="4806774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5587436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1566969-361B-44B8-A22D-4E71199B88C8}"/>
              </a:ext>
            </a:extLst>
          </p:cNvPr>
          <p:cNvCxnSpPr>
            <a:cxnSpLocks/>
          </p:cNvCxnSpPr>
          <p:nvPr/>
        </p:nvCxnSpPr>
        <p:spPr>
          <a:xfrm>
            <a:off x="719135" y="220826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418E584-5CF8-0BAD-F74D-6DB425936823}"/>
              </a:ext>
            </a:extLst>
          </p:cNvPr>
          <p:cNvCxnSpPr>
            <a:cxnSpLocks/>
          </p:cNvCxnSpPr>
          <p:nvPr/>
        </p:nvCxnSpPr>
        <p:spPr>
          <a:xfrm>
            <a:off x="720810" y="24699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D4A2FE7C-8DA0-30D2-9F3F-BBC09FCAC147}"/>
              </a:ext>
            </a:extLst>
          </p:cNvPr>
          <p:cNvSpPr/>
          <p:nvPr/>
        </p:nvSpPr>
        <p:spPr>
          <a:xfrm>
            <a:off x="4535901" y="2462520"/>
            <a:ext cx="539642" cy="757334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8D53E86-2F7D-C3D2-392E-66928FCFB802}"/>
              </a:ext>
            </a:extLst>
          </p:cNvPr>
          <p:cNvSpPr/>
          <p:nvPr/>
        </p:nvSpPr>
        <p:spPr>
          <a:xfrm>
            <a:off x="5326304" y="2468827"/>
            <a:ext cx="539642" cy="75356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9" name="Straight Connector 108"/>
          <p:cNvCxnSpPr>
            <a:cxnSpLocks/>
          </p:cNvCxnSpPr>
          <p:nvPr/>
        </p:nvCxnSpPr>
        <p:spPr>
          <a:xfrm>
            <a:off x="4054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FF58150B-053E-0592-3AD1-7475C5746B35}"/>
              </a:ext>
            </a:extLst>
          </p:cNvPr>
          <p:cNvSpPr/>
          <p:nvPr/>
        </p:nvSpPr>
        <p:spPr>
          <a:xfrm>
            <a:off x="3782529" y="2466444"/>
            <a:ext cx="539642" cy="7534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107" name="Straight Connector 106"/>
          <p:cNvCxnSpPr>
            <a:cxnSpLocks/>
          </p:cNvCxnSpPr>
          <p:nvPr/>
        </p:nvCxnSpPr>
        <p:spPr>
          <a:xfrm flipH="1">
            <a:off x="3269010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6790B5F-AC19-190D-97CB-1F2B574904B0}"/>
              </a:ext>
            </a:extLst>
          </p:cNvPr>
          <p:cNvSpPr/>
          <p:nvPr/>
        </p:nvSpPr>
        <p:spPr>
          <a:xfrm>
            <a:off x="2997265" y="2469305"/>
            <a:ext cx="539642" cy="7505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0E6CB212-C209-E5D6-1418-680213222407}"/>
              </a:ext>
            </a:extLst>
          </p:cNvPr>
          <p:cNvCxnSpPr>
            <a:cxnSpLocks/>
          </p:cNvCxnSpPr>
          <p:nvPr/>
        </p:nvCxnSpPr>
        <p:spPr>
          <a:xfrm>
            <a:off x="1723674" y="1688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cxnSpLocks/>
          </p:cNvCxnSpPr>
          <p:nvPr/>
        </p:nvCxnSpPr>
        <p:spPr>
          <a:xfrm>
            <a:off x="2500033" y="174900"/>
            <a:ext cx="0" cy="65628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5A6B40FF-5188-D1B7-1699-292BAF6A6AE5}"/>
              </a:ext>
            </a:extLst>
          </p:cNvPr>
          <p:cNvCxnSpPr>
            <a:cxnSpLocks/>
          </p:cNvCxnSpPr>
          <p:nvPr/>
        </p:nvCxnSpPr>
        <p:spPr>
          <a:xfrm>
            <a:off x="748320" y="164614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30CB8D44-E538-4208-7022-599BD041538E}"/>
              </a:ext>
            </a:extLst>
          </p:cNvPr>
          <p:cNvCxnSpPr>
            <a:cxnSpLocks/>
          </p:cNvCxnSpPr>
          <p:nvPr/>
        </p:nvCxnSpPr>
        <p:spPr>
          <a:xfrm>
            <a:off x="727666" y="441188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68491-97D1-CDF5-FF25-1972BFDC054C}"/>
              </a:ext>
            </a:extLst>
          </p:cNvPr>
          <p:cNvCxnSpPr>
            <a:cxnSpLocks/>
          </p:cNvCxnSpPr>
          <p:nvPr/>
        </p:nvCxnSpPr>
        <p:spPr>
          <a:xfrm>
            <a:off x="3537679" y="2843516"/>
            <a:ext cx="245504" cy="109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EBCBE8-005B-28CD-9D8A-C1AE79FACA62}"/>
              </a:ext>
            </a:extLst>
          </p:cNvPr>
          <p:cNvCxnSpPr>
            <a:cxnSpLocks/>
          </p:cNvCxnSpPr>
          <p:nvPr/>
        </p:nvCxnSpPr>
        <p:spPr>
          <a:xfrm>
            <a:off x="719135" y="1952059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B9CE83-AF4A-A1C7-71D4-804A4033887B}"/>
              </a:ext>
            </a:extLst>
          </p:cNvPr>
          <p:cNvCxnSpPr>
            <a:cxnSpLocks/>
          </p:cNvCxnSpPr>
          <p:nvPr/>
        </p:nvCxnSpPr>
        <p:spPr>
          <a:xfrm>
            <a:off x="739789" y="465382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A07DCF-6404-4564-D3B9-3DD289361CBC}"/>
              </a:ext>
            </a:extLst>
          </p:cNvPr>
          <p:cNvCxnSpPr>
            <a:cxnSpLocks/>
          </p:cNvCxnSpPr>
          <p:nvPr/>
        </p:nvCxnSpPr>
        <p:spPr>
          <a:xfrm>
            <a:off x="739789" y="760876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EC11959-4536-9B07-F109-41B3F2AE9C75}"/>
              </a:ext>
            </a:extLst>
          </p:cNvPr>
          <p:cNvCxnSpPr>
            <a:cxnSpLocks/>
          </p:cNvCxnSpPr>
          <p:nvPr/>
        </p:nvCxnSpPr>
        <p:spPr>
          <a:xfrm>
            <a:off x="741464" y="105395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850D1DF-D5F8-8E88-D14E-00EA7CCC4B63}"/>
              </a:ext>
            </a:extLst>
          </p:cNvPr>
          <p:cNvCxnSpPr>
            <a:cxnSpLocks/>
          </p:cNvCxnSpPr>
          <p:nvPr/>
        </p:nvCxnSpPr>
        <p:spPr>
          <a:xfrm>
            <a:off x="743142" y="135707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982119" y="174901"/>
            <a:ext cx="10731" cy="6562716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cxnSpLocks/>
          </p:cNvCxnSpPr>
          <p:nvPr/>
        </p:nvCxnSpPr>
        <p:spPr>
          <a:xfrm>
            <a:off x="1723713" y="1077911"/>
            <a:ext cx="1393" cy="2397322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cxnSpLocks/>
          </p:cNvCxnSpPr>
          <p:nvPr/>
        </p:nvCxnSpPr>
        <p:spPr>
          <a:xfrm>
            <a:off x="7131138" y="174902"/>
            <a:ext cx="0" cy="65566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cxnSpLocks/>
          </p:cNvCxnSpPr>
          <p:nvPr/>
        </p:nvCxnSpPr>
        <p:spPr>
          <a:xfrm>
            <a:off x="7902988" y="174902"/>
            <a:ext cx="0" cy="65566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B676003-E75C-C6EB-811E-C0278E7C81B4}"/>
              </a:ext>
            </a:extLst>
          </p:cNvPr>
          <p:cNvCxnSpPr/>
          <p:nvPr/>
        </p:nvCxnSpPr>
        <p:spPr>
          <a:xfrm flipV="1">
            <a:off x="2501489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7062196-B6C0-3AC7-942F-C9008DDE2569}"/>
              </a:ext>
            </a:extLst>
          </p:cNvPr>
          <p:cNvCxnSpPr>
            <a:cxnSpLocks/>
          </p:cNvCxnSpPr>
          <p:nvPr/>
        </p:nvCxnSpPr>
        <p:spPr>
          <a:xfrm flipV="1">
            <a:off x="4049551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845780-7ACA-7B49-2014-10ED491C29C4}"/>
              </a:ext>
            </a:extLst>
          </p:cNvPr>
          <p:cNvCxnSpPr>
            <a:cxnSpLocks/>
          </p:cNvCxnSpPr>
          <p:nvPr/>
        </p:nvCxnSpPr>
        <p:spPr>
          <a:xfrm flipV="1">
            <a:off x="3275020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4C71918B-38D9-E28C-CC20-A7E9CFC535E7}"/>
              </a:ext>
            </a:extLst>
          </p:cNvPr>
          <p:cNvCxnSpPr>
            <a:cxnSpLocks/>
          </p:cNvCxnSpPr>
          <p:nvPr/>
        </p:nvCxnSpPr>
        <p:spPr>
          <a:xfrm flipV="1">
            <a:off x="4807292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D83B2D3-A195-EF8D-85AA-A92B1FEE45DC}"/>
              </a:ext>
            </a:extLst>
          </p:cNvPr>
          <p:cNvCxnSpPr>
            <a:cxnSpLocks/>
          </p:cNvCxnSpPr>
          <p:nvPr/>
        </p:nvCxnSpPr>
        <p:spPr>
          <a:xfrm flipV="1">
            <a:off x="5590446" y="1968156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/>
              <p:nvPr/>
            </p:nvSpPr>
            <p:spPr>
              <a:xfrm>
                <a:off x="999515" y="1030017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CD035-AEB6-B07E-C916-08C394532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15" y="1030017"/>
                <a:ext cx="317779" cy="338554"/>
              </a:xfrm>
              <a:prstGeom prst="rect">
                <a:avLst/>
              </a:prstGeom>
              <a:blipFill>
                <a:blip r:embed="rId2"/>
                <a:stretch>
                  <a:fillRect l="-13462" r="-5769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/>
              <p:nvPr/>
            </p:nvSpPr>
            <p:spPr>
              <a:xfrm>
                <a:off x="995842" y="1327894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2E1CC9-1AFB-5A95-0850-4734C3FE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42" y="1327894"/>
                <a:ext cx="324320" cy="338554"/>
              </a:xfrm>
              <a:prstGeom prst="rect">
                <a:avLst/>
              </a:prstGeom>
              <a:blipFill>
                <a:blip r:embed="rId3"/>
                <a:stretch>
                  <a:fillRect l="-11111" r="-3704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/>
              <p:nvPr/>
            </p:nvSpPr>
            <p:spPr>
              <a:xfrm>
                <a:off x="998033" y="1631434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F9B6FE-4499-F97B-C2A7-F2FC4301C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033" y="1631434"/>
                <a:ext cx="324320" cy="338554"/>
              </a:xfrm>
              <a:prstGeom prst="rect">
                <a:avLst/>
              </a:prstGeom>
              <a:blipFill>
                <a:blip r:embed="rId4"/>
                <a:stretch>
                  <a:fillRect l="-13208" r="-5660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/>
              <p:nvPr/>
            </p:nvSpPr>
            <p:spPr>
              <a:xfrm>
                <a:off x="2395930" y="205618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BBC790-4F4A-3EA5-BEB3-A3D611D9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30" y="2056187"/>
                <a:ext cx="200375" cy="307777"/>
              </a:xfrm>
              <a:prstGeom prst="rect">
                <a:avLst/>
              </a:prstGeom>
              <a:blipFill>
                <a:blip r:embed="rId5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/>
              <p:nvPr/>
            </p:nvSpPr>
            <p:spPr>
              <a:xfrm>
                <a:off x="3169850" y="205618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675692-AA2C-3753-44D4-80308A0E2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50" y="2056187"/>
                <a:ext cx="200375" cy="307777"/>
              </a:xfrm>
              <a:prstGeom prst="rect">
                <a:avLst/>
              </a:prstGeom>
              <a:blipFill>
                <a:blip r:embed="rId6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/>
              <p:nvPr/>
            </p:nvSpPr>
            <p:spPr>
              <a:xfrm>
                <a:off x="3931206" y="205618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A94985-7F8F-97BC-D4F8-8361769A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06" y="2056187"/>
                <a:ext cx="200375" cy="307777"/>
              </a:xfrm>
              <a:prstGeom prst="rect">
                <a:avLst/>
              </a:prstGeom>
              <a:blipFill>
                <a:blip r:embed="rId7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/>
              <p:nvPr/>
            </p:nvSpPr>
            <p:spPr>
              <a:xfrm>
                <a:off x="4714495" y="205618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DE6E9-130C-1227-30EA-60B7E705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95" y="2056187"/>
                <a:ext cx="200375" cy="307777"/>
              </a:xfrm>
              <a:prstGeom prst="rect">
                <a:avLst/>
              </a:prstGeom>
              <a:blipFill>
                <a:blip r:embed="rId8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/>
              <p:nvPr/>
            </p:nvSpPr>
            <p:spPr>
              <a:xfrm>
                <a:off x="5469744" y="205618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8D6D7-802E-32D6-612E-0BE314DAC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744" y="2056187"/>
                <a:ext cx="200375" cy="307777"/>
              </a:xfrm>
              <a:prstGeom prst="rect">
                <a:avLst/>
              </a:prstGeom>
              <a:blipFill>
                <a:blip r:embed="rId9"/>
                <a:stretch>
                  <a:fillRect l="-3030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/>
              <p:nvPr/>
            </p:nvSpPr>
            <p:spPr>
              <a:xfrm>
                <a:off x="2988917" y="2476164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FF251-C59E-2CC2-D9B4-610EAD24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17" y="2476164"/>
                <a:ext cx="560987" cy="7367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/>
              <p:nvPr/>
            </p:nvSpPr>
            <p:spPr>
              <a:xfrm>
                <a:off x="3773698" y="2476164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C0F66F-E373-EC74-6AC6-B3EB5E6B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698" y="2476164"/>
                <a:ext cx="560987" cy="7367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/>
              <p:nvPr/>
            </p:nvSpPr>
            <p:spPr>
              <a:xfrm>
                <a:off x="4528938" y="2476164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BD5DA8-460C-8578-1C6D-F34B5874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938" y="2476164"/>
                <a:ext cx="560987" cy="7367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/>
              <p:nvPr/>
            </p:nvSpPr>
            <p:spPr>
              <a:xfrm>
                <a:off x="5319896" y="2476164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3065E0-23C1-92C8-F536-CB1B28D0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896" y="2476164"/>
                <a:ext cx="560987" cy="7367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36536C-29A9-4DEE-D35D-8C8713C46482}"/>
              </a:ext>
            </a:extLst>
          </p:cNvPr>
          <p:cNvCxnSpPr>
            <a:cxnSpLocks/>
          </p:cNvCxnSpPr>
          <p:nvPr/>
        </p:nvCxnSpPr>
        <p:spPr>
          <a:xfrm flipV="1">
            <a:off x="4333101" y="28435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95573B-71A0-5EBF-04A0-A430B8C52681}"/>
              </a:ext>
            </a:extLst>
          </p:cNvPr>
          <p:cNvCxnSpPr>
            <a:cxnSpLocks/>
          </p:cNvCxnSpPr>
          <p:nvPr/>
        </p:nvCxnSpPr>
        <p:spPr>
          <a:xfrm flipV="1">
            <a:off x="5113584" y="28435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2557DE-8097-E652-BF95-9A70274C7A8C}"/>
              </a:ext>
            </a:extLst>
          </p:cNvPr>
          <p:cNvCxnSpPr>
            <a:cxnSpLocks/>
          </p:cNvCxnSpPr>
          <p:nvPr/>
        </p:nvCxnSpPr>
        <p:spPr>
          <a:xfrm flipV="1">
            <a:off x="5880352" y="2843515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/>
              <p:nvPr/>
            </p:nvSpPr>
            <p:spPr>
              <a:xfrm>
                <a:off x="995829" y="2406476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C4586E-479A-A406-E741-3B8A24BEA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29" y="2406476"/>
                <a:ext cx="288412" cy="307777"/>
              </a:xfrm>
              <a:prstGeom prst="rect">
                <a:avLst/>
              </a:prstGeom>
              <a:blipFill>
                <a:blip r:embed="rId14"/>
                <a:stretch>
                  <a:fillRect l="-10417" r="-4167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/>
              <p:nvPr/>
            </p:nvSpPr>
            <p:spPr>
              <a:xfrm>
                <a:off x="996313" y="2654890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DF6516F-3B8F-C5B9-8C84-15044CBD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13" y="2654890"/>
                <a:ext cx="294376" cy="307777"/>
              </a:xfrm>
              <a:prstGeom prst="rect">
                <a:avLst/>
              </a:prstGeom>
              <a:blipFill>
                <a:blip r:embed="rId15"/>
                <a:stretch>
                  <a:fillRect l="-10204" r="-4082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/>
              <p:nvPr/>
            </p:nvSpPr>
            <p:spPr>
              <a:xfrm>
                <a:off x="995867" y="2906919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F39AD13-8899-DA5C-84BB-2E1C01765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67" y="2906919"/>
                <a:ext cx="294376" cy="307777"/>
              </a:xfrm>
              <a:prstGeom prst="rect">
                <a:avLst/>
              </a:prstGeom>
              <a:blipFill>
                <a:blip r:embed="rId16"/>
                <a:stretch>
                  <a:fillRect l="-10204" r="-4082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952F3BD-7018-8E4A-B1CD-5BD2EFF841C7}"/>
              </a:ext>
            </a:extLst>
          </p:cNvPr>
          <p:cNvCxnSpPr>
            <a:cxnSpLocks/>
          </p:cNvCxnSpPr>
          <p:nvPr/>
        </p:nvCxnSpPr>
        <p:spPr>
          <a:xfrm>
            <a:off x="717460" y="1655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77B7D2C-DDE5-E3F8-0822-C6ACF508FF33}"/>
              </a:ext>
            </a:extLst>
          </p:cNvPr>
          <p:cNvSpPr txBox="1"/>
          <p:nvPr/>
        </p:nvSpPr>
        <p:spPr>
          <a:xfrm>
            <a:off x="992850" y="642675"/>
            <a:ext cx="1497298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RU" sz="1600" b="1" dirty="0"/>
              <a:t>GEDF Schedule A:    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50A88745-64F9-EEB2-DEDF-6B3AABAFF8E6}"/>
              </a:ext>
            </a:extLst>
          </p:cNvPr>
          <p:cNvSpPr/>
          <p:nvPr/>
        </p:nvSpPr>
        <p:spPr>
          <a:xfrm>
            <a:off x="1457585" y="2469129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/>
              <p:nvPr/>
            </p:nvSpPr>
            <p:spPr>
              <a:xfrm>
                <a:off x="1447651" y="2476164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87514-9CFB-5BC5-82CA-E39B6704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651" y="2476164"/>
                <a:ext cx="560987" cy="73674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/>
              <p:nvPr/>
            </p:nvSpPr>
            <p:spPr>
              <a:xfrm>
                <a:off x="1633684" y="2056187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F1415A-AF89-E0FD-1A96-F7EFB166E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684" y="2056187"/>
                <a:ext cx="200375" cy="307777"/>
              </a:xfrm>
              <a:prstGeom prst="rect">
                <a:avLst/>
              </a:prstGeom>
              <a:blipFill>
                <a:blip r:embed="rId18"/>
                <a:stretch>
                  <a:fillRect l="-30303" r="-2727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6683B8D-C3F4-CEAC-997F-6CE0881B7A37}"/>
              </a:ext>
            </a:extLst>
          </p:cNvPr>
          <p:cNvSpPr/>
          <p:nvPr/>
        </p:nvSpPr>
        <p:spPr>
          <a:xfrm>
            <a:off x="2224155" y="2470707"/>
            <a:ext cx="539642" cy="7529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/>
              <p:nvPr/>
            </p:nvSpPr>
            <p:spPr>
              <a:xfrm>
                <a:off x="2215807" y="2476164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BEAB658-CB5D-7FAF-5F9F-C3606C80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807" y="2476164"/>
                <a:ext cx="560987" cy="73674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D38D2058-B5F6-8778-2917-C0D61DA101CE}"/>
              </a:ext>
            </a:extLst>
          </p:cNvPr>
          <p:cNvSpPr/>
          <p:nvPr/>
        </p:nvSpPr>
        <p:spPr>
          <a:xfrm flipH="1">
            <a:off x="1716855" y="1374263"/>
            <a:ext cx="1568419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E4BD83C-A599-9516-9AD7-5F54FF13B9A2}"/>
              </a:ext>
            </a:extLst>
          </p:cNvPr>
          <p:cNvCxnSpPr>
            <a:cxnSpLocks/>
          </p:cNvCxnSpPr>
          <p:nvPr/>
        </p:nvCxnSpPr>
        <p:spPr>
          <a:xfrm flipV="1">
            <a:off x="1721624" y="1369983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01117A5-60E8-F086-A87C-A3069CE0BEBA}"/>
              </a:ext>
            </a:extLst>
          </p:cNvPr>
          <p:cNvCxnSpPr>
            <a:cxnSpLocks/>
          </p:cNvCxnSpPr>
          <p:nvPr/>
        </p:nvCxnSpPr>
        <p:spPr>
          <a:xfrm>
            <a:off x="3267078" y="1372926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7AF42F2-BEA3-5FAE-D4AE-CF2CA236C5E0}"/>
              </a:ext>
            </a:extLst>
          </p:cNvPr>
          <p:cNvSpPr/>
          <p:nvPr/>
        </p:nvSpPr>
        <p:spPr>
          <a:xfrm flipH="1">
            <a:off x="2500970" y="1664254"/>
            <a:ext cx="1542673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2974397-36FB-7C07-BA52-6738AC7A9EF0}"/>
              </a:ext>
            </a:extLst>
          </p:cNvPr>
          <p:cNvCxnSpPr>
            <a:cxnSpLocks/>
          </p:cNvCxnSpPr>
          <p:nvPr/>
        </p:nvCxnSpPr>
        <p:spPr>
          <a:xfrm flipV="1">
            <a:off x="2497392" y="1674327"/>
            <a:ext cx="0" cy="29382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9F6013C-6A56-B615-A2F7-9F955C3E21E8}"/>
              </a:ext>
            </a:extLst>
          </p:cNvPr>
          <p:cNvSpPr/>
          <p:nvPr/>
        </p:nvSpPr>
        <p:spPr>
          <a:xfrm flipH="1">
            <a:off x="4065215" y="1082621"/>
            <a:ext cx="731887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C29DABB-5195-D1B1-A817-6FE2CBEDED7C}"/>
              </a:ext>
            </a:extLst>
          </p:cNvPr>
          <p:cNvCxnSpPr>
            <a:cxnSpLocks/>
          </p:cNvCxnSpPr>
          <p:nvPr/>
        </p:nvCxnSpPr>
        <p:spPr>
          <a:xfrm flipH="1" flipV="1">
            <a:off x="4056208" y="1086138"/>
            <a:ext cx="1346" cy="28119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54CCCA4-D8D2-A3BF-CC71-94185A7BBCC2}"/>
              </a:ext>
            </a:extLst>
          </p:cNvPr>
          <p:cNvCxnSpPr>
            <a:cxnSpLocks/>
          </p:cNvCxnSpPr>
          <p:nvPr/>
        </p:nvCxnSpPr>
        <p:spPr>
          <a:xfrm>
            <a:off x="4804614" y="1073105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54EF12DB-5525-FE5F-8892-BC697F7122BB}"/>
              </a:ext>
            </a:extLst>
          </p:cNvPr>
          <p:cNvCxnSpPr>
            <a:cxnSpLocks/>
          </p:cNvCxnSpPr>
          <p:nvPr/>
        </p:nvCxnSpPr>
        <p:spPr>
          <a:xfrm>
            <a:off x="4049653" y="1081780"/>
            <a:ext cx="761554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42B79E8-6CE6-8AD5-3BE3-DA5EC506626A}"/>
              </a:ext>
            </a:extLst>
          </p:cNvPr>
          <p:cNvCxnSpPr>
            <a:cxnSpLocks/>
          </p:cNvCxnSpPr>
          <p:nvPr/>
        </p:nvCxnSpPr>
        <p:spPr>
          <a:xfrm>
            <a:off x="1721827" y="1370439"/>
            <a:ext cx="155152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D966930-BD8C-1907-1377-86DBD02E19F6}"/>
              </a:ext>
            </a:extLst>
          </p:cNvPr>
          <p:cNvCxnSpPr>
            <a:cxnSpLocks/>
          </p:cNvCxnSpPr>
          <p:nvPr/>
        </p:nvCxnSpPr>
        <p:spPr>
          <a:xfrm>
            <a:off x="727666" y="4707155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9F87848-EA1B-F3E0-B385-52AB41BBDC2D}"/>
              </a:ext>
            </a:extLst>
          </p:cNvPr>
          <p:cNvCxnSpPr>
            <a:cxnSpLocks/>
          </p:cNvCxnSpPr>
          <p:nvPr/>
        </p:nvCxnSpPr>
        <p:spPr>
          <a:xfrm>
            <a:off x="748320" y="3478648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20D09607-8D6D-4B92-4231-084428C392AB}"/>
              </a:ext>
            </a:extLst>
          </p:cNvPr>
          <p:cNvCxnSpPr>
            <a:cxnSpLocks/>
          </p:cNvCxnSpPr>
          <p:nvPr/>
        </p:nvCxnSpPr>
        <p:spPr>
          <a:xfrm>
            <a:off x="749995" y="379038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BC09289-A9A5-2CD1-E8E4-F3C88CE29072}"/>
              </a:ext>
            </a:extLst>
          </p:cNvPr>
          <p:cNvCxnSpPr>
            <a:cxnSpLocks/>
          </p:cNvCxnSpPr>
          <p:nvPr/>
        </p:nvCxnSpPr>
        <p:spPr>
          <a:xfrm>
            <a:off x="751673" y="411217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5AC603B-6B4B-49B0-ABF9-2905F4ACE3C6}"/>
              </a:ext>
            </a:extLst>
          </p:cNvPr>
          <p:cNvCxnSpPr>
            <a:cxnSpLocks/>
          </p:cNvCxnSpPr>
          <p:nvPr/>
        </p:nvCxnSpPr>
        <p:spPr>
          <a:xfrm>
            <a:off x="729341" y="528581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8512914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/>
              <p:nvPr/>
            </p:nvSpPr>
            <p:spPr>
              <a:xfrm>
                <a:off x="2625998" y="183855"/>
                <a:ext cx="3721596" cy="7668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198004" indent="-198004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15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15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5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RU" sz="1550" dirty="0"/>
                  <a:t> job completed at </a:t>
                </a:r>
                <a14:m>
                  <m:oMath xmlns:m="http://schemas.openxmlformats.org/officeDocument/2006/math">
                    <m:r>
                      <a:rPr lang="en-US" sz="155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5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RU" sz="1550" dirty="0"/>
                  <a:t> has not</a:t>
                </a:r>
                <a:br>
                  <a:rPr lang="en-RU" sz="1550" dirty="0"/>
                </a:br>
                <a:r>
                  <a:rPr lang="en-RU" sz="1550" dirty="0"/>
                  <a:t>interfered with any </a:t>
                </a:r>
                <a:r>
                  <a:rPr lang="en-RU" sz="1550"/>
                  <a:t>other job</a:t>
                </a:r>
                <a:r>
                  <a:rPr lang="en-RU" sz="1550" dirty="0"/>
                  <a:t>;</a:t>
                </a:r>
              </a:p>
              <a:p>
                <a:pPr marL="198004" indent="-198004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r>
                  <a:rPr lang="en-RU" sz="1550" dirty="0"/>
                  <a:t>no need to examine </a:t>
                </a:r>
                <a:r>
                  <a:rPr lang="en-RU" sz="1550"/>
                  <a:t>the trajectory </a:t>
                </a:r>
                <a:r>
                  <a:rPr lang="en-RU" sz="1550" dirty="0"/>
                  <a:t>for </a:t>
                </a:r>
                <a14:m>
                  <m:oMath xmlns:m="http://schemas.openxmlformats.org/officeDocument/2006/math">
                    <m:r>
                      <a:rPr lang="en-US" sz="155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5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55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RU" sz="1550" dirty="0"/>
              </a:p>
            </p:txBody>
          </p:sp>
        </mc:Choice>
        <mc:Fallback xmlns="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3CC3A578-8BB9-337A-D7A8-FEF86365F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998" y="183855"/>
                <a:ext cx="3721596" cy="766877"/>
              </a:xfrm>
              <a:prstGeom prst="rect">
                <a:avLst/>
              </a:prstGeom>
              <a:blipFill>
                <a:blip r:embed="rId20"/>
                <a:stretch>
                  <a:fillRect l="-3115" t="-7143" r="-984" b="-15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Freeform 402">
            <a:extLst>
              <a:ext uri="{FF2B5EF4-FFF2-40B4-BE49-F238E27FC236}">
                <a16:creationId xmlns:a16="http://schemas.microsoft.com/office/drawing/2014/main" id="{40327C4D-B370-82C9-EEF2-0E707698935B}"/>
              </a:ext>
            </a:extLst>
          </p:cNvPr>
          <p:cNvSpPr/>
          <p:nvPr/>
        </p:nvSpPr>
        <p:spPr>
          <a:xfrm>
            <a:off x="3295496" y="1022459"/>
            <a:ext cx="168330" cy="499358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CB2DC8-887E-A1BC-050C-58BCA995051F}"/>
              </a:ext>
            </a:extLst>
          </p:cNvPr>
          <p:cNvSpPr txBox="1"/>
          <p:nvPr/>
        </p:nvSpPr>
        <p:spPr>
          <a:xfrm>
            <a:off x="5998717" y="2594528"/>
            <a:ext cx="372218" cy="418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117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/>
              <p:nvPr/>
            </p:nvSpPr>
            <p:spPr>
              <a:xfrm>
                <a:off x="6145576" y="191911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F0162-86C6-9BFC-3479-9CCEE817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576" y="1919110"/>
                <a:ext cx="231602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15F4814D-2882-DCC6-E91B-A36CAFC391A2}"/>
              </a:ext>
            </a:extLst>
          </p:cNvPr>
          <p:cNvGrpSpPr/>
          <p:nvPr/>
        </p:nvGrpSpPr>
        <p:grpSpPr>
          <a:xfrm>
            <a:off x="1030495" y="3487492"/>
            <a:ext cx="2853086" cy="257932"/>
            <a:chOff x="1150602" y="5360033"/>
            <a:chExt cx="2853086" cy="25793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B48C5CA-8E21-D902-D51C-3E864C0C9A1C}"/>
                </a:ext>
              </a:extLst>
            </p:cNvPr>
            <p:cNvSpPr txBox="1"/>
            <p:nvPr/>
          </p:nvSpPr>
          <p:spPr>
            <a:xfrm>
              <a:off x="1150602" y="5406882"/>
              <a:ext cx="1268168" cy="2110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RU" sz="1600" i="1" dirty="0"/>
                <a:t>State Notation: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/>
                <p:nvPr/>
              </p:nvSpPr>
              <p:spPr>
                <a:xfrm>
                  <a:off x="2479616" y="5360033"/>
                  <a:ext cx="1524072" cy="2470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RU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en-RU" sz="16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69E7885-7E81-8395-DFD6-EEAEA3F16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616" y="5360033"/>
                  <a:ext cx="1524072" cy="247055"/>
                </a:xfrm>
                <a:prstGeom prst="rect">
                  <a:avLst/>
                </a:prstGeom>
                <a:blipFill>
                  <a:blip r:embed="rId22"/>
                  <a:stretch>
                    <a:fillRect l="-1200" r="-800" b="-21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4348FE2-F06B-8F1D-CD38-800F435613B2}"/>
              </a:ext>
            </a:extLst>
          </p:cNvPr>
          <p:cNvSpPr/>
          <p:nvPr/>
        </p:nvSpPr>
        <p:spPr>
          <a:xfrm flipH="1">
            <a:off x="4048832" y="1376940"/>
            <a:ext cx="1568419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8075E3E-623E-5094-210E-5B357F8020F2}"/>
              </a:ext>
            </a:extLst>
          </p:cNvPr>
          <p:cNvCxnSpPr>
            <a:cxnSpLocks/>
          </p:cNvCxnSpPr>
          <p:nvPr/>
        </p:nvCxnSpPr>
        <p:spPr>
          <a:xfrm flipV="1">
            <a:off x="4053601" y="1372659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655C8FB-C4FE-EF2B-26BD-4AB403919135}"/>
              </a:ext>
            </a:extLst>
          </p:cNvPr>
          <p:cNvCxnSpPr>
            <a:cxnSpLocks/>
          </p:cNvCxnSpPr>
          <p:nvPr/>
        </p:nvCxnSpPr>
        <p:spPr>
          <a:xfrm>
            <a:off x="5599055" y="1375603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DDFA309-3161-1DA0-8105-5356D5715C54}"/>
              </a:ext>
            </a:extLst>
          </p:cNvPr>
          <p:cNvSpPr/>
          <p:nvPr/>
        </p:nvSpPr>
        <p:spPr>
          <a:xfrm flipH="1">
            <a:off x="4063263" y="1678079"/>
            <a:ext cx="733839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CEFED1-A7F1-2FFB-1FAC-21D350550A5F}"/>
              </a:ext>
            </a:extLst>
          </p:cNvPr>
          <p:cNvSpPr/>
          <p:nvPr/>
        </p:nvSpPr>
        <p:spPr>
          <a:xfrm flipH="1">
            <a:off x="4820134" y="1671291"/>
            <a:ext cx="758651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A861D4B-F722-B2C1-BFEF-EA2FC63A4E83}"/>
              </a:ext>
            </a:extLst>
          </p:cNvPr>
          <p:cNvCxnSpPr>
            <a:cxnSpLocks/>
          </p:cNvCxnSpPr>
          <p:nvPr/>
        </p:nvCxnSpPr>
        <p:spPr>
          <a:xfrm>
            <a:off x="1725106" y="1674327"/>
            <a:ext cx="3862331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32E0CAC-4401-A034-01A4-AA8CE3E0EBC1}"/>
              </a:ext>
            </a:extLst>
          </p:cNvPr>
          <p:cNvGrpSpPr/>
          <p:nvPr/>
        </p:nvGrpSpPr>
        <p:grpSpPr>
          <a:xfrm>
            <a:off x="3993898" y="1378314"/>
            <a:ext cx="45719" cy="296189"/>
            <a:chOff x="3509152" y="253612"/>
            <a:chExt cx="45719" cy="29618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B3D5A23-89B6-235E-8DF2-3915F91D66A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27A57C3-E3A1-0D5C-14A2-BEFAD97AE4C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75A50C-7A88-5C58-C3E1-1C5505B3B0A3}"/>
              </a:ext>
            </a:extLst>
          </p:cNvPr>
          <p:cNvGrpSpPr/>
          <p:nvPr/>
        </p:nvGrpSpPr>
        <p:grpSpPr>
          <a:xfrm>
            <a:off x="5598162" y="1086028"/>
            <a:ext cx="45719" cy="296189"/>
            <a:chOff x="3509152" y="253612"/>
            <a:chExt cx="45719" cy="29618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DE09A0A-EE1B-941E-131A-6B3C2C8D7946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F95CA8E-E5AD-3476-F626-4DC3B42B8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D780F9C-F9A0-068B-6697-AF63DB048996}"/>
              </a:ext>
            </a:extLst>
          </p:cNvPr>
          <p:cNvCxnSpPr>
            <a:cxnSpLocks/>
          </p:cNvCxnSpPr>
          <p:nvPr/>
        </p:nvCxnSpPr>
        <p:spPr>
          <a:xfrm>
            <a:off x="4053804" y="1373116"/>
            <a:ext cx="155152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E7595C1-8330-AFD3-6490-EFE10C199609}"/>
              </a:ext>
            </a:extLst>
          </p:cNvPr>
          <p:cNvGrpSpPr/>
          <p:nvPr/>
        </p:nvGrpSpPr>
        <p:grpSpPr>
          <a:xfrm>
            <a:off x="6312238" y="1676396"/>
            <a:ext cx="45719" cy="296189"/>
            <a:chOff x="3509152" y="253612"/>
            <a:chExt cx="45719" cy="29618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977DB23-B041-64D4-1EBB-A6D010F024F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2B24209-B179-75DF-A736-75243181F6A5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070FF6A-9851-E9B2-E073-B44E97171974}"/>
              </a:ext>
            </a:extLst>
          </p:cNvPr>
          <p:cNvCxnSpPr>
            <a:cxnSpLocks/>
          </p:cNvCxnSpPr>
          <p:nvPr/>
        </p:nvCxnSpPr>
        <p:spPr>
          <a:xfrm>
            <a:off x="5587266" y="1666448"/>
            <a:ext cx="0" cy="28755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0293757-8F6F-CCB2-661B-156EB6B737CE}"/>
              </a:ext>
            </a:extLst>
          </p:cNvPr>
          <p:cNvCxnSpPr>
            <a:cxnSpLocks/>
          </p:cNvCxnSpPr>
          <p:nvPr/>
        </p:nvCxnSpPr>
        <p:spPr>
          <a:xfrm flipV="1">
            <a:off x="1727595" y="1954006"/>
            <a:ext cx="4631691" cy="9394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359286" y="174901"/>
            <a:ext cx="0" cy="65628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C9EA2FC-312C-5719-D455-50BEF289A76D}"/>
              </a:ext>
            </a:extLst>
          </p:cNvPr>
          <p:cNvGrpSpPr/>
          <p:nvPr/>
        </p:nvGrpSpPr>
        <p:grpSpPr>
          <a:xfrm>
            <a:off x="6310073" y="1373809"/>
            <a:ext cx="45719" cy="296189"/>
            <a:chOff x="3509152" y="253612"/>
            <a:chExt cx="45719" cy="296189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1196E3E-5D30-043A-4382-B2DBA9237E2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CF72CE-EB10-E7AA-D185-93268830052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F8CF0E3-223F-4BAE-E8A0-2BEF48B3E4DF}"/>
              </a:ext>
            </a:extLst>
          </p:cNvPr>
          <p:cNvCxnSpPr>
            <a:cxnSpLocks/>
          </p:cNvCxnSpPr>
          <p:nvPr/>
        </p:nvCxnSpPr>
        <p:spPr>
          <a:xfrm>
            <a:off x="2772246" y="2844533"/>
            <a:ext cx="212123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70D4EE7-357C-42DB-F156-E3003C15D5E5}"/>
              </a:ext>
            </a:extLst>
          </p:cNvPr>
          <p:cNvCxnSpPr>
            <a:cxnSpLocks/>
          </p:cNvCxnSpPr>
          <p:nvPr/>
        </p:nvCxnSpPr>
        <p:spPr>
          <a:xfrm>
            <a:off x="2001777" y="2847299"/>
            <a:ext cx="207574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0056E67-120D-07F3-72C6-43F59AD2C76F}"/>
                  </a:ext>
                </a:extLst>
              </p:cNvPr>
              <p:cNvSpPr txBox="1"/>
              <p:nvPr/>
            </p:nvSpPr>
            <p:spPr>
              <a:xfrm>
                <a:off x="4127858" y="1061110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0056E67-120D-07F3-72C6-43F59AD2C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858" y="1061110"/>
                <a:ext cx="215636" cy="261610"/>
              </a:xfrm>
              <a:prstGeom prst="rect">
                <a:avLst/>
              </a:prstGeom>
              <a:blipFill>
                <a:blip r:embed="rId23"/>
                <a:stretch>
                  <a:fillRect l="-33333" r="-5556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F97CC89-AB4B-0EB0-5B47-C0A455A0578F}"/>
                  </a:ext>
                </a:extLst>
              </p:cNvPr>
              <p:cNvSpPr txBox="1"/>
              <p:nvPr/>
            </p:nvSpPr>
            <p:spPr>
              <a:xfrm>
                <a:off x="4127152" y="1361842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F97CC89-AB4B-0EB0-5B47-C0A455A05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152" y="1361842"/>
                <a:ext cx="220701" cy="261610"/>
              </a:xfrm>
              <a:prstGeom prst="rect">
                <a:avLst/>
              </a:prstGeom>
              <a:blipFill>
                <a:blip r:embed="rId24"/>
                <a:stretch>
                  <a:fillRect l="-33333" r="-833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D186853-20E3-2350-BB01-9694450580E9}"/>
                  </a:ext>
                </a:extLst>
              </p:cNvPr>
              <p:cNvSpPr txBox="1"/>
              <p:nvPr/>
            </p:nvSpPr>
            <p:spPr>
              <a:xfrm>
                <a:off x="2540818" y="1658282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D186853-20E3-2350-BB01-969445058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818" y="1658282"/>
                <a:ext cx="220701" cy="261610"/>
              </a:xfrm>
              <a:prstGeom prst="rect">
                <a:avLst/>
              </a:prstGeom>
              <a:blipFill>
                <a:blip r:embed="rId25"/>
                <a:stretch>
                  <a:fillRect l="-33333" r="-5556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541C8ED1-3667-2FCB-5E78-87E5FF5607C3}"/>
              </a:ext>
            </a:extLst>
          </p:cNvPr>
          <p:cNvSpPr/>
          <p:nvPr/>
        </p:nvSpPr>
        <p:spPr>
          <a:xfrm>
            <a:off x="4537993" y="5798307"/>
            <a:ext cx="539642" cy="757334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FA52DD4F-76F9-BB19-D2E5-5480752CCB5B}"/>
              </a:ext>
            </a:extLst>
          </p:cNvPr>
          <p:cNvSpPr/>
          <p:nvPr/>
        </p:nvSpPr>
        <p:spPr>
          <a:xfrm>
            <a:off x="3784621" y="5802231"/>
            <a:ext cx="539642" cy="753410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AF1C8846-ED37-E4CE-0A62-48514ADD53B0}"/>
              </a:ext>
            </a:extLst>
          </p:cNvPr>
          <p:cNvSpPr/>
          <p:nvPr/>
        </p:nvSpPr>
        <p:spPr>
          <a:xfrm>
            <a:off x="2999357" y="5805094"/>
            <a:ext cx="539642" cy="7505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C4CFED1-E6DA-CA18-EBC1-E0CA0361A415}"/>
              </a:ext>
            </a:extLst>
          </p:cNvPr>
          <p:cNvCxnSpPr>
            <a:cxnSpLocks/>
          </p:cNvCxnSpPr>
          <p:nvPr/>
        </p:nvCxnSpPr>
        <p:spPr>
          <a:xfrm>
            <a:off x="3539772" y="6179303"/>
            <a:ext cx="245504" cy="109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64E40C3-753D-5C75-E32B-C3624EF69940}"/>
              </a:ext>
            </a:extLst>
          </p:cNvPr>
          <p:cNvCxnSpPr>
            <a:cxnSpLocks/>
          </p:cNvCxnSpPr>
          <p:nvPr/>
        </p:nvCxnSpPr>
        <p:spPr>
          <a:xfrm>
            <a:off x="1725805" y="4124438"/>
            <a:ext cx="1393" cy="2397322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B189DE1-DE21-383F-61FD-382F5D0EBB89}"/>
              </a:ext>
            </a:extLst>
          </p:cNvPr>
          <p:cNvCxnSpPr/>
          <p:nvPr/>
        </p:nvCxnSpPr>
        <p:spPr>
          <a:xfrm flipV="1">
            <a:off x="2503581" y="52946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226BE52-7078-17C2-5178-0A0B7829558E}"/>
              </a:ext>
            </a:extLst>
          </p:cNvPr>
          <p:cNvCxnSpPr>
            <a:cxnSpLocks/>
          </p:cNvCxnSpPr>
          <p:nvPr/>
        </p:nvCxnSpPr>
        <p:spPr>
          <a:xfrm flipV="1">
            <a:off x="4051643" y="52946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1F173E9-909C-7E4A-2FAB-0136ABDCA0E1}"/>
              </a:ext>
            </a:extLst>
          </p:cNvPr>
          <p:cNvCxnSpPr>
            <a:cxnSpLocks/>
          </p:cNvCxnSpPr>
          <p:nvPr/>
        </p:nvCxnSpPr>
        <p:spPr>
          <a:xfrm flipV="1">
            <a:off x="3277112" y="52946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FA13A1B-0452-EBA8-2277-11AF2FD3CBEB}"/>
              </a:ext>
            </a:extLst>
          </p:cNvPr>
          <p:cNvCxnSpPr>
            <a:cxnSpLocks/>
          </p:cNvCxnSpPr>
          <p:nvPr/>
        </p:nvCxnSpPr>
        <p:spPr>
          <a:xfrm flipV="1">
            <a:off x="4809384" y="52946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3C6B771-3C5B-C8E7-88D4-56D4A7AD2CC9}"/>
                  </a:ext>
                </a:extLst>
              </p:cNvPr>
              <p:cNvSpPr txBox="1"/>
              <p:nvPr/>
            </p:nvSpPr>
            <p:spPr>
              <a:xfrm>
                <a:off x="1001606" y="4356474"/>
                <a:ext cx="31777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3C6B771-3C5B-C8E7-88D4-56D4A7AD2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606" y="4356474"/>
                <a:ext cx="317779" cy="338554"/>
              </a:xfrm>
              <a:prstGeom prst="rect">
                <a:avLst/>
              </a:prstGeom>
              <a:blipFill>
                <a:blip r:embed="rId26"/>
                <a:stretch>
                  <a:fillRect l="-11538" r="-5769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0774FC7-598F-0FBC-704C-85A6A758CE24}"/>
                  </a:ext>
                </a:extLst>
              </p:cNvPr>
              <p:cNvSpPr txBox="1"/>
              <p:nvPr/>
            </p:nvSpPr>
            <p:spPr>
              <a:xfrm>
                <a:off x="997933" y="4654351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0774FC7-598F-0FBC-704C-85A6A758C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33" y="4654351"/>
                <a:ext cx="324320" cy="338554"/>
              </a:xfrm>
              <a:prstGeom prst="rect">
                <a:avLst/>
              </a:prstGeom>
              <a:blipFill>
                <a:blip r:embed="rId27"/>
                <a:stretch>
                  <a:fillRect l="-13208" r="-5660" b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1AE36B7-0ABA-DC87-4EC5-287D1731E236}"/>
                  </a:ext>
                </a:extLst>
              </p:cNvPr>
              <p:cNvSpPr txBox="1"/>
              <p:nvPr/>
            </p:nvSpPr>
            <p:spPr>
              <a:xfrm>
                <a:off x="1000126" y="4957891"/>
                <a:ext cx="32432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2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1AE36B7-0ABA-DC87-4EC5-287D1731E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26" y="4957891"/>
                <a:ext cx="324320" cy="338554"/>
              </a:xfrm>
              <a:prstGeom prst="rect">
                <a:avLst/>
              </a:prstGeom>
              <a:blipFill>
                <a:blip r:embed="rId28"/>
                <a:stretch>
                  <a:fillRect l="-11321" r="-566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766B6BB-0832-B1F0-549F-54DBF20C1E9F}"/>
                  </a:ext>
                </a:extLst>
              </p:cNvPr>
              <p:cNvSpPr txBox="1"/>
              <p:nvPr/>
            </p:nvSpPr>
            <p:spPr>
              <a:xfrm>
                <a:off x="2398023" y="5382644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766B6BB-0832-B1F0-549F-54DBF20C1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023" y="5382644"/>
                <a:ext cx="200375" cy="307777"/>
              </a:xfrm>
              <a:prstGeom prst="rect">
                <a:avLst/>
              </a:prstGeom>
              <a:blipFill>
                <a:blip r:embed="rId29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9757536-4C5F-5AF7-2332-394A640D53FC}"/>
                  </a:ext>
                </a:extLst>
              </p:cNvPr>
              <p:cNvSpPr txBox="1"/>
              <p:nvPr/>
            </p:nvSpPr>
            <p:spPr>
              <a:xfrm>
                <a:off x="3171943" y="5382644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9757536-4C5F-5AF7-2332-394A640D5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43" y="5382644"/>
                <a:ext cx="200375" cy="307777"/>
              </a:xfrm>
              <a:prstGeom prst="rect">
                <a:avLst/>
              </a:prstGeom>
              <a:blipFill>
                <a:blip r:embed="rId30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6241062-1AE9-438E-68A7-9CA463D3FFB0}"/>
                  </a:ext>
                </a:extLst>
              </p:cNvPr>
              <p:cNvSpPr txBox="1"/>
              <p:nvPr/>
            </p:nvSpPr>
            <p:spPr>
              <a:xfrm>
                <a:off x="3933299" y="5382644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06241062-1AE9-438E-68A7-9CA463D3F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299" y="5382644"/>
                <a:ext cx="200375" cy="307777"/>
              </a:xfrm>
              <a:prstGeom prst="rect">
                <a:avLst/>
              </a:prstGeom>
              <a:blipFill>
                <a:blip r:embed="rId31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CA54790-BE08-B42B-CD38-F58EFF2F43E0}"/>
                  </a:ext>
                </a:extLst>
              </p:cNvPr>
              <p:cNvSpPr txBox="1"/>
              <p:nvPr/>
            </p:nvSpPr>
            <p:spPr>
              <a:xfrm>
                <a:off x="4716586" y="5382644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CA54790-BE08-B42B-CD38-F58EFF2F4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586" y="5382644"/>
                <a:ext cx="200375" cy="307777"/>
              </a:xfrm>
              <a:prstGeom prst="rect">
                <a:avLst/>
              </a:prstGeom>
              <a:blipFill>
                <a:blip r:embed="rId32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E0802690-7B40-FA75-DC70-BBBB5B3E9C2E}"/>
                  </a:ext>
                </a:extLst>
              </p:cNvPr>
              <p:cNvSpPr txBox="1"/>
              <p:nvPr/>
            </p:nvSpPr>
            <p:spPr>
              <a:xfrm>
                <a:off x="2991010" y="5811952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E0802690-7B40-FA75-DC70-BBBB5B3E9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010" y="5811952"/>
                <a:ext cx="560987" cy="73674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2D97762-35DB-6437-9F2B-E027E69AED6C}"/>
                  </a:ext>
                </a:extLst>
              </p:cNvPr>
              <p:cNvSpPr txBox="1"/>
              <p:nvPr/>
            </p:nvSpPr>
            <p:spPr>
              <a:xfrm>
                <a:off x="3775791" y="5811952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2D97762-35DB-6437-9F2B-E027E69AE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791" y="5811952"/>
                <a:ext cx="560987" cy="73674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577B901-09DD-3AFF-90B5-BD2922A12844}"/>
                  </a:ext>
                </a:extLst>
              </p:cNvPr>
              <p:cNvSpPr txBox="1"/>
              <p:nvPr/>
            </p:nvSpPr>
            <p:spPr>
              <a:xfrm>
                <a:off x="4531031" y="5811952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577B901-09DD-3AFF-90B5-BD2922A12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031" y="5811952"/>
                <a:ext cx="560987" cy="73674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6092183-96C3-A2EA-C1CD-88ABEEA6804E}"/>
              </a:ext>
            </a:extLst>
          </p:cNvPr>
          <p:cNvCxnSpPr>
            <a:cxnSpLocks/>
          </p:cNvCxnSpPr>
          <p:nvPr/>
        </p:nvCxnSpPr>
        <p:spPr>
          <a:xfrm flipV="1">
            <a:off x="4335193" y="6179304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6958714-5128-C77C-2F82-2B352CA4DC46}"/>
              </a:ext>
            </a:extLst>
          </p:cNvPr>
          <p:cNvCxnSpPr>
            <a:cxnSpLocks/>
          </p:cNvCxnSpPr>
          <p:nvPr/>
        </p:nvCxnSpPr>
        <p:spPr>
          <a:xfrm flipV="1">
            <a:off x="5115676" y="6179304"/>
            <a:ext cx="198000" cy="537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B22FFB3-024F-08C3-5021-7917CE4A2F20}"/>
                  </a:ext>
                </a:extLst>
              </p:cNvPr>
              <p:cNvSpPr txBox="1"/>
              <p:nvPr/>
            </p:nvSpPr>
            <p:spPr>
              <a:xfrm>
                <a:off x="997921" y="5742264"/>
                <a:ext cx="288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B22FFB3-024F-08C3-5021-7917CE4A2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21" y="5742264"/>
                <a:ext cx="288412" cy="307777"/>
              </a:xfrm>
              <a:prstGeom prst="rect">
                <a:avLst/>
              </a:prstGeom>
              <a:blipFill>
                <a:blip r:embed="rId36"/>
                <a:stretch>
                  <a:fillRect l="-12766" r="-6383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A4B977-C286-405F-E57D-75BBE15F4241}"/>
                  </a:ext>
                </a:extLst>
              </p:cNvPr>
              <p:cNvSpPr txBox="1"/>
              <p:nvPr/>
            </p:nvSpPr>
            <p:spPr>
              <a:xfrm>
                <a:off x="998405" y="5990679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A4B977-C286-405F-E57D-75BBE15F4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05" y="5990679"/>
                <a:ext cx="294376" cy="307777"/>
              </a:xfrm>
              <a:prstGeom prst="rect">
                <a:avLst/>
              </a:prstGeom>
              <a:blipFill>
                <a:blip r:embed="rId37"/>
                <a:stretch>
                  <a:fillRect l="-12500" r="-625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FD307203-ECBA-B214-4D66-18B277E4B2FF}"/>
                  </a:ext>
                </a:extLst>
              </p:cNvPr>
              <p:cNvSpPr txBox="1"/>
              <p:nvPr/>
            </p:nvSpPr>
            <p:spPr>
              <a:xfrm>
                <a:off x="997959" y="6242706"/>
                <a:ext cx="294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FD307203-ECBA-B214-4D66-18B277E4B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59" y="6242706"/>
                <a:ext cx="294376" cy="307777"/>
              </a:xfrm>
              <a:prstGeom prst="rect">
                <a:avLst/>
              </a:prstGeom>
              <a:blipFill>
                <a:blip r:embed="rId38"/>
                <a:stretch>
                  <a:fillRect l="-12500" r="-6250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TextBox 142">
            <a:extLst>
              <a:ext uri="{FF2B5EF4-FFF2-40B4-BE49-F238E27FC236}">
                <a16:creationId xmlns:a16="http://schemas.microsoft.com/office/drawing/2014/main" id="{69197699-8A6E-EDFD-31AF-0A6FADDA5948}"/>
              </a:ext>
            </a:extLst>
          </p:cNvPr>
          <p:cNvSpPr txBox="1"/>
          <p:nvPr/>
        </p:nvSpPr>
        <p:spPr>
          <a:xfrm>
            <a:off x="994942" y="4015801"/>
            <a:ext cx="1497298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RU" sz="1600" b="1" dirty="0"/>
              <a:t>GEDF Schedule B:    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A3E29A71-2EA5-7C3C-A20E-C3907767FDBF}"/>
              </a:ext>
            </a:extLst>
          </p:cNvPr>
          <p:cNvSpPr/>
          <p:nvPr/>
        </p:nvSpPr>
        <p:spPr>
          <a:xfrm>
            <a:off x="1459677" y="5804916"/>
            <a:ext cx="539642" cy="747851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F60D892-E35B-7087-E0D5-0AFA7CB442EE}"/>
                  </a:ext>
                </a:extLst>
              </p:cNvPr>
              <p:cNvSpPr txBox="1"/>
              <p:nvPr/>
            </p:nvSpPr>
            <p:spPr>
              <a:xfrm>
                <a:off x="1449742" y="5811952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F60D892-E35B-7087-E0D5-0AFA7CB44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742" y="5811952"/>
                <a:ext cx="560987" cy="73674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E39DB6B-6B45-E8BA-CD1D-AEFD7F577ED6}"/>
                  </a:ext>
                </a:extLst>
              </p:cNvPr>
              <p:cNvSpPr txBox="1"/>
              <p:nvPr/>
            </p:nvSpPr>
            <p:spPr>
              <a:xfrm>
                <a:off x="1635777" y="5382644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E39DB6B-6B45-E8BA-CD1D-AEFD7F577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77" y="5382644"/>
                <a:ext cx="200375" cy="307777"/>
              </a:xfrm>
              <a:prstGeom prst="rect">
                <a:avLst/>
              </a:prstGeom>
              <a:blipFill>
                <a:blip r:embed="rId40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CB94B061-EB3F-1C33-2551-51F51EBD6711}"/>
              </a:ext>
            </a:extLst>
          </p:cNvPr>
          <p:cNvSpPr/>
          <p:nvPr/>
        </p:nvSpPr>
        <p:spPr>
          <a:xfrm>
            <a:off x="2226247" y="5806495"/>
            <a:ext cx="539642" cy="752948"/>
          </a:xfrm>
          <a:prstGeom prst="round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F087D14-DA7C-C945-EF96-D6097D6EDEE6}"/>
                  </a:ext>
                </a:extLst>
              </p:cNvPr>
              <p:cNvSpPr txBox="1"/>
              <p:nvPr/>
            </p:nvSpPr>
            <p:spPr>
              <a:xfrm>
                <a:off x="2217899" y="5811952"/>
                <a:ext cx="56098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F087D14-DA7C-C945-EF96-D6097D6ED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899" y="5811952"/>
                <a:ext cx="560987" cy="73674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Rectangle 159">
            <a:extLst>
              <a:ext uri="{FF2B5EF4-FFF2-40B4-BE49-F238E27FC236}">
                <a16:creationId xmlns:a16="http://schemas.microsoft.com/office/drawing/2014/main" id="{75BD360D-FEB2-C3C4-95EA-1CEC7734C37E}"/>
              </a:ext>
            </a:extLst>
          </p:cNvPr>
          <p:cNvSpPr/>
          <p:nvPr/>
        </p:nvSpPr>
        <p:spPr>
          <a:xfrm flipH="1">
            <a:off x="1732355" y="4998175"/>
            <a:ext cx="1520392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F9BCBD3-E9ED-51B0-FDCA-B6B9F2642613}"/>
              </a:ext>
            </a:extLst>
          </p:cNvPr>
          <p:cNvCxnSpPr>
            <a:cxnSpLocks/>
          </p:cNvCxnSpPr>
          <p:nvPr/>
        </p:nvCxnSpPr>
        <p:spPr>
          <a:xfrm flipV="1">
            <a:off x="1728778" y="5000785"/>
            <a:ext cx="0" cy="29382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12E2B53-C62B-4EFA-7959-04436B2F2FA8}"/>
              </a:ext>
            </a:extLst>
          </p:cNvPr>
          <p:cNvSpPr/>
          <p:nvPr/>
        </p:nvSpPr>
        <p:spPr>
          <a:xfrm flipH="1">
            <a:off x="3281672" y="4409078"/>
            <a:ext cx="766247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7FB57C2-39EB-7C03-C4B1-7807D6ED9CF2}"/>
              </a:ext>
            </a:extLst>
          </p:cNvPr>
          <p:cNvCxnSpPr>
            <a:cxnSpLocks/>
          </p:cNvCxnSpPr>
          <p:nvPr/>
        </p:nvCxnSpPr>
        <p:spPr>
          <a:xfrm flipV="1">
            <a:off x="3274011" y="4396899"/>
            <a:ext cx="0" cy="296886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55381A14-3055-8987-62AC-7FD83446DB7C}"/>
              </a:ext>
            </a:extLst>
          </p:cNvPr>
          <p:cNvCxnSpPr>
            <a:cxnSpLocks/>
          </p:cNvCxnSpPr>
          <p:nvPr/>
        </p:nvCxnSpPr>
        <p:spPr>
          <a:xfrm>
            <a:off x="4050928" y="4399562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3F9C077-0537-0A97-D297-FD8B46A950E6}"/>
              </a:ext>
            </a:extLst>
          </p:cNvPr>
          <p:cNvCxnSpPr>
            <a:cxnSpLocks/>
          </p:cNvCxnSpPr>
          <p:nvPr/>
        </p:nvCxnSpPr>
        <p:spPr>
          <a:xfrm>
            <a:off x="3266111" y="4400773"/>
            <a:ext cx="790096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5986501C-EC69-075B-97CE-CEAA8AEEACC0}"/>
              </a:ext>
            </a:extLst>
          </p:cNvPr>
          <p:cNvSpPr txBox="1"/>
          <p:nvPr/>
        </p:nvSpPr>
        <p:spPr>
          <a:xfrm>
            <a:off x="5273020" y="5930317"/>
            <a:ext cx="372218" cy="418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117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3CC0778E-854B-F412-C31B-7AE22D5F465F}"/>
                  </a:ext>
                </a:extLst>
              </p:cNvPr>
              <p:cNvSpPr txBox="1"/>
              <p:nvPr/>
            </p:nvSpPr>
            <p:spPr>
              <a:xfrm>
                <a:off x="5605871" y="531048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3CC0778E-854B-F412-C31B-7AE22D5F4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871" y="5310480"/>
                <a:ext cx="231602" cy="430887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Rectangle 182">
            <a:extLst>
              <a:ext uri="{FF2B5EF4-FFF2-40B4-BE49-F238E27FC236}">
                <a16:creationId xmlns:a16="http://schemas.microsoft.com/office/drawing/2014/main" id="{9EA3F6C5-7867-8B2A-290A-222F3D4C866F}"/>
              </a:ext>
            </a:extLst>
          </p:cNvPr>
          <p:cNvSpPr/>
          <p:nvPr/>
        </p:nvSpPr>
        <p:spPr>
          <a:xfrm flipH="1">
            <a:off x="3265290" y="4703397"/>
            <a:ext cx="1547236" cy="28975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59750AAE-A9E0-EA21-4E87-935D1D7E264F}"/>
              </a:ext>
            </a:extLst>
          </p:cNvPr>
          <p:cNvCxnSpPr>
            <a:cxnSpLocks/>
          </p:cNvCxnSpPr>
          <p:nvPr/>
        </p:nvCxnSpPr>
        <p:spPr>
          <a:xfrm flipV="1">
            <a:off x="3270059" y="4699116"/>
            <a:ext cx="0" cy="28493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C17E008D-71CD-0487-2426-316D80BE3515}"/>
              </a:ext>
            </a:extLst>
          </p:cNvPr>
          <p:cNvCxnSpPr>
            <a:cxnSpLocks/>
          </p:cNvCxnSpPr>
          <p:nvPr/>
        </p:nvCxnSpPr>
        <p:spPr>
          <a:xfrm>
            <a:off x="4808049" y="4702060"/>
            <a:ext cx="0" cy="29618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>
            <a:extLst>
              <a:ext uri="{FF2B5EF4-FFF2-40B4-BE49-F238E27FC236}">
                <a16:creationId xmlns:a16="http://schemas.microsoft.com/office/drawing/2014/main" id="{FD22FCA6-210E-C1EE-41F1-3DEADD28C41A}"/>
              </a:ext>
            </a:extLst>
          </p:cNvPr>
          <p:cNvSpPr/>
          <p:nvPr/>
        </p:nvSpPr>
        <p:spPr>
          <a:xfrm flipH="1">
            <a:off x="3279720" y="5004536"/>
            <a:ext cx="761849" cy="280898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CD7F502-530B-828D-C022-713EF66B315A}"/>
              </a:ext>
            </a:extLst>
          </p:cNvPr>
          <p:cNvSpPr/>
          <p:nvPr/>
        </p:nvSpPr>
        <p:spPr>
          <a:xfrm flipH="1">
            <a:off x="4066448" y="4997748"/>
            <a:ext cx="758651" cy="2897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83E8A78-329E-C6BA-08FE-E52294D129BC}"/>
              </a:ext>
            </a:extLst>
          </p:cNvPr>
          <p:cNvGrpSpPr/>
          <p:nvPr/>
        </p:nvGrpSpPr>
        <p:grpSpPr>
          <a:xfrm>
            <a:off x="4784764" y="4408753"/>
            <a:ext cx="45719" cy="296189"/>
            <a:chOff x="3509152" y="253612"/>
            <a:chExt cx="45719" cy="296189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26D3ED9-D85C-0328-5AA5-5A414628BAAF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C3762A4-A929-2327-0F4E-BE323BE53D53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37CB6768-397E-EA6A-1143-2E3B601C06BB}"/>
              </a:ext>
            </a:extLst>
          </p:cNvPr>
          <p:cNvCxnSpPr>
            <a:cxnSpLocks/>
          </p:cNvCxnSpPr>
          <p:nvPr/>
        </p:nvCxnSpPr>
        <p:spPr>
          <a:xfrm>
            <a:off x="3270262" y="4699573"/>
            <a:ext cx="1551522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DE025E30-9FF4-C297-A887-75AD1FD7E5FD}"/>
              </a:ext>
            </a:extLst>
          </p:cNvPr>
          <p:cNvGrpSpPr/>
          <p:nvPr/>
        </p:nvGrpSpPr>
        <p:grpSpPr>
          <a:xfrm>
            <a:off x="5558552" y="5002852"/>
            <a:ext cx="45719" cy="296189"/>
            <a:chOff x="3509152" y="253612"/>
            <a:chExt cx="45719" cy="296189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C6726E76-D7F5-0C2D-829A-A6775D7CBCEE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BD37EEAB-FB87-1D12-837C-75A0D5FD209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BCA32360-3A43-CEF8-F985-67E020DAC958}"/>
              </a:ext>
            </a:extLst>
          </p:cNvPr>
          <p:cNvCxnSpPr>
            <a:cxnSpLocks/>
          </p:cNvCxnSpPr>
          <p:nvPr/>
        </p:nvCxnSpPr>
        <p:spPr>
          <a:xfrm>
            <a:off x="4807456" y="4992905"/>
            <a:ext cx="0" cy="28755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436AD6C2-D8C2-A647-D328-30C7B6908FA3}"/>
              </a:ext>
            </a:extLst>
          </p:cNvPr>
          <p:cNvCxnSpPr>
            <a:cxnSpLocks/>
            <a:endCxn id="220" idx="2"/>
          </p:cNvCxnSpPr>
          <p:nvPr/>
        </p:nvCxnSpPr>
        <p:spPr>
          <a:xfrm>
            <a:off x="1729688" y="5289858"/>
            <a:ext cx="3851723" cy="2747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9069910F-3CB8-9329-9CF8-4A966A3A30F5}"/>
              </a:ext>
            </a:extLst>
          </p:cNvPr>
          <p:cNvGrpSpPr/>
          <p:nvPr/>
        </p:nvGrpSpPr>
        <p:grpSpPr>
          <a:xfrm>
            <a:off x="5556387" y="4700266"/>
            <a:ext cx="45719" cy="296189"/>
            <a:chOff x="3509152" y="253612"/>
            <a:chExt cx="45719" cy="296189"/>
          </a:xfrm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85B65121-2A18-CEF0-8E0F-50226B65DDCF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9441C5D-6412-800E-728A-0097C2148BFC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556142EB-D788-2E99-D00E-57273781CE19}"/>
              </a:ext>
            </a:extLst>
          </p:cNvPr>
          <p:cNvCxnSpPr>
            <a:cxnSpLocks/>
          </p:cNvCxnSpPr>
          <p:nvPr/>
        </p:nvCxnSpPr>
        <p:spPr>
          <a:xfrm>
            <a:off x="2774338" y="6180321"/>
            <a:ext cx="212123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5252662B-1BA3-79FE-D244-17ABB539FAA3}"/>
              </a:ext>
            </a:extLst>
          </p:cNvPr>
          <p:cNvCxnSpPr>
            <a:cxnSpLocks/>
          </p:cNvCxnSpPr>
          <p:nvPr/>
        </p:nvCxnSpPr>
        <p:spPr>
          <a:xfrm>
            <a:off x="2003868" y="6183087"/>
            <a:ext cx="207574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AF2778F-70AF-C928-78DD-BD842320BEDC}"/>
                  </a:ext>
                </a:extLst>
              </p:cNvPr>
              <p:cNvSpPr txBox="1"/>
              <p:nvPr/>
            </p:nvSpPr>
            <p:spPr>
              <a:xfrm>
                <a:off x="3344317" y="4387567"/>
                <a:ext cx="215636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AF2778F-70AF-C928-78DD-BD842320B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317" y="4387567"/>
                <a:ext cx="215636" cy="261610"/>
              </a:xfrm>
              <a:prstGeom prst="rect">
                <a:avLst/>
              </a:prstGeom>
              <a:blipFill>
                <a:blip r:embed="rId43"/>
                <a:stretch>
                  <a:fillRect l="-34286" r="-5714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CE037CFB-D2DC-EE2B-1DF9-FE9C32A8759F}"/>
                  </a:ext>
                </a:extLst>
              </p:cNvPr>
              <p:cNvSpPr txBox="1"/>
              <p:nvPr/>
            </p:nvSpPr>
            <p:spPr>
              <a:xfrm>
                <a:off x="3343610" y="4688299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CE037CFB-D2DC-EE2B-1DF9-FE9C32A87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610" y="4688299"/>
                <a:ext cx="220701" cy="261610"/>
              </a:xfrm>
              <a:prstGeom prst="rect">
                <a:avLst/>
              </a:prstGeom>
              <a:blipFill>
                <a:blip r:embed="rId44"/>
                <a:stretch>
                  <a:fillRect l="-32432" r="-5405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C2111514-9BD3-F127-30D8-84FA6AF985AA}"/>
                  </a:ext>
                </a:extLst>
              </p:cNvPr>
              <p:cNvSpPr txBox="1"/>
              <p:nvPr/>
            </p:nvSpPr>
            <p:spPr>
              <a:xfrm>
                <a:off x="1787131" y="4984739"/>
                <a:ext cx="220701" cy="261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C2111514-9BD3-F127-30D8-84FA6AF98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131" y="4984739"/>
                <a:ext cx="220701" cy="261610"/>
              </a:xfrm>
              <a:prstGeom prst="rect">
                <a:avLst/>
              </a:prstGeom>
              <a:blipFill>
                <a:blip r:embed="rId45"/>
                <a:stretch>
                  <a:fillRect l="-33333" r="-833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27A50D12-DAC3-E042-7531-BD05C4C1A7E1}"/>
              </a:ext>
            </a:extLst>
          </p:cNvPr>
          <p:cNvCxnSpPr>
            <a:cxnSpLocks/>
          </p:cNvCxnSpPr>
          <p:nvPr/>
        </p:nvCxnSpPr>
        <p:spPr>
          <a:xfrm>
            <a:off x="1728198" y="4999733"/>
            <a:ext cx="3083010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195CCE94-B5DB-292F-90BC-A7177B3CF119}"/>
              </a:ext>
            </a:extLst>
          </p:cNvPr>
          <p:cNvCxnSpPr>
            <a:cxnSpLocks/>
          </p:cNvCxnSpPr>
          <p:nvPr/>
        </p:nvCxnSpPr>
        <p:spPr>
          <a:xfrm>
            <a:off x="716062" y="6309140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107B5B94-3A58-52CA-67C0-DCA45A1D5281}"/>
              </a:ext>
            </a:extLst>
          </p:cNvPr>
          <p:cNvCxnSpPr>
            <a:cxnSpLocks/>
          </p:cNvCxnSpPr>
          <p:nvPr/>
        </p:nvCxnSpPr>
        <p:spPr>
          <a:xfrm>
            <a:off x="714384" y="6060957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8E092252-8911-2CE0-109C-C4C334C9AAB2}"/>
                  </a:ext>
                </a:extLst>
              </p:cNvPr>
              <p:cNvSpPr txBox="1"/>
              <p:nvPr/>
            </p:nvSpPr>
            <p:spPr>
              <a:xfrm>
                <a:off x="4875527" y="4048884"/>
                <a:ext cx="1463093" cy="7155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RU" sz="15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15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5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RU" sz="1550" dirty="0"/>
                  <a:t> job violates</a:t>
                </a:r>
                <a:br>
                  <a:rPr lang="en-RU" sz="1550" dirty="0"/>
                </a:br>
                <a:r>
                  <a:rPr lang="en-RU" sz="1550" dirty="0"/>
                  <a:t>the interference</a:t>
                </a:r>
                <a:br>
                  <a:rPr lang="en-RU" sz="1550" dirty="0"/>
                </a:br>
                <a:r>
                  <a:rPr lang="en-RU" sz="1550" dirty="0"/>
                  <a:t>condition at </a:t>
                </a:r>
                <a14:m>
                  <m:oMath xmlns:m="http://schemas.openxmlformats.org/officeDocument/2006/math">
                    <m:r>
                      <a:rPr lang="en-US" sz="155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50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RU" sz="155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8E092252-8911-2CE0-109C-C4C334C9A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527" y="4048884"/>
                <a:ext cx="1463093" cy="715581"/>
              </a:xfrm>
              <a:prstGeom prst="rect">
                <a:avLst/>
              </a:prstGeom>
              <a:blipFill>
                <a:blip r:embed="rId46"/>
                <a:stretch>
                  <a:fillRect l="-8333" t="-7627" r="-3750" b="-16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4" name="Freeform 283">
            <a:extLst>
              <a:ext uri="{FF2B5EF4-FFF2-40B4-BE49-F238E27FC236}">
                <a16:creationId xmlns:a16="http://schemas.microsoft.com/office/drawing/2014/main" id="{8AA31EA2-3804-A8AE-405B-9BF880A2925F}"/>
              </a:ext>
            </a:extLst>
          </p:cNvPr>
          <p:cNvSpPr/>
          <p:nvPr/>
        </p:nvSpPr>
        <p:spPr>
          <a:xfrm>
            <a:off x="4847725" y="4770987"/>
            <a:ext cx="256528" cy="402020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286" name="Freeform 285">
            <a:extLst>
              <a:ext uri="{FF2B5EF4-FFF2-40B4-BE49-F238E27FC236}">
                <a16:creationId xmlns:a16="http://schemas.microsoft.com/office/drawing/2014/main" id="{1EE4454A-4B64-141A-51C7-3E034DF6C6C0}"/>
              </a:ext>
            </a:extLst>
          </p:cNvPr>
          <p:cNvSpPr/>
          <p:nvPr/>
        </p:nvSpPr>
        <p:spPr>
          <a:xfrm>
            <a:off x="2839214" y="2353619"/>
            <a:ext cx="3327124" cy="969251"/>
          </a:xfrm>
          <a:custGeom>
            <a:avLst/>
            <a:gdLst>
              <a:gd name="connsiteX0" fmla="*/ 3303678 w 3327124"/>
              <a:gd name="connsiteY0" fmla="*/ 23821 h 969251"/>
              <a:gd name="connsiteX1" fmla="*/ 2740971 w 3327124"/>
              <a:gd name="connsiteY1" fmla="*/ 19132 h 969251"/>
              <a:gd name="connsiteX2" fmla="*/ 2046964 w 3327124"/>
              <a:gd name="connsiteY2" fmla="*/ 9753 h 969251"/>
              <a:gd name="connsiteX3" fmla="*/ 1296688 w 3327124"/>
              <a:gd name="connsiteY3" fmla="*/ 5064 h 969251"/>
              <a:gd name="connsiteX4" fmla="*/ 860589 w 3327124"/>
              <a:gd name="connsiteY4" fmla="*/ 375 h 969251"/>
              <a:gd name="connsiteX5" fmla="*/ 480761 w 3327124"/>
              <a:gd name="connsiteY5" fmla="*/ 5064 h 969251"/>
              <a:gd name="connsiteX6" fmla="*/ 180651 w 3327124"/>
              <a:gd name="connsiteY6" fmla="*/ 42578 h 969251"/>
              <a:gd name="connsiteX7" fmla="*/ 35284 w 3327124"/>
              <a:gd name="connsiteY7" fmla="*/ 220769 h 969251"/>
              <a:gd name="connsiteX8" fmla="*/ 2460 w 3327124"/>
              <a:gd name="connsiteY8" fmla="*/ 502123 h 969251"/>
              <a:gd name="connsiteX9" fmla="*/ 11838 w 3327124"/>
              <a:gd name="connsiteY9" fmla="*/ 750652 h 969251"/>
              <a:gd name="connsiteX10" fmla="*/ 86866 w 3327124"/>
              <a:gd name="connsiteY10" fmla="*/ 910086 h 969251"/>
              <a:gd name="connsiteX11" fmla="*/ 326017 w 3327124"/>
              <a:gd name="connsiteY11" fmla="*/ 966356 h 969251"/>
              <a:gd name="connsiteX12" fmla="*/ 944995 w 3327124"/>
              <a:gd name="connsiteY12" fmla="*/ 961667 h 969251"/>
              <a:gd name="connsiteX13" fmla="*/ 1587420 w 3327124"/>
              <a:gd name="connsiteY13" fmla="*/ 952289 h 969251"/>
              <a:gd name="connsiteX14" fmla="*/ 2393968 w 3327124"/>
              <a:gd name="connsiteY14" fmla="*/ 961667 h 969251"/>
              <a:gd name="connsiteX15" fmla="*/ 2951986 w 3327124"/>
              <a:gd name="connsiteY15" fmla="*/ 952289 h 969251"/>
              <a:gd name="connsiteX16" fmla="*/ 3327124 w 3327124"/>
              <a:gd name="connsiteY16" fmla="*/ 966356 h 969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27124" h="969251">
                <a:moveTo>
                  <a:pt x="3303678" y="23821"/>
                </a:moveTo>
                <a:lnTo>
                  <a:pt x="2740971" y="19132"/>
                </a:lnTo>
                <a:lnTo>
                  <a:pt x="2046964" y="9753"/>
                </a:lnTo>
                <a:lnTo>
                  <a:pt x="1296688" y="5064"/>
                </a:lnTo>
                <a:lnTo>
                  <a:pt x="860589" y="375"/>
                </a:lnTo>
                <a:cubicBezTo>
                  <a:pt x="724601" y="375"/>
                  <a:pt x="594084" y="-1970"/>
                  <a:pt x="480761" y="5064"/>
                </a:cubicBezTo>
                <a:cubicBezTo>
                  <a:pt x="367438" y="12098"/>
                  <a:pt x="254897" y="6627"/>
                  <a:pt x="180651" y="42578"/>
                </a:cubicBezTo>
                <a:cubicBezTo>
                  <a:pt x="106405" y="78529"/>
                  <a:pt x="64982" y="144178"/>
                  <a:pt x="35284" y="220769"/>
                </a:cubicBezTo>
                <a:cubicBezTo>
                  <a:pt x="5585" y="297360"/>
                  <a:pt x="6368" y="413809"/>
                  <a:pt x="2460" y="502123"/>
                </a:cubicBezTo>
                <a:cubicBezTo>
                  <a:pt x="-1448" y="590437"/>
                  <a:pt x="-2230" y="682658"/>
                  <a:pt x="11838" y="750652"/>
                </a:cubicBezTo>
                <a:cubicBezTo>
                  <a:pt x="25906" y="818646"/>
                  <a:pt x="34503" y="874135"/>
                  <a:pt x="86866" y="910086"/>
                </a:cubicBezTo>
                <a:cubicBezTo>
                  <a:pt x="139229" y="946037"/>
                  <a:pt x="182996" y="957759"/>
                  <a:pt x="326017" y="966356"/>
                </a:cubicBezTo>
                <a:cubicBezTo>
                  <a:pt x="469038" y="974953"/>
                  <a:pt x="944995" y="961667"/>
                  <a:pt x="944995" y="961667"/>
                </a:cubicBezTo>
                <a:lnTo>
                  <a:pt x="1587420" y="952289"/>
                </a:lnTo>
                <a:cubicBezTo>
                  <a:pt x="1828915" y="952289"/>
                  <a:pt x="2166540" y="961667"/>
                  <a:pt x="2393968" y="961667"/>
                </a:cubicBezTo>
                <a:cubicBezTo>
                  <a:pt x="2621396" y="961667"/>
                  <a:pt x="2796460" y="951507"/>
                  <a:pt x="2951986" y="952289"/>
                </a:cubicBezTo>
                <a:cubicBezTo>
                  <a:pt x="3107512" y="953071"/>
                  <a:pt x="3217318" y="959713"/>
                  <a:pt x="3327124" y="966356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48B116FA-C287-E312-95E3-0A74E4176F0F}"/>
              </a:ext>
            </a:extLst>
          </p:cNvPr>
          <p:cNvCxnSpPr>
            <a:cxnSpLocks noChangeAspect="1"/>
          </p:cNvCxnSpPr>
          <p:nvPr/>
        </p:nvCxnSpPr>
        <p:spPr>
          <a:xfrm>
            <a:off x="2848674" y="3088130"/>
            <a:ext cx="212738" cy="21289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464A193A-3048-4661-D518-B3B3A20530E0}"/>
              </a:ext>
            </a:extLst>
          </p:cNvPr>
          <p:cNvCxnSpPr>
            <a:cxnSpLocks noChangeAspect="1"/>
          </p:cNvCxnSpPr>
          <p:nvPr/>
        </p:nvCxnSpPr>
        <p:spPr>
          <a:xfrm>
            <a:off x="2841956" y="2926674"/>
            <a:ext cx="387706" cy="38799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C4AFD4CE-A1E0-E979-82BB-7B57C763ED4E}"/>
              </a:ext>
            </a:extLst>
          </p:cNvPr>
          <p:cNvCxnSpPr>
            <a:cxnSpLocks noChangeAspect="1"/>
          </p:cNvCxnSpPr>
          <p:nvPr/>
        </p:nvCxnSpPr>
        <p:spPr>
          <a:xfrm>
            <a:off x="2849354" y="2772461"/>
            <a:ext cx="544899" cy="54530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E87DAE3-D0C7-E2BF-D1D0-697D7786F85A}"/>
              </a:ext>
            </a:extLst>
          </p:cNvPr>
          <p:cNvCxnSpPr>
            <a:cxnSpLocks noChangeAspect="1"/>
          </p:cNvCxnSpPr>
          <p:nvPr/>
        </p:nvCxnSpPr>
        <p:spPr>
          <a:xfrm>
            <a:off x="2865527" y="2640786"/>
            <a:ext cx="675558" cy="67606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4BE3220A-D460-5FB9-ACB3-9E3ABC934D34}"/>
              </a:ext>
            </a:extLst>
          </p:cNvPr>
          <p:cNvCxnSpPr>
            <a:cxnSpLocks noChangeAspect="1"/>
          </p:cNvCxnSpPr>
          <p:nvPr/>
        </p:nvCxnSpPr>
        <p:spPr>
          <a:xfrm>
            <a:off x="2909634" y="2516430"/>
            <a:ext cx="788200" cy="78878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1CEA3092-B27E-25AA-1F5F-B411B20462FB}"/>
              </a:ext>
            </a:extLst>
          </p:cNvPr>
          <p:cNvCxnSpPr>
            <a:cxnSpLocks noChangeAspect="1"/>
          </p:cNvCxnSpPr>
          <p:nvPr/>
        </p:nvCxnSpPr>
        <p:spPr>
          <a:xfrm>
            <a:off x="2963247" y="2435962"/>
            <a:ext cx="869919" cy="87056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97DD2B93-4F79-2CC0-6647-C184704C874A}"/>
              </a:ext>
            </a:extLst>
          </p:cNvPr>
          <p:cNvCxnSpPr>
            <a:cxnSpLocks noChangeAspect="1"/>
          </p:cNvCxnSpPr>
          <p:nvPr/>
        </p:nvCxnSpPr>
        <p:spPr>
          <a:xfrm>
            <a:off x="3046104" y="2384756"/>
            <a:ext cx="921029" cy="921715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5888A01-17B7-20E5-FDE6-B7D73BBC6261}"/>
              </a:ext>
            </a:extLst>
          </p:cNvPr>
          <p:cNvCxnSpPr>
            <a:cxnSpLocks noChangeAspect="1"/>
          </p:cNvCxnSpPr>
          <p:nvPr/>
        </p:nvCxnSpPr>
        <p:spPr>
          <a:xfrm>
            <a:off x="3185693" y="2362811"/>
            <a:ext cx="940081" cy="94078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C7350AFD-C39C-C41F-0134-F8306DC37504}"/>
              </a:ext>
            </a:extLst>
          </p:cNvPr>
          <p:cNvCxnSpPr>
            <a:cxnSpLocks noChangeAspect="1"/>
          </p:cNvCxnSpPr>
          <p:nvPr/>
        </p:nvCxnSpPr>
        <p:spPr>
          <a:xfrm>
            <a:off x="3333705" y="2366467"/>
            <a:ext cx="938373" cy="939069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D086D15C-53CC-4839-DF48-552398133D5B}"/>
              </a:ext>
            </a:extLst>
          </p:cNvPr>
          <p:cNvCxnSpPr>
            <a:cxnSpLocks noChangeAspect="1"/>
          </p:cNvCxnSpPr>
          <p:nvPr/>
        </p:nvCxnSpPr>
        <p:spPr>
          <a:xfrm>
            <a:off x="3469121" y="2350161"/>
            <a:ext cx="945602" cy="94630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C6FFA9A-3B35-AA9E-A9A1-8EA183C56839}"/>
              </a:ext>
            </a:extLst>
          </p:cNvPr>
          <p:cNvCxnSpPr>
            <a:cxnSpLocks noChangeAspect="1"/>
          </p:cNvCxnSpPr>
          <p:nvPr/>
        </p:nvCxnSpPr>
        <p:spPr>
          <a:xfrm>
            <a:off x="3635968" y="2355495"/>
            <a:ext cx="950269" cy="95097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E8274D0D-8865-5A4A-F40F-FEB439B2CC74}"/>
              </a:ext>
            </a:extLst>
          </p:cNvPr>
          <p:cNvCxnSpPr>
            <a:cxnSpLocks noChangeAspect="1"/>
          </p:cNvCxnSpPr>
          <p:nvPr/>
        </p:nvCxnSpPr>
        <p:spPr>
          <a:xfrm>
            <a:off x="3780325" y="2355495"/>
            <a:ext cx="950272" cy="95097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1F5B48-D80D-4159-2E3A-3C7BF215AC3F}"/>
              </a:ext>
            </a:extLst>
          </p:cNvPr>
          <p:cNvCxnSpPr>
            <a:cxnSpLocks/>
          </p:cNvCxnSpPr>
          <p:nvPr/>
        </p:nvCxnSpPr>
        <p:spPr>
          <a:xfrm>
            <a:off x="722488" y="2718131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B8FFC9-CDE8-7198-27D9-600DF2857851}"/>
              </a:ext>
            </a:extLst>
          </p:cNvPr>
          <p:cNvCxnSpPr>
            <a:cxnSpLocks/>
          </p:cNvCxnSpPr>
          <p:nvPr/>
        </p:nvCxnSpPr>
        <p:spPr>
          <a:xfrm>
            <a:off x="723886" y="2958744"/>
            <a:ext cx="810000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7926E17D-F956-E0B8-C161-BE6EE8B83893}"/>
              </a:ext>
            </a:extLst>
          </p:cNvPr>
          <p:cNvCxnSpPr>
            <a:cxnSpLocks noChangeAspect="1"/>
          </p:cNvCxnSpPr>
          <p:nvPr/>
        </p:nvCxnSpPr>
        <p:spPr>
          <a:xfrm>
            <a:off x="3933631" y="2350539"/>
            <a:ext cx="969840" cy="970562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B440E159-B282-49D0-E5BD-4F9EEA2456CE}"/>
              </a:ext>
            </a:extLst>
          </p:cNvPr>
          <p:cNvCxnSpPr>
            <a:cxnSpLocks noChangeAspect="1"/>
          </p:cNvCxnSpPr>
          <p:nvPr/>
        </p:nvCxnSpPr>
        <p:spPr>
          <a:xfrm>
            <a:off x="4103755" y="2359153"/>
            <a:ext cx="951048" cy="951755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58C52475-FA80-24F5-21DD-77806B4E6228}"/>
              </a:ext>
            </a:extLst>
          </p:cNvPr>
          <p:cNvCxnSpPr>
            <a:cxnSpLocks noChangeAspect="1"/>
          </p:cNvCxnSpPr>
          <p:nvPr/>
        </p:nvCxnSpPr>
        <p:spPr>
          <a:xfrm>
            <a:off x="4248114" y="2359152"/>
            <a:ext cx="953927" cy="95463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EAC5783D-5C18-A892-F650-5E48507126C9}"/>
              </a:ext>
            </a:extLst>
          </p:cNvPr>
          <p:cNvCxnSpPr>
            <a:cxnSpLocks noChangeAspect="1"/>
          </p:cNvCxnSpPr>
          <p:nvPr/>
        </p:nvCxnSpPr>
        <p:spPr>
          <a:xfrm>
            <a:off x="4400093" y="2359421"/>
            <a:ext cx="943661" cy="94436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B6757B03-B107-E03A-4F5D-5AD48FC10185}"/>
              </a:ext>
            </a:extLst>
          </p:cNvPr>
          <p:cNvCxnSpPr>
            <a:cxnSpLocks noChangeAspect="1"/>
          </p:cNvCxnSpPr>
          <p:nvPr/>
        </p:nvCxnSpPr>
        <p:spPr>
          <a:xfrm>
            <a:off x="4561342" y="2359152"/>
            <a:ext cx="953924" cy="95463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8C050E8C-E3AD-D2E2-534A-246CEAE810C7}"/>
              </a:ext>
            </a:extLst>
          </p:cNvPr>
          <p:cNvCxnSpPr>
            <a:cxnSpLocks noChangeAspect="1"/>
          </p:cNvCxnSpPr>
          <p:nvPr/>
        </p:nvCxnSpPr>
        <p:spPr>
          <a:xfrm>
            <a:off x="4705700" y="2359153"/>
            <a:ext cx="937978" cy="938673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B654B08C-3286-81B2-BF8B-A06C451F2FA5}"/>
              </a:ext>
            </a:extLst>
          </p:cNvPr>
          <p:cNvCxnSpPr>
            <a:cxnSpLocks noChangeAspect="1"/>
          </p:cNvCxnSpPr>
          <p:nvPr/>
        </p:nvCxnSpPr>
        <p:spPr>
          <a:xfrm>
            <a:off x="4864092" y="2359761"/>
            <a:ext cx="944177" cy="94488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654A08B-3A8F-DA8E-DAEB-BF148EA5A294}"/>
              </a:ext>
            </a:extLst>
          </p:cNvPr>
          <p:cNvCxnSpPr>
            <a:cxnSpLocks noChangeAspect="1"/>
          </p:cNvCxnSpPr>
          <p:nvPr/>
        </p:nvCxnSpPr>
        <p:spPr>
          <a:xfrm>
            <a:off x="5028656" y="2362810"/>
            <a:ext cx="950270" cy="95097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6B79633C-FB1F-20A7-B859-BBC05849FD81}"/>
              </a:ext>
            </a:extLst>
          </p:cNvPr>
          <p:cNvCxnSpPr>
            <a:cxnSpLocks noChangeAspect="1"/>
          </p:cNvCxnSpPr>
          <p:nvPr/>
        </p:nvCxnSpPr>
        <p:spPr>
          <a:xfrm>
            <a:off x="5173015" y="2362811"/>
            <a:ext cx="953466" cy="954173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0ECCF4BA-C0DD-5E24-841B-25D9E6A0515D}"/>
              </a:ext>
            </a:extLst>
          </p:cNvPr>
          <p:cNvCxnSpPr>
            <a:cxnSpLocks noChangeAspect="1"/>
          </p:cNvCxnSpPr>
          <p:nvPr/>
        </p:nvCxnSpPr>
        <p:spPr>
          <a:xfrm>
            <a:off x="5328379" y="2366468"/>
            <a:ext cx="879760" cy="880415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77AC1250-2AA4-6CE0-35CF-E022B32EF747}"/>
              </a:ext>
            </a:extLst>
          </p:cNvPr>
          <p:cNvCxnSpPr>
            <a:cxnSpLocks noChangeAspect="1"/>
          </p:cNvCxnSpPr>
          <p:nvPr/>
        </p:nvCxnSpPr>
        <p:spPr>
          <a:xfrm>
            <a:off x="5493715" y="2370289"/>
            <a:ext cx="702259" cy="70278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6FEF3E9F-6BD8-2C02-DB35-0916AD223538}"/>
              </a:ext>
            </a:extLst>
          </p:cNvPr>
          <p:cNvCxnSpPr>
            <a:cxnSpLocks noChangeAspect="1"/>
          </p:cNvCxnSpPr>
          <p:nvPr/>
        </p:nvCxnSpPr>
        <p:spPr>
          <a:xfrm>
            <a:off x="5637911" y="2370125"/>
            <a:ext cx="558064" cy="558478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775D38C-2175-2E45-DBCD-BF33136EE5FD}"/>
              </a:ext>
            </a:extLst>
          </p:cNvPr>
          <p:cNvCxnSpPr>
            <a:cxnSpLocks noChangeAspect="1"/>
          </p:cNvCxnSpPr>
          <p:nvPr/>
        </p:nvCxnSpPr>
        <p:spPr>
          <a:xfrm>
            <a:off x="5791850" y="2370428"/>
            <a:ext cx="387115" cy="387402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6381A25B-8572-0C9C-ACCD-D78ABF36F8A0}"/>
              </a:ext>
            </a:extLst>
          </p:cNvPr>
          <p:cNvCxnSpPr>
            <a:cxnSpLocks noChangeAspect="1"/>
          </p:cNvCxnSpPr>
          <p:nvPr/>
        </p:nvCxnSpPr>
        <p:spPr>
          <a:xfrm>
            <a:off x="5947258" y="2374129"/>
            <a:ext cx="226771" cy="22694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427A3A3A-7E13-0452-5665-CE030086C5F3}"/>
              </a:ext>
            </a:extLst>
          </p:cNvPr>
          <p:cNvCxnSpPr>
            <a:cxnSpLocks noChangeAspect="1"/>
          </p:cNvCxnSpPr>
          <p:nvPr/>
        </p:nvCxnSpPr>
        <p:spPr>
          <a:xfrm>
            <a:off x="6115508" y="2380865"/>
            <a:ext cx="65837" cy="6588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Freeform 419">
            <a:extLst>
              <a:ext uri="{FF2B5EF4-FFF2-40B4-BE49-F238E27FC236}">
                <a16:creationId xmlns:a16="http://schemas.microsoft.com/office/drawing/2014/main" id="{B120AD64-B37A-D7DD-83A0-B46791AFB8FD}"/>
              </a:ext>
            </a:extLst>
          </p:cNvPr>
          <p:cNvSpPr/>
          <p:nvPr/>
        </p:nvSpPr>
        <p:spPr>
          <a:xfrm>
            <a:off x="4392485" y="5695362"/>
            <a:ext cx="1072046" cy="979164"/>
          </a:xfrm>
          <a:custGeom>
            <a:avLst/>
            <a:gdLst>
              <a:gd name="connsiteX0" fmla="*/ 3303678 w 3327124"/>
              <a:gd name="connsiteY0" fmla="*/ 23821 h 969251"/>
              <a:gd name="connsiteX1" fmla="*/ 2740971 w 3327124"/>
              <a:gd name="connsiteY1" fmla="*/ 19132 h 969251"/>
              <a:gd name="connsiteX2" fmla="*/ 2046964 w 3327124"/>
              <a:gd name="connsiteY2" fmla="*/ 9753 h 969251"/>
              <a:gd name="connsiteX3" fmla="*/ 1296688 w 3327124"/>
              <a:gd name="connsiteY3" fmla="*/ 5064 h 969251"/>
              <a:gd name="connsiteX4" fmla="*/ 860589 w 3327124"/>
              <a:gd name="connsiteY4" fmla="*/ 375 h 969251"/>
              <a:gd name="connsiteX5" fmla="*/ 480761 w 3327124"/>
              <a:gd name="connsiteY5" fmla="*/ 5064 h 969251"/>
              <a:gd name="connsiteX6" fmla="*/ 180651 w 3327124"/>
              <a:gd name="connsiteY6" fmla="*/ 42578 h 969251"/>
              <a:gd name="connsiteX7" fmla="*/ 35284 w 3327124"/>
              <a:gd name="connsiteY7" fmla="*/ 220769 h 969251"/>
              <a:gd name="connsiteX8" fmla="*/ 2460 w 3327124"/>
              <a:gd name="connsiteY8" fmla="*/ 502123 h 969251"/>
              <a:gd name="connsiteX9" fmla="*/ 11838 w 3327124"/>
              <a:gd name="connsiteY9" fmla="*/ 750652 h 969251"/>
              <a:gd name="connsiteX10" fmla="*/ 86866 w 3327124"/>
              <a:gd name="connsiteY10" fmla="*/ 910086 h 969251"/>
              <a:gd name="connsiteX11" fmla="*/ 326017 w 3327124"/>
              <a:gd name="connsiteY11" fmla="*/ 966356 h 969251"/>
              <a:gd name="connsiteX12" fmla="*/ 944995 w 3327124"/>
              <a:gd name="connsiteY12" fmla="*/ 961667 h 969251"/>
              <a:gd name="connsiteX13" fmla="*/ 1587420 w 3327124"/>
              <a:gd name="connsiteY13" fmla="*/ 952289 h 969251"/>
              <a:gd name="connsiteX14" fmla="*/ 2393968 w 3327124"/>
              <a:gd name="connsiteY14" fmla="*/ 961667 h 969251"/>
              <a:gd name="connsiteX15" fmla="*/ 2951986 w 3327124"/>
              <a:gd name="connsiteY15" fmla="*/ 952289 h 969251"/>
              <a:gd name="connsiteX16" fmla="*/ 3327124 w 3327124"/>
              <a:gd name="connsiteY16" fmla="*/ 966356 h 969251"/>
              <a:gd name="connsiteX0" fmla="*/ 3313602 w 3337048"/>
              <a:gd name="connsiteY0" fmla="*/ 36393 h 981823"/>
              <a:gd name="connsiteX1" fmla="*/ 2750895 w 3337048"/>
              <a:gd name="connsiteY1" fmla="*/ 31704 h 981823"/>
              <a:gd name="connsiteX2" fmla="*/ 2056888 w 3337048"/>
              <a:gd name="connsiteY2" fmla="*/ 22325 h 981823"/>
              <a:gd name="connsiteX3" fmla="*/ 1306612 w 3337048"/>
              <a:gd name="connsiteY3" fmla="*/ 17636 h 981823"/>
              <a:gd name="connsiteX4" fmla="*/ 870513 w 3337048"/>
              <a:gd name="connsiteY4" fmla="*/ 12947 h 981823"/>
              <a:gd name="connsiteX5" fmla="*/ 490685 w 3337048"/>
              <a:gd name="connsiteY5" fmla="*/ 17636 h 981823"/>
              <a:gd name="connsiteX6" fmla="*/ 45208 w 3337048"/>
              <a:gd name="connsiteY6" fmla="*/ 233341 h 981823"/>
              <a:gd name="connsiteX7" fmla="*/ 12384 w 3337048"/>
              <a:gd name="connsiteY7" fmla="*/ 514695 h 981823"/>
              <a:gd name="connsiteX8" fmla="*/ 21762 w 3337048"/>
              <a:gd name="connsiteY8" fmla="*/ 763224 h 981823"/>
              <a:gd name="connsiteX9" fmla="*/ 96790 w 3337048"/>
              <a:gd name="connsiteY9" fmla="*/ 922658 h 981823"/>
              <a:gd name="connsiteX10" fmla="*/ 335941 w 3337048"/>
              <a:gd name="connsiteY10" fmla="*/ 978928 h 981823"/>
              <a:gd name="connsiteX11" fmla="*/ 954919 w 3337048"/>
              <a:gd name="connsiteY11" fmla="*/ 974239 h 981823"/>
              <a:gd name="connsiteX12" fmla="*/ 1597344 w 3337048"/>
              <a:gd name="connsiteY12" fmla="*/ 964861 h 981823"/>
              <a:gd name="connsiteX13" fmla="*/ 2403892 w 3337048"/>
              <a:gd name="connsiteY13" fmla="*/ 974239 h 981823"/>
              <a:gd name="connsiteX14" fmla="*/ 2961910 w 3337048"/>
              <a:gd name="connsiteY14" fmla="*/ 964861 h 981823"/>
              <a:gd name="connsiteX15" fmla="*/ 3337048 w 3337048"/>
              <a:gd name="connsiteY15" fmla="*/ 978928 h 981823"/>
              <a:gd name="connsiteX0" fmla="*/ 3304964 w 3328410"/>
              <a:gd name="connsiteY0" fmla="*/ 23446 h 968876"/>
              <a:gd name="connsiteX1" fmla="*/ 2742257 w 3328410"/>
              <a:gd name="connsiteY1" fmla="*/ 18757 h 968876"/>
              <a:gd name="connsiteX2" fmla="*/ 2048250 w 3328410"/>
              <a:gd name="connsiteY2" fmla="*/ 9378 h 968876"/>
              <a:gd name="connsiteX3" fmla="*/ 1297974 w 3328410"/>
              <a:gd name="connsiteY3" fmla="*/ 4689 h 968876"/>
              <a:gd name="connsiteX4" fmla="*/ 861875 w 3328410"/>
              <a:gd name="connsiteY4" fmla="*/ 0 h 968876"/>
              <a:gd name="connsiteX5" fmla="*/ 349221 w 3328410"/>
              <a:gd name="connsiteY5" fmla="*/ 69387 h 968876"/>
              <a:gd name="connsiteX6" fmla="*/ 36570 w 3328410"/>
              <a:gd name="connsiteY6" fmla="*/ 220394 h 968876"/>
              <a:gd name="connsiteX7" fmla="*/ 3746 w 3328410"/>
              <a:gd name="connsiteY7" fmla="*/ 501748 h 968876"/>
              <a:gd name="connsiteX8" fmla="*/ 13124 w 3328410"/>
              <a:gd name="connsiteY8" fmla="*/ 750277 h 968876"/>
              <a:gd name="connsiteX9" fmla="*/ 88152 w 3328410"/>
              <a:gd name="connsiteY9" fmla="*/ 909711 h 968876"/>
              <a:gd name="connsiteX10" fmla="*/ 327303 w 3328410"/>
              <a:gd name="connsiteY10" fmla="*/ 965981 h 968876"/>
              <a:gd name="connsiteX11" fmla="*/ 946281 w 3328410"/>
              <a:gd name="connsiteY11" fmla="*/ 961292 h 968876"/>
              <a:gd name="connsiteX12" fmla="*/ 1588706 w 3328410"/>
              <a:gd name="connsiteY12" fmla="*/ 951914 h 968876"/>
              <a:gd name="connsiteX13" fmla="*/ 2395254 w 3328410"/>
              <a:gd name="connsiteY13" fmla="*/ 961292 h 968876"/>
              <a:gd name="connsiteX14" fmla="*/ 2953272 w 3328410"/>
              <a:gd name="connsiteY14" fmla="*/ 951914 h 968876"/>
              <a:gd name="connsiteX15" fmla="*/ 3328410 w 3328410"/>
              <a:gd name="connsiteY15" fmla="*/ 965981 h 968876"/>
              <a:gd name="connsiteX0" fmla="*/ 3319572 w 3343018"/>
              <a:gd name="connsiteY0" fmla="*/ 23446 h 968876"/>
              <a:gd name="connsiteX1" fmla="*/ 2756865 w 3343018"/>
              <a:gd name="connsiteY1" fmla="*/ 18757 h 968876"/>
              <a:gd name="connsiteX2" fmla="*/ 2062858 w 3343018"/>
              <a:gd name="connsiteY2" fmla="*/ 9378 h 968876"/>
              <a:gd name="connsiteX3" fmla="*/ 1312582 w 3343018"/>
              <a:gd name="connsiteY3" fmla="*/ 4689 h 968876"/>
              <a:gd name="connsiteX4" fmla="*/ 876483 w 3343018"/>
              <a:gd name="connsiteY4" fmla="*/ 0 h 968876"/>
              <a:gd name="connsiteX5" fmla="*/ 363829 w 3343018"/>
              <a:gd name="connsiteY5" fmla="*/ 69387 h 968876"/>
              <a:gd name="connsiteX6" fmla="*/ 51178 w 3343018"/>
              <a:gd name="connsiteY6" fmla="*/ 220394 h 968876"/>
              <a:gd name="connsiteX7" fmla="*/ 18354 w 3343018"/>
              <a:gd name="connsiteY7" fmla="*/ 501748 h 968876"/>
              <a:gd name="connsiteX8" fmla="*/ 27732 w 3343018"/>
              <a:gd name="connsiteY8" fmla="*/ 750277 h 968876"/>
              <a:gd name="connsiteX9" fmla="*/ 341911 w 3343018"/>
              <a:gd name="connsiteY9" fmla="*/ 965981 h 968876"/>
              <a:gd name="connsiteX10" fmla="*/ 960889 w 3343018"/>
              <a:gd name="connsiteY10" fmla="*/ 961292 h 968876"/>
              <a:gd name="connsiteX11" fmla="*/ 1603314 w 3343018"/>
              <a:gd name="connsiteY11" fmla="*/ 951914 h 968876"/>
              <a:gd name="connsiteX12" fmla="*/ 2409862 w 3343018"/>
              <a:gd name="connsiteY12" fmla="*/ 961292 h 968876"/>
              <a:gd name="connsiteX13" fmla="*/ 2967880 w 3343018"/>
              <a:gd name="connsiteY13" fmla="*/ 951914 h 968876"/>
              <a:gd name="connsiteX14" fmla="*/ 3343018 w 3343018"/>
              <a:gd name="connsiteY14" fmla="*/ 965981 h 968876"/>
              <a:gd name="connsiteX0" fmla="*/ 3365106 w 3388552"/>
              <a:gd name="connsiteY0" fmla="*/ 23446 h 965981"/>
              <a:gd name="connsiteX1" fmla="*/ 2802399 w 3388552"/>
              <a:gd name="connsiteY1" fmla="*/ 18757 h 965981"/>
              <a:gd name="connsiteX2" fmla="*/ 2108392 w 3388552"/>
              <a:gd name="connsiteY2" fmla="*/ 9378 h 965981"/>
              <a:gd name="connsiteX3" fmla="*/ 1358116 w 3388552"/>
              <a:gd name="connsiteY3" fmla="*/ 4689 h 965981"/>
              <a:gd name="connsiteX4" fmla="*/ 922017 w 3388552"/>
              <a:gd name="connsiteY4" fmla="*/ 0 h 965981"/>
              <a:gd name="connsiteX5" fmla="*/ 409363 w 3388552"/>
              <a:gd name="connsiteY5" fmla="*/ 69387 h 965981"/>
              <a:gd name="connsiteX6" fmla="*/ 96712 w 3388552"/>
              <a:gd name="connsiteY6" fmla="*/ 220394 h 965981"/>
              <a:gd name="connsiteX7" fmla="*/ 63888 w 3388552"/>
              <a:gd name="connsiteY7" fmla="*/ 501748 h 965981"/>
              <a:gd name="connsiteX8" fmla="*/ 73266 w 3388552"/>
              <a:gd name="connsiteY8" fmla="*/ 750277 h 965981"/>
              <a:gd name="connsiteX9" fmla="*/ 1006423 w 3388552"/>
              <a:gd name="connsiteY9" fmla="*/ 961292 h 965981"/>
              <a:gd name="connsiteX10" fmla="*/ 1648848 w 3388552"/>
              <a:gd name="connsiteY10" fmla="*/ 951914 h 965981"/>
              <a:gd name="connsiteX11" fmla="*/ 2455396 w 3388552"/>
              <a:gd name="connsiteY11" fmla="*/ 961292 h 965981"/>
              <a:gd name="connsiteX12" fmla="*/ 3013414 w 3388552"/>
              <a:gd name="connsiteY12" fmla="*/ 951914 h 965981"/>
              <a:gd name="connsiteX13" fmla="*/ 3388552 w 3388552"/>
              <a:gd name="connsiteY13" fmla="*/ 965981 h 965981"/>
              <a:gd name="connsiteX0" fmla="*/ 3314128 w 3337574"/>
              <a:gd name="connsiteY0" fmla="*/ 23446 h 965981"/>
              <a:gd name="connsiteX1" fmla="*/ 2751421 w 3337574"/>
              <a:gd name="connsiteY1" fmla="*/ 18757 h 965981"/>
              <a:gd name="connsiteX2" fmla="*/ 2057414 w 3337574"/>
              <a:gd name="connsiteY2" fmla="*/ 9378 h 965981"/>
              <a:gd name="connsiteX3" fmla="*/ 1307138 w 3337574"/>
              <a:gd name="connsiteY3" fmla="*/ 4689 h 965981"/>
              <a:gd name="connsiteX4" fmla="*/ 871039 w 3337574"/>
              <a:gd name="connsiteY4" fmla="*/ 0 h 965981"/>
              <a:gd name="connsiteX5" fmla="*/ 358385 w 3337574"/>
              <a:gd name="connsiteY5" fmla="*/ 69387 h 965981"/>
              <a:gd name="connsiteX6" fmla="*/ 45734 w 3337574"/>
              <a:gd name="connsiteY6" fmla="*/ 220394 h 965981"/>
              <a:gd name="connsiteX7" fmla="*/ 12910 w 3337574"/>
              <a:gd name="connsiteY7" fmla="*/ 501748 h 965981"/>
              <a:gd name="connsiteX8" fmla="*/ 155115 w 3337574"/>
              <a:gd name="connsiteY8" fmla="*/ 836542 h 965981"/>
              <a:gd name="connsiteX9" fmla="*/ 955445 w 3337574"/>
              <a:gd name="connsiteY9" fmla="*/ 961292 h 965981"/>
              <a:gd name="connsiteX10" fmla="*/ 1597870 w 3337574"/>
              <a:gd name="connsiteY10" fmla="*/ 951914 h 965981"/>
              <a:gd name="connsiteX11" fmla="*/ 2404418 w 3337574"/>
              <a:gd name="connsiteY11" fmla="*/ 961292 h 965981"/>
              <a:gd name="connsiteX12" fmla="*/ 2962436 w 3337574"/>
              <a:gd name="connsiteY12" fmla="*/ 951914 h 965981"/>
              <a:gd name="connsiteX13" fmla="*/ 3337574 w 3337574"/>
              <a:gd name="connsiteY13" fmla="*/ 965981 h 965981"/>
              <a:gd name="connsiteX0" fmla="*/ 3314128 w 3337574"/>
              <a:gd name="connsiteY0" fmla="*/ 18757 h 961292"/>
              <a:gd name="connsiteX1" fmla="*/ 2751421 w 3337574"/>
              <a:gd name="connsiteY1" fmla="*/ 14068 h 961292"/>
              <a:gd name="connsiteX2" fmla="*/ 2057414 w 3337574"/>
              <a:gd name="connsiteY2" fmla="*/ 4689 h 961292"/>
              <a:gd name="connsiteX3" fmla="*/ 1307138 w 3337574"/>
              <a:gd name="connsiteY3" fmla="*/ 0 h 961292"/>
              <a:gd name="connsiteX4" fmla="*/ 358385 w 3337574"/>
              <a:gd name="connsiteY4" fmla="*/ 64698 h 961292"/>
              <a:gd name="connsiteX5" fmla="*/ 45734 w 3337574"/>
              <a:gd name="connsiteY5" fmla="*/ 215705 h 961292"/>
              <a:gd name="connsiteX6" fmla="*/ 12910 w 3337574"/>
              <a:gd name="connsiteY6" fmla="*/ 497059 h 961292"/>
              <a:gd name="connsiteX7" fmla="*/ 155115 w 3337574"/>
              <a:gd name="connsiteY7" fmla="*/ 831853 h 961292"/>
              <a:gd name="connsiteX8" fmla="*/ 955445 w 3337574"/>
              <a:gd name="connsiteY8" fmla="*/ 956603 h 961292"/>
              <a:gd name="connsiteX9" fmla="*/ 1597870 w 3337574"/>
              <a:gd name="connsiteY9" fmla="*/ 947225 h 961292"/>
              <a:gd name="connsiteX10" fmla="*/ 2404418 w 3337574"/>
              <a:gd name="connsiteY10" fmla="*/ 956603 h 961292"/>
              <a:gd name="connsiteX11" fmla="*/ 2962436 w 3337574"/>
              <a:gd name="connsiteY11" fmla="*/ 947225 h 961292"/>
              <a:gd name="connsiteX12" fmla="*/ 3337574 w 3337574"/>
              <a:gd name="connsiteY12" fmla="*/ 961292 h 961292"/>
              <a:gd name="connsiteX0" fmla="*/ 3314128 w 3337574"/>
              <a:gd name="connsiteY0" fmla="*/ 18757 h 976512"/>
              <a:gd name="connsiteX1" fmla="*/ 2751421 w 3337574"/>
              <a:gd name="connsiteY1" fmla="*/ 14068 h 976512"/>
              <a:gd name="connsiteX2" fmla="*/ 2057414 w 3337574"/>
              <a:gd name="connsiteY2" fmla="*/ 4689 h 976512"/>
              <a:gd name="connsiteX3" fmla="*/ 1307138 w 3337574"/>
              <a:gd name="connsiteY3" fmla="*/ 0 h 976512"/>
              <a:gd name="connsiteX4" fmla="*/ 358385 w 3337574"/>
              <a:gd name="connsiteY4" fmla="*/ 64698 h 976512"/>
              <a:gd name="connsiteX5" fmla="*/ 45734 w 3337574"/>
              <a:gd name="connsiteY5" fmla="*/ 215705 h 976512"/>
              <a:gd name="connsiteX6" fmla="*/ 12910 w 3337574"/>
              <a:gd name="connsiteY6" fmla="*/ 497059 h 976512"/>
              <a:gd name="connsiteX7" fmla="*/ 155115 w 3337574"/>
              <a:gd name="connsiteY7" fmla="*/ 831853 h 976512"/>
              <a:gd name="connsiteX8" fmla="*/ 955445 w 3337574"/>
              <a:gd name="connsiteY8" fmla="*/ 956603 h 976512"/>
              <a:gd name="connsiteX9" fmla="*/ 1685553 w 3337574"/>
              <a:gd name="connsiteY9" fmla="*/ 976512 h 976512"/>
              <a:gd name="connsiteX10" fmla="*/ 2404418 w 3337574"/>
              <a:gd name="connsiteY10" fmla="*/ 956603 h 976512"/>
              <a:gd name="connsiteX11" fmla="*/ 2962436 w 3337574"/>
              <a:gd name="connsiteY11" fmla="*/ 947225 h 976512"/>
              <a:gd name="connsiteX12" fmla="*/ 3337574 w 3337574"/>
              <a:gd name="connsiteY12" fmla="*/ 961292 h 976512"/>
              <a:gd name="connsiteX0" fmla="*/ 3314128 w 3337574"/>
              <a:gd name="connsiteY0" fmla="*/ 18757 h 976512"/>
              <a:gd name="connsiteX1" fmla="*/ 2751421 w 3337574"/>
              <a:gd name="connsiteY1" fmla="*/ 14068 h 976512"/>
              <a:gd name="connsiteX2" fmla="*/ 2057414 w 3337574"/>
              <a:gd name="connsiteY2" fmla="*/ 4689 h 976512"/>
              <a:gd name="connsiteX3" fmla="*/ 1307138 w 3337574"/>
              <a:gd name="connsiteY3" fmla="*/ 0 h 976512"/>
              <a:gd name="connsiteX4" fmla="*/ 358385 w 3337574"/>
              <a:gd name="connsiteY4" fmla="*/ 64698 h 976512"/>
              <a:gd name="connsiteX5" fmla="*/ 45734 w 3337574"/>
              <a:gd name="connsiteY5" fmla="*/ 215705 h 976512"/>
              <a:gd name="connsiteX6" fmla="*/ 12910 w 3337574"/>
              <a:gd name="connsiteY6" fmla="*/ 497059 h 976512"/>
              <a:gd name="connsiteX7" fmla="*/ 155115 w 3337574"/>
              <a:gd name="connsiteY7" fmla="*/ 831853 h 976512"/>
              <a:gd name="connsiteX8" fmla="*/ 792605 w 3337574"/>
              <a:gd name="connsiteY8" fmla="*/ 956603 h 976512"/>
              <a:gd name="connsiteX9" fmla="*/ 1685553 w 3337574"/>
              <a:gd name="connsiteY9" fmla="*/ 976512 h 976512"/>
              <a:gd name="connsiteX10" fmla="*/ 2404418 w 3337574"/>
              <a:gd name="connsiteY10" fmla="*/ 956603 h 976512"/>
              <a:gd name="connsiteX11" fmla="*/ 2962436 w 3337574"/>
              <a:gd name="connsiteY11" fmla="*/ 947225 h 976512"/>
              <a:gd name="connsiteX12" fmla="*/ 3337574 w 3337574"/>
              <a:gd name="connsiteY12" fmla="*/ 961292 h 976512"/>
              <a:gd name="connsiteX0" fmla="*/ 3314128 w 3337574"/>
              <a:gd name="connsiteY0" fmla="*/ 18757 h 976512"/>
              <a:gd name="connsiteX1" fmla="*/ 2751421 w 3337574"/>
              <a:gd name="connsiteY1" fmla="*/ 14068 h 976512"/>
              <a:gd name="connsiteX2" fmla="*/ 2057414 w 3337574"/>
              <a:gd name="connsiteY2" fmla="*/ 4689 h 976512"/>
              <a:gd name="connsiteX3" fmla="*/ 1307138 w 3337574"/>
              <a:gd name="connsiteY3" fmla="*/ 0 h 976512"/>
              <a:gd name="connsiteX4" fmla="*/ 358385 w 3337574"/>
              <a:gd name="connsiteY4" fmla="*/ 64698 h 976512"/>
              <a:gd name="connsiteX5" fmla="*/ 45734 w 3337574"/>
              <a:gd name="connsiteY5" fmla="*/ 215705 h 976512"/>
              <a:gd name="connsiteX6" fmla="*/ 12910 w 3337574"/>
              <a:gd name="connsiteY6" fmla="*/ 497059 h 976512"/>
              <a:gd name="connsiteX7" fmla="*/ 155115 w 3337574"/>
              <a:gd name="connsiteY7" fmla="*/ 831853 h 976512"/>
              <a:gd name="connsiteX8" fmla="*/ 792605 w 3337574"/>
              <a:gd name="connsiteY8" fmla="*/ 956603 h 976512"/>
              <a:gd name="connsiteX9" fmla="*/ 1685553 w 3337574"/>
              <a:gd name="connsiteY9" fmla="*/ 976512 h 976512"/>
              <a:gd name="connsiteX10" fmla="*/ 2441997 w 3337574"/>
              <a:gd name="connsiteY10" fmla="*/ 966365 h 976512"/>
              <a:gd name="connsiteX11" fmla="*/ 2962436 w 3337574"/>
              <a:gd name="connsiteY11" fmla="*/ 947225 h 976512"/>
              <a:gd name="connsiteX12" fmla="*/ 3337574 w 3337574"/>
              <a:gd name="connsiteY12" fmla="*/ 961292 h 976512"/>
              <a:gd name="connsiteX0" fmla="*/ 3314128 w 3801045"/>
              <a:gd name="connsiteY0" fmla="*/ 18757 h 976512"/>
              <a:gd name="connsiteX1" fmla="*/ 2751421 w 3801045"/>
              <a:gd name="connsiteY1" fmla="*/ 14068 h 976512"/>
              <a:gd name="connsiteX2" fmla="*/ 2057414 w 3801045"/>
              <a:gd name="connsiteY2" fmla="*/ 4689 h 976512"/>
              <a:gd name="connsiteX3" fmla="*/ 1307138 w 3801045"/>
              <a:gd name="connsiteY3" fmla="*/ 0 h 976512"/>
              <a:gd name="connsiteX4" fmla="*/ 358385 w 3801045"/>
              <a:gd name="connsiteY4" fmla="*/ 64698 h 976512"/>
              <a:gd name="connsiteX5" fmla="*/ 45734 w 3801045"/>
              <a:gd name="connsiteY5" fmla="*/ 215705 h 976512"/>
              <a:gd name="connsiteX6" fmla="*/ 12910 w 3801045"/>
              <a:gd name="connsiteY6" fmla="*/ 497059 h 976512"/>
              <a:gd name="connsiteX7" fmla="*/ 155115 w 3801045"/>
              <a:gd name="connsiteY7" fmla="*/ 831853 h 976512"/>
              <a:gd name="connsiteX8" fmla="*/ 792605 w 3801045"/>
              <a:gd name="connsiteY8" fmla="*/ 956603 h 976512"/>
              <a:gd name="connsiteX9" fmla="*/ 1685553 w 3801045"/>
              <a:gd name="connsiteY9" fmla="*/ 976512 h 976512"/>
              <a:gd name="connsiteX10" fmla="*/ 2441997 w 3801045"/>
              <a:gd name="connsiteY10" fmla="*/ 966365 h 976512"/>
              <a:gd name="connsiteX11" fmla="*/ 2962436 w 3801045"/>
              <a:gd name="connsiteY11" fmla="*/ 947225 h 976512"/>
              <a:gd name="connsiteX12" fmla="*/ 3801045 w 3801045"/>
              <a:gd name="connsiteY12" fmla="*/ 948276 h 976512"/>
              <a:gd name="connsiteX0" fmla="*/ 3314128 w 3801045"/>
              <a:gd name="connsiteY0" fmla="*/ 18757 h 976512"/>
              <a:gd name="connsiteX1" fmla="*/ 2751421 w 3801045"/>
              <a:gd name="connsiteY1" fmla="*/ 14068 h 976512"/>
              <a:gd name="connsiteX2" fmla="*/ 2057414 w 3801045"/>
              <a:gd name="connsiteY2" fmla="*/ 4689 h 976512"/>
              <a:gd name="connsiteX3" fmla="*/ 1307138 w 3801045"/>
              <a:gd name="connsiteY3" fmla="*/ 0 h 976512"/>
              <a:gd name="connsiteX4" fmla="*/ 358385 w 3801045"/>
              <a:gd name="connsiteY4" fmla="*/ 64698 h 976512"/>
              <a:gd name="connsiteX5" fmla="*/ 45734 w 3801045"/>
              <a:gd name="connsiteY5" fmla="*/ 215705 h 976512"/>
              <a:gd name="connsiteX6" fmla="*/ 12910 w 3801045"/>
              <a:gd name="connsiteY6" fmla="*/ 497059 h 976512"/>
              <a:gd name="connsiteX7" fmla="*/ 155115 w 3801045"/>
              <a:gd name="connsiteY7" fmla="*/ 831853 h 976512"/>
              <a:gd name="connsiteX8" fmla="*/ 792605 w 3801045"/>
              <a:gd name="connsiteY8" fmla="*/ 956603 h 976512"/>
              <a:gd name="connsiteX9" fmla="*/ 1685553 w 3801045"/>
              <a:gd name="connsiteY9" fmla="*/ 976512 h 976512"/>
              <a:gd name="connsiteX10" fmla="*/ 2441997 w 3801045"/>
              <a:gd name="connsiteY10" fmla="*/ 966365 h 976512"/>
              <a:gd name="connsiteX11" fmla="*/ 3801045 w 3801045"/>
              <a:gd name="connsiteY11" fmla="*/ 948276 h 976512"/>
              <a:gd name="connsiteX0" fmla="*/ 3314128 w 3801045"/>
              <a:gd name="connsiteY0" fmla="*/ 18757 h 976512"/>
              <a:gd name="connsiteX1" fmla="*/ 2751421 w 3801045"/>
              <a:gd name="connsiteY1" fmla="*/ 14068 h 976512"/>
              <a:gd name="connsiteX2" fmla="*/ 2057414 w 3801045"/>
              <a:gd name="connsiteY2" fmla="*/ 4689 h 976512"/>
              <a:gd name="connsiteX3" fmla="*/ 1307138 w 3801045"/>
              <a:gd name="connsiteY3" fmla="*/ 0 h 976512"/>
              <a:gd name="connsiteX4" fmla="*/ 358385 w 3801045"/>
              <a:gd name="connsiteY4" fmla="*/ 64698 h 976512"/>
              <a:gd name="connsiteX5" fmla="*/ 45734 w 3801045"/>
              <a:gd name="connsiteY5" fmla="*/ 215705 h 976512"/>
              <a:gd name="connsiteX6" fmla="*/ 12910 w 3801045"/>
              <a:gd name="connsiteY6" fmla="*/ 497059 h 976512"/>
              <a:gd name="connsiteX7" fmla="*/ 155115 w 3801045"/>
              <a:gd name="connsiteY7" fmla="*/ 831853 h 976512"/>
              <a:gd name="connsiteX8" fmla="*/ 792605 w 3801045"/>
              <a:gd name="connsiteY8" fmla="*/ 956603 h 976512"/>
              <a:gd name="connsiteX9" fmla="*/ 1685553 w 3801045"/>
              <a:gd name="connsiteY9" fmla="*/ 976512 h 976512"/>
              <a:gd name="connsiteX10" fmla="*/ 2441997 w 3801045"/>
              <a:gd name="connsiteY10" fmla="*/ 966365 h 976512"/>
              <a:gd name="connsiteX11" fmla="*/ 3801045 w 3801045"/>
              <a:gd name="connsiteY11" fmla="*/ 948276 h 976512"/>
              <a:gd name="connsiteX0" fmla="*/ 3314128 w 3801045"/>
              <a:gd name="connsiteY0" fmla="*/ 14068 h 971823"/>
              <a:gd name="connsiteX1" fmla="*/ 2751421 w 3801045"/>
              <a:gd name="connsiteY1" fmla="*/ 9379 h 971823"/>
              <a:gd name="connsiteX2" fmla="*/ 2057414 w 3801045"/>
              <a:gd name="connsiteY2" fmla="*/ 0 h 971823"/>
              <a:gd name="connsiteX3" fmla="*/ 1307139 w 3801045"/>
              <a:gd name="connsiteY3" fmla="*/ 5073 h 971823"/>
              <a:gd name="connsiteX4" fmla="*/ 358385 w 3801045"/>
              <a:gd name="connsiteY4" fmla="*/ 60009 h 971823"/>
              <a:gd name="connsiteX5" fmla="*/ 45734 w 3801045"/>
              <a:gd name="connsiteY5" fmla="*/ 211016 h 971823"/>
              <a:gd name="connsiteX6" fmla="*/ 12910 w 3801045"/>
              <a:gd name="connsiteY6" fmla="*/ 492370 h 971823"/>
              <a:gd name="connsiteX7" fmla="*/ 155115 w 3801045"/>
              <a:gd name="connsiteY7" fmla="*/ 827164 h 971823"/>
              <a:gd name="connsiteX8" fmla="*/ 792605 w 3801045"/>
              <a:gd name="connsiteY8" fmla="*/ 951914 h 971823"/>
              <a:gd name="connsiteX9" fmla="*/ 1685553 w 3801045"/>
              <a:gd name="connsiteY9" fmla="*/ 971823 h 971823"/>
              <a:gd name="connsiteX10" fmla="*/ 2441997 w 3801045"/>
              <a:gd name="connsiteY10" fmla="*/ 961676 h 971823"/>
              <a:gd name="connsiteX11" fmla="*/ 3801045 w 3801045"/>
              <a:gd name="connsiteY11" fmla="*/ 943587 h 971823"/>
              <a:gd name="connsiteX0" fmla="*/ 3314128 w 3801045"/>
              <a:gd name="connsiteY0" fmla="*/ 14068 h 971823"/>
              <a:gd name="connsiteX1" fmla="*/ 2751421 w 3801045"/>
              <a:gd name="connsiteY1" fmla="*/ 9379 h 971823"/>
              <a:gd name="connsiteX2" fmla="*/ 2057414 w 3801045"/>
              <a:gd name="connsiteY2" fmla="*/ 0 h 971823"/>
              <a:gd name="connsiteX3" fmla="*/ 1307139 w 3801045"/>
              <a:gd name="connsiteY3" fmla="*/ 5073 h 971823"/>
              <a:gd name="connsiteX4" fmla="*/ 358385 w 3801045"/>
              <a:gd name="connsiteY4" fmla="*/ 60009 h 971823"/>
              <a:gd name="connsiteX5" fmla="*/ 45734 w 3801045"/>
              <a:gd name="connsiteY5" fmla="*/ 211016 h 971823"/>
              <a:gd name="connsiteX6" fmla="*/ 12910 w 3801045"/>
              <a:gd name="connsiteY6" fmla="*/ 492370 h 971823"/>
              <a:gd name="connsiteX7" fmla="*/ 155115 w 3801045"/>
              <a:gd name="connsiteY7" fmla="*/ 827164 h 971823"/>
              <a:gd name="connsiteX8" fmla="*/ 792605 w 3801045"/>
              <a:gd name="connsiteY8" fmla="*/ 951914 h 971823"/>
              <a:gd name="connsiteX9" fmla="*/ 1685553 w 3801045"/>
              <a:gd name="connsiteY9" fmla="*/ 971823 h 971823"/>
              <a:gd name="connsiteX10" fmla="*/ 2441997 w 3801045"/>
              <a:gd name="connsiteY10" fmla="*/ 961676 h 971823"/>
              <a:gd name="connsiteX11" fmla="*/ 3801045 w 3801045"/>
              <a:gd name="connsiteY11" fmla="*/ 943587 h 971823"/>
              <a:gd name="connsiteX0" fmla="*/ 3314128 w 3801045"/>
              <a:gd name="connsiteY0" fmla="*/ 14068 h 971823"/>
              <a:gd name="connsiteX1" fmla="*/ 2057414 w 3801045"/>
              <a:gd name="connsiteY1" fmla="*/ 0 h 971823"/>
              <a:gd name="connsiteX2" fmla="*/ 1307139 w 3801045"/>
              <a:gd name="connsiteY2" fmla="*/ 5073 h 971823"/>
              <a:gd name="connsiteX3" fmla="*/ 358385 w 3801045"/>
              <a:gd name="connsiteY3" fmla="*/ 60009 h 971823"/>
              <a:gd name="connsiteX4" fmla="*/ 45734 w 3801045"/>
              <a:gd name="connsiteY4" fmla="*/ 211016 h 971823"/>
              <a:gd name="connsiteX5" fmla="*/ 12910 w 3801045"/>
              <a:gd name="connsiteY5" fmla="*/ 492370 h 971823"/>
              <a:gd name="connsiteX6" fmla="*/ 155115 w 3801045"/>
              <a:gd name="connsiteY6" fmla="*/ 827164 h 971823"/>
              <a:gd name="connsiteX7" fmla="*/ 792605 w 3801045"/>
              <a:gd name="connsiteY7" fmla="*/ 951914 h 971823"/>
              <a:gd name="connsiteX8" fmla="*/ 1685553 w 3801045"/>
              <a:gd name="connsiteY8" fmla="*/ 971823 h 971823"/>
              <a:gd name="connsiteX9" fmla="*/ 2441997 w 3801045"/>
              <a:gd name="connsiteY9" fmla="*/ 961676 h 971823"/>
              <a:gd name="connsiteX10" fmla="*/ 3801045 w 3801045"/>
              <a:gd name="connsiteY10" fmla="*/ 943587 h 971823"/>
              <a:gd name="connsiteX0" fmla="*/ 3314128 w 3801045"/>
              <a:gd name="connsiteY0" fmla="*/ 10814 h 968569"/>
              <a:gd name="connsiteX1" fmla="*/ 2270361 w 3801045"/>
              <a:gd name="connsiteY1" fmla="*/ 0 h 968569"/>
              <a:gd name="connsiteX2" fmla="*/ 1307139 w 3801045"/>
              <a:gd name="connsiteY2" fmla="*/ 1819 h 968569"/>
              <a:gd name="connsiteX3" fmla="*/ 358385 w 3801045"/>
              <a:gd name="connsiteY3" fmla="*/ 56755 h 968569"/>
              <a:gd name="connsiteX4" fmla="*/ 45734 w 3801045"/>
              <a:gd name="connsiteY4" fmla="*/ 207762 h 968569"/>
              <a:gd name="connsiteX5" fmla="*/ 12910 w 3801045"/>
              <a:gd name="connsiteY5" fmla="*/ 489116 h 968569"/>
              <a:gd name="connsiteX6" fmla="*/ 155115 w 3801045"/>
              <a:gd name="connsiteY6" fmla="*/ 823910 h 968569"/>
              <a:gd name="connsiteX7" fmla="*/ 792605 w 3801045"/>
              <a:gd name="connsiteY7" fmla="*/ 948660 h 968569"/>
              <a:gd name="connsiteX8" fmla="*/ 1685553 w 3801045"/>
              <a:gd name="connsiteY8" fmla="*/ 968569 h 968569"/>
              <a:gd name="connsiteX9" fmla="*/ 2441997 w 3801045"/>
              <a:gd name="connsiteY9" fmla="*/ 958422 h 968569"/>
              <a:gd name="connsiteX10" fmla="*/ 3801045 w 3801045"/>
              <a:gd name="connsiteY10" fmla="*/ 940333 h 968569"/>
              <a:gd name="connsiteX0" fmla="*/ 3314128 w 3801045"/>
              <a:gd name="connsiteY0" fmla="*/ 18757 h 976512"/>
              <a:gd name="connsiteX1" fmla="*/ 2270361 w 3801045"/>
              <a:gd name="connsiteY1" fmla="*/ 7943 h 976512"/>
              <a:gd name="connsiteX2" fmla="*/ 1269557 w 3801045"/>
              <a:gd name="connsiteY2" fmla="*/ 0 h 976512"/>
              <a:gd name="connsiteX3" fmla="*/ 358385 w 3801045"/>
              <a:gd name="connsiteY3" fmla="*/ 64698 h 976512"/>
              <a:gd name="connsiteX4" fmla="*/ 45734 w 3801045"/>
              <a:gd name="connsiteY4" fmla="*/ 215705 h 976512"/>
              <a:gd name="connsiteX5" fmla="*/ 12910 w 3801045"/>
              <a:gd name="connsiteY5" fmla="*/ 497059 h 976512"/>
              <a:gd name="connsiteX6" fmla="*/ 155115 w 3801045"/>
              <a:gd name="connsiteY6" fmla="*/ 831853 h 976512"/>
              <a:gd name="connsiteX7" fmla="*/ 792605 w 3801045"/>
              <a:gd name="connsiteY7" fmla="*/ 956603 h 976512"/>
              <a:gd name="connsiteX8" fmla="*/ 1685553 w 3801045"/>
              <a:gd name="connsiteY8" fmla="*/ 976512 h 976512"/>
              <a:gd name="connsiteX9" fmla="*/ 2441997 w 3801045"/>
              <a:gd name="connsiteY9" fmla="*/ 966365 h 976512"/>
              <a:gd name="connsiteX10" fmla="*/ 3801045 w 3801045"/>
              <a:gd name="connsiteY10" fmla="*/ 948276 h 976512"/>
              <a:gd name="connsiteX0" fmla="*/ 3314128 w 3801045"/>
              <a:gd name="connsiteY0" fmla="*/ 20929 h 978684"/>
              <a:gd name="connsiteX1" fmla="*/ 2270361 w 3801045"/>
              <a:gd name="connsiteY1" fmla="*/ 10115 h 978684"/>
              <a:gd name="connsiteX2" fmla="*/ 1269557 w 3801045"/>
              <a:gd name="connsiteY2" fmla="*/ 2172 h 978684"/>
              <a:gd name="connsiteX3" fmla="*/ 358385 w 3801045"/>
              <a:gd name="connsiteY3" fmla="*/ 66870 h 978684"/>
              <a:gd name="connsiteX4" fmla="*/ 45734 w 3801045"/>
              <a:gd name="connsiteY4" fmla="*/ 217877 h 978684"/>
              <a:gd name="connsiteX5" fmla="*/ 12910 w 3801045"/>
              <a:gd name="connsiteY5" fmla="*/ 499231 h 978684"/>
              <a:gd name="connsiteX6" fmla="*/ 155115 w 3801045"/>
              <a:gd name="connsiteY6" fmla="*/ 834025 h 978684"/>
              <a:gd name="connsiteX7" fmla="*/ 792605 w 3801045"/>
              <a:gd name="connsiteY7" fmla="*/ 958775 h 978684"/>
              <a:gd name="connsiteX8" fmla="*/ 1685553 w 3801045"/>
              <a:gd name="connsiteY8" fmla="*/ 978684 h 978684"/>
              <a:gd name="connsiteX9" fmla="*/ 2441997 w 3801045"/>
              <a:gd name="connsiteY9" fmla="*/ 968537 h 978684"/>
              <a:gd name="connsiteX10" fmla="*/ 3801045 w 3801045"/>
              <a:gd name="connsiteY10" fmla="*/ 950448 h 978684"/>
              <a:gd name="connsiteX0" fmla="*/ 3314128 w 3801045"/>
              <a:gd name="connsiteY0" fmla="*/ 21409 h 979164"/>
              <a:gd name="connsiteX1" fmla="*/ 2395620 w 3801045"/>
              <a:gd name="connsiteY1" fmla="*/ 7341 h 979164"/>
              <a:gd name="connsiteX2" fmla="*/ 1269557 w 3801045"/>
              <a:gd name="connsiteY2" fmla="*/ 2652 h 979164"/>
              <a:gd name="connsiteX3" fmla="*/ 358385 w 3801045"/>
              <a:gd name="connsiteY3" fmla="*/ 67350 h 979164"/>
              <a:gd name="connsiteX4" fmla="*/ 45734 w 3801045"/>
              <a:gd name="connsiteY4" fmla="*/ 218357 h 979164"/>
              <a:gd name="connsiteX5" fmla="*/ 12910 w 3801045"/>
              <a:gd name="connsiteY5" fmla="*/ 499711 h 979164"/>
              <a:gd name="connsiteX6" fmla="*/ 155115 w 3801045"/>
              <a:gd name="connsiteY6" fmla="*/ 834505 h 979164"/>
              <a:gd name="connsiteX7" fmla="*/ 792605 w 3801045"/>
              <a:gd name="connsiteY7" fmla="*/ 959255 h 979164"/>
              <a:gd name="connsiteX8" fmla="*/ 1685553 w 3801045"/>
              <a:gd name="connsiteY8" fmla="*/ 979164 h 979164"/>
              <a:gd name="connsiteX9" fmla="*/ 2441997 w 3801045"/>
              <a:gd name="connsiteY9" fmla="*/ 969017 h 979164"/>
              <a:gd name="connsiteX10" fmla="*/ 3801045 w 3801045"/>
              <a:gd name="connsiteY10" fmla="*/ 950928 h 979164"/>
              <a:gd name="connsiteX0" fmla="*/ 3339179 w 3801045"/>
              <a:gd name="connsiteY0" fmla="*/ 14901 h 979164"/>
              <a:gd name="connsiteX1" fmla="*/ 2395620 w 3801045"/>
              <a:gd name="connsiteY1" fmla="*/ 7341 h 979164"/>
              <a:gd name="connsiteX2" fmla="*/ 1269557 w 3801045"/>
              <a:gd name="connsiteY2" fmla="*/ 2652 h 979164"/>
              <a:gd name="connsiteX3" fmla="*/ 358385 w 3801045"/>
              <a:gd name="connsiteY3" fmla="*/ 67350 h 979164"/>
              <a:gd name="connsiteX4" fmla="*/ 45734 w 3801045"/>
              <a:gd name="connsiteY4" fmla="*/ 218357 h 979164"/>
              <a:gd name="connsiteX5" fmla="*/ 12910 w 3801045"/>
              <a:gd name="connsiteY5" fmla="*/ 499711 h 979164"/>
              <a:gd name="connsiteX6" fmla="*/ 155115 w 3801045"/>
              <a:gd name="connsiteY6" fmla="*/ 834505 h 979164"/>
              <a:gd name="connsiteX7" fmla="*/ 792605 w 3801045"/>
              <a:gd name="connsiteY7" fmla="*/ 959255 h 979164"/>
              <a:gd name="connsiteX8" fmla="*/ 1685553 w 3801045"/>
              <a:gd name="connsiteY8" fmla="*/ 979164 h 979164"/>
              <a:gd name="connsiteX9" fmla="*/ 2441997 w 3801045"/>
              <a:gd name="connsiteY9" fmla="*/ 969017 h 979164"/>
              <a:gd name="connsiteX10" fmla="*/ 3801045 w 3801045"/>
              <a:gd name="connsiteY10" fmla="*/ 950928 h 979164"/>
              <a:gd name="connsiteX0" fmla="*/ 3940439 w 3940439"/>
              <a:gd name="connsiteY0" fmla="*/ 21409 h 979164"/>
              <a:gd name="connsiteX1" fmla="*/ 2395620 w 3940439"/>
              <a:gd name="connsiteY1" fmla="*/ 7341 h 979164"/>
              <a:gd name="connsiteX2" fmla="*/ 1269557 w 3940439"/>
              <a:gd name="connsiteY2" fmla="*/ 2652 h 979164"/>
              <a:gd name="connsiteX3" fmla="*/ 358385 w 3940439"/>
              <a:gd name="connsiteY3" fmla="*/ 67350 h 979164"/>
              <a:gd name="connsiteX4" fmla="*/ 45734 w 3940439"/>
              <a:gd name="connsiteY4" fmla="*/ 218357 h 979164"/>
              <a:gd name="connsiteX5" fmla="*/ 12910 w 3940439"/>
              <a:gd name="connsiteY5" fmla="*/ 499711 h 979164"/>
              <a:gd name="connsiteX6" fmla="*/ 155115 w 3940439"/>
              <a:gd name="connsiteY6" fmla="*/ 834505 h 979164"/>
              <a:gd name="connsiteX7" fmla="*/ 792605 w 3940439"/>
              <a:gd name="connsiteY7" fmla="*/ 959255 h 979164"/>
              <a:gd name="connsiteX8" fmla="*/ 1685553 w 3940439"/>
              <a:gd name="connsiteY8" fmla="*/ 979164 h 979164"/>
              <a:gd name="connsiteX9" fmla="*/ 2441997 w 3940439"/>
              <a:gd name="connsiteY9" fmla="*/ 969017 h 979164"/>
              <a:gd name="connsiteX10" fmla="*/ 3801045 w 3940439"/>
              <a:gd name="connsiteY10" fmla="*/ 950928 h 979164"/>
              <a:gd name="connsiteX0" fmla="*/ 3940439 w 4126727"/>
              <a:gd name="connsiteY0" fmla="*/ 21409 h 979164"/>
              <a:gd name="connsiteX1" fmla="*/ 2395620 w 4126727"/>
              <a:gd name="connsiteY1" fmla="*/ 7341 h 979164"/>
              <a:gd name="connsiteX2" fmla="*/ 1269557 w 4126727"/>
              <a:gd name="connsiteY2" fmla="*/ 2652 h 979164"/>
              <a:gd name="connsiteX3" fmla="*/ 358385 w 4126727"/>
              <a:gd name="connsiteY3" fmla="*/ 67350 h 979164"/>
              <a:gd name="connsiteX4" fmla="*/ 45734 w 4126727"/>
              <a:gd name="connsiteY4" fmla="*/ 218357 h 979164"/>
              <a:gd name="connsiteX5" fmla="*/ 12910 w 4126727"/>
              <a:gd name="connsiteY5" fmla="*/ 499711 h 979164"/>
              <a:gd name="connsiteX6" fmla="*/ 155115 w 4126727"/>
              <a:gd name="connsiteY6" fmla="*/ 834505 h 979164"/>
              <a:gd name="connsiteX7" fmla="*/ 792605 w 4126727"/>
              <a:gd name="connsiteY7" fmla="*/ 959255 h 979164"/>
              <a:gd name="connsiteX8" fmla="*/ 1685553 w 4126727"/>
              <a:gd name="connsiteY8" fmla="*/ 979164 h 979164"/>
              <a:gd name="connsiteX9" fmla="*/ 2441997 w 4126727"/>
              <a:gd name="connsiteY9" fmla="*/ 969017 h 979164"/>
              <a:gd name="connsiteX10" fmla="*/ 4126727 w 4126727"/>
              <a:gd name="connsiteY10" fmla="*/ 947674 h 97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26727" h="979164">
                <a:moveTo>
                  <a:pt x="3940439" y="21409"/>
                </a:moveTo>
                <a:lnTo>
                  <a:pt x="2395620" y="7341"/>
                </a:lnTo>
                <a:cubicBezTo>
                  <a:pt x="2062019" y="4693"/>
                  <a:pt x="1703364" y="-4462"/>
                  <a:pt x="1269557" y="2652"/>
                </a:cubicBezTo>
                <a:cubicBezTo>
                  <a:pt x="965832" y="7947"/>
                  <a:pt x="562356" y="31399"/>
                  <a:pt x="358385" y="67350"/>
                </a:cubicBezTo>
                <a:cubicBezTo>
                  <a:pt x="154414" y="103301"/>
                  <a:pt x="103313" y="146297"/>
                  <a:pt x="45734" y="218357"/>
                </a:cubicBezTo>
                <a:cubicBezTo>
                  <a:pt x="-11845" y="290417"/>
                  <a:pt x="-5320" y="397020"/>
                  <a:pt x="12910" y="499711"/>
                </a:cubicBezTo>
                <a:cubicBezTo>
                  <a:pt x="31140" y="602402"/>
                  <a:pt x="25166" y="757914"/>
                  <a:pt x="155115" y="834505"/>
                </a:cubicBezTo>
                <a:cubicBezTo>
                  <a:pt x="285064" y="911096"/>
                  <a:pt x="530008" y="925649"/>
                  <a:pt x="792605" y="959255"/>
                </a:cubicBezTo>
                <a:lnTo>
                  <a:pt x="1685553" y="979164"/>
                </a:lnTo>
                <a:cubicBezTo>
                  <a:pt x="1927048" y="979164"/>
                  <a:pt x="2035135" y="974265"/>
                  <a:pt x="2441997" y="969017"/>
                </a:cubicBezTo>
                <a:lnTo>
                  <a:pt x="4126727" y="947674"/>
                </a:ln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B656BD4B-6A5A-1052-8093-FA78819C9E59}"/>
              </a:ext>
            </a:extLst>
          </p:cNvPr>
          <p:cNvCxnSpPr>
            <a:cxnSpLocks noChangeAspect="1"/>
          </p:cNvCxnSpPr>
          <p:nvPr/>
        </p:nvCxnSpPr>
        <p:spPr>
          <a:xfrm>
            <a:off x="4409296" y="6444684"/>
            <a:ext cx="199652" cy="19980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4BCB94A6-3AF7-A063-F7B1-ACC6DC580E4E}"/>
              </a:ext>
            </a:extLst>
          </p:cNvPr>
          <p:cNvCxnSpPr>
            <a:cxnSpLocks noChangeAspect="1"/>
          </p:cNvCxnSpPr>
          <p:nvPr/>
        </p:nvCxnSpPr>
        <p:spPr>
          <a:xfrm>
            <a:off x="4389492" y="6270132"/>
            <a:ext cx="387706" cy="38799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BB57FAB8-E6BA-65C0-831F-6B62BD49CBC8}"/>
              </a:ext>
            </a:extLst>
          </p:cNvPr>
          <p:cNvCxnSpPr>
            <a:cxnSpLocks noChangeAspect="1"/>
          </p:cNvCxnSpPr>
          <p:nvPr/>
        </p:nvCxnSpPr>
        <p:spPr>
          <a:xfrm>
            <a:off x="4396891" y="6115919"/>
            <a:ext cx="544899" cy="54530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0844F807-D397-324E-C5F0-D0F64AEBB61A}"/>
              </a:ext>
            </a:extLst>
          </p:cNvPr>
          <p:cNvCxnSpPr>
            <a:cxnSpLocks noChangeAspect="1"/>
          </p:cNvCxnSpPr>
          <p:nvPr/>
        </p:nvCxnSpPr>
        <p:spPr>
          <a:xfrm>
            <a:off x="4399533" y="5970704"/>
            <a:ext cx="689088" cy="68960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9A8BD752-AA85-5521-60B5-662D6565BBF1}"/>
              </a:ext>
            </a:extLst>
          </p:cNvPr>
          <p:cNvCxnSpPr>
            <a:cxnSpLocks noChangeAspect="1"/>
          </p:cNvCxnSpPr>
          <p:nvPr/>
        </p:nvCxnSpPr>
        <p:spPr>
          <a:xfrm>
            <a:off x="4425566" y="5838029"/>
            <a:ext cx="810042" cy="81064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3EBD133C-E37A-D97E-53BD-EA28F1D83BCC}"/>
              </a:ext>
            </a:extLst>
          </p:cNvPr>
          <p:cNvCxnSpPr>
            <a:cxnSpLocks noChangeAspect="1"/>
          </p:cNvCxnSpPr>
          <p:nvPr/>
        </p:nvCxnSpPr>
        <p:spPr>
          <a:xfrm>
            <a:off x="4494373" y="5762998"/>
            <a:ext cx="886329" cy="886986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BEF6192-8373-BBD6-5356-C19F48208ABF}"/>
              </a:ext>
            </a:extLst>
          </p:cNvPr>
          <p:cNvCxnSpPr>
            <a:cxnSpLocks noChangeAspect="1"/>
          </p:cNvCxnSpPr>
          <p:nvPr/>
        </p:nvCxnSpPr>
        <p:spPr>
          <a:xfrm>
            <a:off x="4593640" y="5728213"/>
            <a:ext cx="860220" cy="86086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538D50E9-EBF6-FF04-2CBD-877878B5B5DD}"/>
              </a:ext>
            </a:extLst>
          </p:cNvPr>
          <p:cNvCxnSpPr>
            <a:cxnSpLocks noChangeAspect="1"/>
          </p:cNvCxnSpPr>
          <p:nvPr/>
        </p:nvCxnSpPr>
        <p:spPr>
          <a:xfrm>
            <a:off x="4733229" y="5706269"/>
            <a:ext cx="717377" cy="71791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BDD2A78B-4093-173E-A4E7-3F7106C0B797}"/>
              </a:ext>
            </a:extLst>
          </p:cNvPr>
          <p:cNvCxnSpPr>
            <a:cxnSpLocks noChangeAspect="1"/>
          </p:cNvCxnSpPr>
          <p:nvPr/>
        </p:nvCxnSpPr>
        <p:spPr>
          <a:xfrm>
            <a:off x="4881241" y="5709926"/>
            <a:ext cx="557043" cy="557457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C0D3CE12-F8CC-2D77-BB43-BE2AAD689AD8}"/>
              </a:ext>
            </a:extLst>
          </p:cNvPr>
          <p:cNvCxnSpPr>
            <a:cxnSpLocks noChangeAspect="1"/>
          </p:cNvCxnSpPr>
          <p:nvPr/>
        </p:nvCxnSpPr>
        <p:spPr>
          <a:xfrm>
            <a:off x="5016658" y="5693619"/>
            <a:ext cx="440456" cy="440784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8DF1CB98-8AFE-D1F8-3DC3-B2627A716AB7}"/>
              </a:ext>
            </a:extLst>
          </p:cNvPr>
          <p:cNvCxnSpPr>
            <a:cxnSpLocks noChangeAspect="1"/>
          </p:cNvCxnSpPr>
          <p:nvPr/>
        </p:nvCxnSpPr>
        <p:spPr>
          <a:xfrm>
            <a:off x="5183505" y="5698953"/>
            <a:ext cx="250831" cy="251018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119B4B62-36B2-08C9-3BDE-9B2415928CF7}"/>
              </a:ext>
            </a:extLst>
          </p:cNvPr>
          <p:cNvCxnSpPr>
            <a:cxnSpLocks noChangeAspect="1"/>
          </p:cNvCxnSpPr>
          <p:nvPr/>
        </p:nvCxnSpPr>
        <p:spPr>
          <a:xfrm>
            <a:off x="5320880" y="5717699"/>
            <a:ext cx="94041" cy="9411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12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angle 771">
            <a:extLst>
              <a:ext uri="{FF2B5EF4-FFF2-40B4-BE49-F238E27FC236}">
                <a16:creationId xmlns:a16="http://schemas.microsoft.com/office/drawing/2014/main" id="{79579D6D-1835-78ED-6F36-2BB1A5CEEDD9}"/>
              </a:ext>
            </a:extLst>
          </p:cNvPr>
          <p:cNvSpPr/>
          <p:nvPr/>
        </p:nvSpPr>
        <p:spPr>
          <a:xfrm flipH="1">
            <a:off x="11502443" y="3431656"/>
            <a:ext cx="51090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12A3ED9D-F66C-A242-CABD-C887D7BB1479}"/>
              </a:ext>
            </a:extLst>
          </p:cNvPr>
          <p:cNvCxnSpPr>
            <a:cxnSpLocks/>
          </p:cNvCxnSpPr>
          <p:nvPr/>
        </p:nvCxnSpPr>
        <p:spPr>
          <a:xfrm>
            <a:off x="193964" y="1637823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37DC3C49-CE96-4A0E-D539-D1DF535193D1}"/>
              </a:ext>
            </a:extLst>
          </p:cNvPr>
          <p:cNvCxnSpPr>
            <a:cxnSpLocks/>
          </p:cNvCxnSpPr>
          <p:nvPr/>
        </p:nvCxnSpPr>
        <p:spPr>
          <a:xfrm>
            <a:off x="3020580" y="1604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71A61B-F652-721C-FE0A-E35CC4B5A9A5}"/>
              </a:ext>
            </a:extLst>
          </p:cNvPr>
          <p:cNvCxnSpPr>
            <a:cxnSpLocks/>
          </p:cNvCxnSpPr>
          <p:nvPr/>
        </p:nvCxnSpPr>
        <p:spPr>
          <a:xfrm>
            <a:off x="2019965" y="1943736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7D6B795-B4C0-F846-8658-FEAAF9CA8709}"/>
              </a:ext>
            </a:extLst>
          </p:cNvPr>
          <p:cNvCxnSpPr>
            <a:cxnSpLocks/>
          </p:cNvCxnSpPr>
          <p:nvPr/>
        </p:nvCxnSpPr>
        <p:spPr>
          <a:xfrm>
            <a:off x="2040619" y="457059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E139DE-1BBD-2BD7-D872-663D712616DD}"/>
              </a:ext>
            </a:extLst>
          </p:cNvPr>
          <p:cNvCxnSpPr>
            <a:cxnSpLocks/>
          </p:cNvCxnSpPr>
          <p:nvPr/>
        </p:nvCxnSpPr>
        <p:spPr>
          <a:xfrm>
            <a:off x="205264" y="752232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1C3B1-97DD-A364-5709-6743152F854B}"/>
              </a:ext>
            </a:extLst>
          </p:cNvPr>
          <p:cNvCxnSpPr>
            <a:cxnSpLocks/>
          </p:cNvCxnSpPr>
          <p:nvPr/>
        </p:nvCxnSpPr>
        <p:spPr>
          <a:xfrm>
            <a:off x="166255" y="1045627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F87532-B723-96D8-737A-721820918702}"/>
              </a:ext>
            </a:extLst>
          </p:cNvPr>
          <p:cNvCxnSpPr>
            <a:cxnSpLocks/>
          </p:cNvCxnSpPr>
          <p:nvPr/>
        </p:nvCxnSpPr>
        <p:spPr>
          <a:xfrm>
            <a:off x="207818" y="1348751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DD1B5A-B0FA-7A8F-BD7E-A39D03665270}"/>
              </a:ext>
            </a:extLst>
          </p:cNvPr>
          <p:cNvCxnSpPr>
            <a:cxnSpLocks/>
          </p:cNvCxnSpPr>
          <p:nvPr/>
        </p:nvCxnSpPr>
        <p:spPr>
          <a:xfrm>
            <a:off x="2378483" y="166578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2D14223-C770-7E9F-8180-628BA05B557D}"/>
              </a:ext>
            </a:extLst>
          </p:cNvPr>
          <p:cNvCxnSpPr>
            <a:cxnSpLocks/>
          </p:cNvCxnSpPr>
          <p:nvPr/>
        </p:nvCxnSpPr>
        <p:spPr>
          <a:xfrm>
            <a:off x="3800863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17CE4C1-8F3B-E139-BBDA-F559D5554A6F}"/>
              </a:ext>
            </a:extLst>
          </p:cNvPr>
          <p:cNvCxnSpPr>
            <a:cxnSpLocks/>
          </p:cNvCxnSpPr>
          <p:nvPr/>
        </p:nvCxnSpPr>
        <p:spPr>
          <a:xfrm flipH="1">
            <a:off x="4569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94A6C9F-F71B-9964-6B44-7DAE6C2B9021}"/>
              </a:ext>
            </a:extLst>
          </p:cNvPr>
          <p:cNvCxnSpPr>
            <a:cxnSpLocks/>
          </p:cNvCxnSpPr>
          <p:nvPr/>
        </p:nvCxnSpPr>
        <p:spPr>
          <a:xfrm>
            <a:off x="5354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DF1517E-2C4E-DE61-B1C4-D112142F0DAA}"/>
              </a:ext>
            </a:extLst>
          </p:cNvPr>
          <p:cNvCxnSpPr>
            <a:cxnSpLocks/>
          </p:cNvCxnSpPr>
          <p:nvPr/>
        </p:nvCxnSpPr>
        <p:spPr>
          <a:xfrm flipH="1">
            <a:off x="6107604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38DA259-20D7-6C64-9749-209C41020E39}"/>
              </a:ext>
            </a:extLst>
          </p:cNvPr>
          <p:cNvCxnSpPr>
            <a:cxnSpLocks/>
          </p:cNvCxnSpPr>
          <p:nvPr/>
        </p:nvCxnSpPr>
        <p:spPr>
          <a:xfrm>
            <a:off x="6888266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7EC50D9-598D-3BC4-E0CB-EC4E06D6EB16}"/>
              </a:ext>
            </a:extLst>
          </p:cNvPr>
          <p:cNvCxnSpPr/>
          <p:nvPr/>
        </p:nvCxnSpPr>
        <p:spPr>
          <a:xfrm>
            <a:off x="7660116" y="16657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DC55248-0F80-75FE-F12C-022EB4EE1244}"/>
              </a:ext>
            </a:extLst>
          </p:cNvPr>
          <p:cNvCxnSpPr/>
          <p:nvPr/>
        </p:nvCxnSpPr>
        <p:spPr>
          <a:xfrm flipV="1">
            <a:off x="380231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630379C-B644-DC7E-CA82-4425713769E1}"/>
              </a:ext>
            </a:extLst>
          </p:cNvPr>
          <p:cNvCxnSpPr>
            <a:cxnSpLocks/>
          </p:cNvCxnSpPr>
          <p:nvPr/>
        </p:nvCxnSpPr>
        <p:spPr>
          <a:xfrm flipV="1">
            <a:off x="5350381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1B1F9DF-709F-9EE8-9C92-79455CE441CD}"/>
              </a:ext>
            </a:extLst>
          </p:cNvPr>
          <p:cNvCxnSpPr>
            <a:cxnSpLocks/>
          </p:cNvCxnSpPr>
          <p:nvPr/>
        </p:nvCxnSpPr>
        <p:spPr>
          <a:xfrm flipV="1">
            <a:off x="4575850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7CDDD5F-7C50-933A-4E66-A720C92B25A1}"/>
              </a:ext>
            </a:extLst>
          </p:cNvPr>
          <p:cNvCxnSpPr>
            <a:cxnSpLocks/>
          </p:cNvCxnSpPr>
          <p:nvPr/>
        </p:nvCxnSpPr>
        <p:spPr>
          <a:xfrm flipV="1">
            <a:off x="612176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71641A6-6E96-935E-F4BC-0DB246F6F7D6}"/>
              </a:ext>
            </a:extLst>
          </p:cNvPr>
          <p:cNvCxnSpPr>
            <a:cxnSpLocks/>
          </p:cNvCxnSpPr>
          <p:nvPr/>
        </p:nvCxnSpPr>
        <p:spPr>
          <a:xfrm flipV="1">
            <a:off x="689127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002A578-FA00-502E-186D-2FAE32C368DB}"/>
              </a:ext>
            </a:extLst>
          </p:cNvPr>
          <p:cNvCxnSpPr>
            <a:cxnSpLocks/>
          </p:cNvCxnSpPr>
          <p:nvPr/>
        </p:nvCxnSpPr>
        <p:spPr>
          <a:xfrm flipV="1">
            <a:off x="766238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684714" y="759846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14" y="759846"/>
                <a:ext cx="1655390" cy="257186"/>
              </a:xfrm>
              <a:prstGeom prst="rect">
                <a:avLst/>
              </a:prstGeom>
              <a:blipFill>
                <a:blip r:embed="rId2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/>
              <p:nvPr/>
            </p:nvSpPr>
            <p:spPr>
              <a:xfrm>
                <a:off x="953726" y="1055739"/>
                <a:ext cx="1337995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26" y="1055739"/>
                <a:ext cx="1337995" cy="257186"/>
              </a:xfrm>
              <a:prstGeom prst="rect">
                <a:avLst/>
              </a:prstGeom>
              <a:blipFill>
                <a:blip r:embed="rId3"/>
                <a:stretch>
                  <a:fillRect l="-136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D5E1F4-6BD1-3A83-555C-C9E06D958B42}"/>
                  </a:ext>
                </a:extLst>
              </p:cNvPr>
              <p:cNvSpPr txBox="1"/>
              <p:nvPr/>
            </p:nvSpPr>
            <p:spPr>
              <a:xfrm>
                <a:off x="672824" y="1361277"/>
                <a:ext cx="1984005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D5E1F4-6BD1-3A83-555C-C9E06D958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24" y="1361277"/>
                <a:ext cx="1984005" cy="258789"/>
              </a:xfrm>
              <a:prstGeom prst="rect">
                <a:avLst/>
              </a:prstGeom>
              <a:blipFill>
                <a:blip r:embed="rId4"/>
                <a:stretch>
                  <a:fillRect l="-920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/>
              <p:nvPr/>
            </p:nvSpPr>
            <p:spPr>
              <a:xfrm>
                <a:off x="3696760" y="173061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760" y="1730610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/>
              <p:nvPr/>
            </p:nvSpPr>
            <p:spPr>
              <a:xfrm>
                <a:off x="4470680" y="173061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680" y="1730610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/>
              <p:nvPr/>
            </p:nvSpPr>
            <p:spPr>
              <a:xfrm>
                <a:off x="5232036" y="173061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036" y="1730610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/>
              <p:nvPr/>
            </p:nvSpPr>
            <p:spPr>
              <a:xfrm>
                <a:off x="6015325" y="173061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25" y="1730610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/>
              <p:nvPr/>
            </p:nvSpPr>
            <p:spPr>
              <a:xfrm>
                <a:off x="6645878" y="1730610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878" y="1730610"/>
                <a:ext cx="485710" cy="307777"/>
              </a:xfrm>
              <a:prstGeom prst="rect">
                <a:avLst/>
              </a:prstGeom>
              <a:blipFill>
                <a:blip r:embed="rId9"/>
                <a:stretch>
                  <a:fillRect l="-11250" r="-1125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/>
              <p:nvPr/>
            </p:nvSpPr>
            <p:spPr>
              <a:xfrm>
                <a:off x="7550966" y="1730610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966" y="1730610"/>
                <a:ext cx="485710" cy="307777"/>
              </a:xfrm>
              <a:prstGeom prst="rect">
                <a:avLst/>
              </a:prstGeom>
              <a:blipFill>
                <a:blip r:embed="rId10"/>
                <a:stretch>
                  <a:fillRect l="-12658" r="-11392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28F8CA6-75B2-05A0-1EA3-DCCC0632BF41}"/>
              </a:ext>
            </a:extLst>
          </p:cNvPr>
          <p:cNvCxnSpPr>
            <a:cxnSpLocks/>
          </p:cNvCxnSpPr>
          <p:nvPr/>
        </p:nvCxnSpPr>
        <p:spPr>
          <a:xfrm>
            <a:off x="2018290" y="1572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/>
              <p:nvPr/>
            </p:nvSpPr>
            <p:spPr>
              <a:xfrm>
                <a:off x="2934515" y="1730610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515" y="1730610"/>
                <a:ext cx="200375" cy="307777"/>
              </a:xfrm>
              <a:prstGeom prst="rect">
                <a:avLst/>
              </a:prstGeom>
              <a:blipFill>
                <a:blip r:embed="rId11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19188" y="761808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57B2DA2-D1AD-E080-9F57-EBC32CD80B3B}"/>
              </a:ext>
            </a:extLst>
          </p:cNvPr>
          <p:cNvCxnSpPr>
            <a:cxnSpLocks/>
          </p:cNvCxnSpPr>
          <p:nvPr/>
        </p:nvCxnSpPr>
        <p:spPr>
          <a:xfrm flipV="1">
            <a:off x="3019371" y="1334085"/>
            <a:ext cx="0" cy="308495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D98D8D-4459-5C8C-165F-26A6EC38C04C}"/>
              </a:ext>
            </a:extLst>
          </p:cNvPr>
          <p:cNvGrpSpPr/>
          <p:nvPr/>
        </p:nvGrpSpPr>
        <p:grpSpPr>
          <a:xfrm>
            <a:off x="4540138" y="747527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B98AC11-5086-3453-1905-07328B0EB77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03E502C-9161-C6F5-F1B7-26FA2B73D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D2CDD5C-482F-BEB5-6942-3330D205E685}"/>
              </a:ext>
            </a:extLst>
          </p:cNvPr>
          <p:cNvCxnSpPr>
            <a:cxnSpLocks/>
          </p:cNvCxnSpPr>
          <p:nvPr/>
        </p:nvCxnSpPr>
        <p:spPr>
          <a:xfrm>
            <a:off x="8431968" y="15724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03BACD4-4885-9F91-1EA9-A5D51ED1C18F}"/>
              </a:ext>
            </a:extLst>
          </p:cNvPr>
          <p:cNvCxnSpPr/>
          <p:nvPr/>
        </p:nvCxnSpPr>
        <p:spPr>
          <a:xfrm>
            <a:off x="9203818" y="15724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995CD84-A00C-C150-993D-48A196CA4D0E}"/>
              </a:ext>
            </a:extLst>
          </p:cNvPr>
          <p:cNvCxnSpPr>
            <a:cxnSpLocks/>
          </p:cNvCxnSpPr>
          <p:nvPr/>
        </p:nvCxnSpPr>
        <p:spPr>
          <a:xfrm flipV="1">
            <a:off x="843484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7A7A1F3-247B-9044-7D71-A59DAFC77948}"/>
              </a:ext>
            </a:extLst>
          </p:cNvPr>
          <p:cNvCxnSpPr>
            <a:cxnSpLocks/>
          </p:cNvCxnSpPr>
          <p:nvPr/>
        </p:nvCxnSpPr>
        <p:spPr>
          <a:xfrm flipV="1">
            <a:off x="920595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/>
              <p:nvPr/>
            </p:nvSpPr>
            <p:spPr>
              <a:xfrm>
                <a:off x="8331561" y="1731956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561" y="1731956"/>
                <a:ext cx="485710" cy="307777"/>
              </a:xfrm>
              <a:prstGeom prst="rect">
                <a:avLst/>
              </a:prstGeom>
              <a:blipFill>
                <a:blip r:embed="rId12"/>
                <a:stretch>
                  <a:fillRect l="-12658" r="-1139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/>
              <p:nvPr/>
            </p:nvSpPr>
            <p:spPr>
              <a:xfrm>
                <a:off x="9094537" y="1731956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537" y="1731956"/>
                <a:ext cx="485710" cy="307777"/>
              </a:xfrm>
              <a:prstGeom prst="rect">
                <a:avLst/>
              </a:prstGeom>
              <a:blipFill>
                <a:blip r:embed="rId13"/>
                <a:stretch>
                  <a:fillRect l="-12500" r="-1000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B5D9B9AA-53C7-41A2-F80B-37CA4D79ACE3}"/>
              </a:ext>
            </a:extLst>
          </p:cNvPr>
          <p:cNvCxnSpPr>
            <a:cxnSpLocks/>
          </p:cNvCxnSpPr>
          <p:nvPr/>
        </p:nvCxnSpPr>
        <p:spPr>
          <a:xfrm flipV="1">
            <a:off x="3028426" y="1620065"/>
            <a:ext cx="8979091" cy="17758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8FB04C3-EC74-5EA2-C54F-70B063F7BC09}"/>
              </a:ext>
            </a:extLst>
          </p:cNvPr>
          <p:cNvCxnSpPr/>
          <p:nvPr/>
        </p:nvCxnSpPr>
        <p:spPr>
          <a:xfrm>
            <a:off x="9813744" y="166578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2187514" y="314173"/>
            <a:ext cx="109427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/>
              <a:t>Jobs </a:t>
            </a:r>
            <a:r>
              <a:rPr lang="en-RU" sz="1500" b="1" dirty="0"/>
              <a:t>Arrival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1D3CBEB-33D7-C0D1-998E-91E411543172}"/>
              </a:ext>
            </a:extLst>
          </p:cNvPr>
          <p:cNvCxnSpPr>
            <a:cxnSpLocks/>
          </p:cNvCxnSpPr>
          <p:nvPr/>
        </p:nvCxnSpPr>
        <p:spPr>
          <a:xfrm>
            <a:off x="9814277" y="14819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99FA927-C547-1E4D-975B-211E9E98AAE7}"/>
              </a:ext>
            </a:extLst>
          </p:cNvPr>
          <p:cNvCxnSpPr/>
          <p:nvPr/>
        </p:nvCxnSpPr>
        <p:spPr>
          <a:xfrm>
            <a:off x="10597279" y="14819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988CBDD-D489-F03F-9F13-F115EECD08F7}"/>
              </a:ext>
            </a:extLst>
          </p:cNvPr>
          <p:cNvCxnSpPr>
            <a:cxnSpLocks/>
          </p:cNvCxnSpPr>
          <p:nvPr/>
        </p:nvCxnSpPr>
        <p:spPr>
          <a:xfrm>
            <a:off x="11369131" y="1388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/>
              <p:nvPr/>
            </p:nvSpPr>
            <p:spPr>
              <a:xfrm>
                <a:off x="11835824" y="171145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5824" y="1711450"/>
                <a:ext cx="231602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/>
              <p:nvPr/>
            </p:nvSpPr>
            <p:spPr>
              <a:xfrm>
                <a:off x="9746711" y="1732388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711" y="1732388"/>
                <a:ext cx="485710" cy="307777"/>
              </a:xfrm>
              <a:prstGeom prst="rect">
                <a:avLst/>
              </a:prstGeom>
              <a:blipFill>
                <a:blip r:embed="rId15"/>
                <a:stretch>
                  <a:fillRect l="-12500" r="-1000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/>
              <p:nvPr/>
            </p:nvSpPr>
            <p:spPr>
              <a:xfrm>
                <a:off x="10343428" y="1732388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428" y="1732388"/>
                <a:ext cx="485710" cy="307777"/>
              </a:xfrm>
              <a:prstGeom prst="rect">
                <a:avLst/>
              </a:prstGeom>
              <a:blipFill>
                <a:blip r:embed="rId16"/>
                <a:stretch>
                  <a:fillRect l="-12658" r="-1139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3021410" y="1053509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5F4EC246-A81B-802A-40DB-697FDE2FB95F}"/>
              </a:ext>
            </a:extLst>
          </p:cNvPr>
          <p:cNvCxnSpPr>
            <a:cxnSpLocks/>
          </p:cNvCxnSpPr>
          <p:nvPr/>
        </p:nvCxnSpPr>
        <p:spPr>
          <a:xfrm flipH="1" flipV="1">
            <a:off x="6887688" y="753731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F335AD57-CAF5-859A-BBD9-CB642DC6453A}"/>
              </a:ext>
            </a:extLst>
          </p:cNvPr>
          <p:cNvCxnSpPr>
            <a:cxnSpLocks/>
          </p:cNvCxnSpPr>
          <p:nvPr/>
        </p:nvCxnSpPr>
        <p:spPr>
          <a:xfrm flipH="1" flipV="1">
            <a:off x="3809379" y="1076333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77F0D6E8-2562-D475-A54D-33A1D6BE58D8}"/>
              </a:ext>
            </a:extLst>
          </p:cNvPr>
          <p:cNvCxnSpPr>
            <a:cxnSpLocks/>
          </p:cNvCxnSpPr>
          <p:nvPr/>
        </p:nvCxnSpPr>
        <p:spPr>
          <a:xfrm flipH="1" flipV="1">
            <a:off x="3415084" y="106912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18FDBC5A-B7C8-4C99-F596-BCF931B026CB}"/>
              </a:ext>
            </a:extLst>
          </p:cNvPr>
          <p:cNvCxnSpPr>
            <a:cxnSpLocks/>
          </p:cNvCxnSpPr>
          <p:nvPr/>
        </p:nvCxnSpPr>
        <p:spPr>
          <a:xfrm flipH="1" flipV="1">
            <a:off x="4568650" y="1060386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1BAE0068-7CBE-B3E1-29D1-492D4BAF9243}"/>
              </a:ext>
            </a:extLst>
          </p:cNvPr>
          <p:cNvCxnSpPr>
            <a:cxnSpLocks/>
          </p:cNvCxnSpPr>
          <p:nvPr/>
        </p:nvCxnSpPr>
        <p:spPr>
          <a:xfrm flipH="1" flipV="1">
            <a:off x="4196871" y="1066113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289BB0BF-E519-276E-E540-D687F2CB9F09}"/>
              </a:ext>
            </a:extLst>
          </p:cNvPr>
          <p:cNvCxnSpPr>
            <a:cxnSpLocks/>
          </p:cNvCxnSpPr>
          <p:nvPr/>
        </p:nvCxnSpPr>
        <p:spPr>
          <a:xfrm flipH="1" flipV="1">
            <a:off x="5355473" y="1049404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4EE54BA1-3C6D-74E8-A5EE-D286AC4E5252}"/>
              </a:ext>
            </a:extLst>
          </p:cNvPr>
          <p:cNvCxnSpPr>
            <a:cxnSpLocks/>
          </p:cNvCxnSpPr>
          <p:nvPr/>
        </p:nvCxnSpPr>
        <p:spPr>
          <a:xfrm flipH="1" flipV="1">
            <a:off x="5006015" y="1062436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C158414-06F3-5F74-8F8D-32251967E649}"/>
              </a:ext>
            </a:extLst>
          </p:cNvPr>
          <p:cNvCxnSpPr>
            <a:cxnSpLocks/>
          </p:cNvCxnSpPr>
          <p:nvPr/>
        </p:nvCxnSpPr>
        <p:spPr>
          <a:xfrm flipH="1" flipV="1">
            <a:off x="6109272" y="1056281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D872C7E1-F572-F4B2-3368-9E11859CED4F}"/>
              </a:ext>
            </a:extLst>
          </p:cNvPr>
          <p:cNvCxnSpPr>
            <a:cxnSpLocks/>
          </p:cNvCxnSpPr>
          <p:nvPr/>
        </p:nvCxnSpPr>
        <p:spPr>
          <a:xfrm flipH="1" flipV="1">
            <a:off x="5748789" y="1062436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6A6C5796-7922-D62C-EDF1-7FA89B0C678A}"/>
              </a:ext>
            </a:extLst>
          </p:cNvPr>
          <p:cNvCxnSpPr>
            <a:cxnSpLocks/>
          </p:cNvCxnSpPr>
          <p:nvPr/>
        </p:nvCxnSpPr>
        <p:spPr>
          <a:xfrm flipH="1" flipV="1">
            <a:off x="6888399" y="1061238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7B02E0D9-E20D-B9F0-B34D-1BC883F040E6}"/>
              </a:ext>
            </a:extLst>
          </p:cNvPr>
          <p:cNvCxnSpPr>
            <a:cxnSpLocks/>
          </p:cNvCxnSpPr>
          <p:nvPr/>
        </p:nvCxnSpPr>
        <p:spPr>
          <a:xfrm flipH="1" flipV="1">
            <a:off x="7277851" y="1056280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CFD841A-E2FA-203A-5376-091431E1971C}"/>
              </a:ext>
            </a:extLst>
          </p:cNvPr>
          <p:cNvCxnSpPr>
            <a:cxnSpLocks/>
          </p:cNvCxnSpPr>
          <p:nvPr/>
        </p:nvCxnSpPr>
        <p:spPr>
          <a:xfrm flipH="1" flipV="1">
            <a:off x="7653351" y="1068115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B5482CB2-4AC3-462F-FBD3-D40E60372C48}"/>
              </a:ext>
            </a:extLst>
          </p:cNvPr>
          <p:cNvCxnSpPr>
            <a:cxnSpLocks/>
          </p:cNvCxnSpPr>
          <p:nvPr/>
        </p:nvCxnSpPr>
        <p:spPr>
          <a:xfrm flipH="1" flipV="1">
            <a:off x="8051582" y="1069501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83C8DDD4-710D-7E7B-A667-AABB2E0161DC}"/>
              </a:ext>
            </a:extLst>
          </p:cNvPr>
          <p:cNvCxnSpPr>
            <a:cxnSpLocks/>
          </p:cNvCxnSpPr>
          <p:nvPr/>
        </p:nvCxnSpPr>
        <p:spPr>
          <a:xfrm flipH="1" flipV="1">
            <a:off x="8445655" y="1057868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CAD12B6E-B817-686F-5F2A-91614B8BD1C0}"/>
              </a:ext>
            </a:extLst>
          </p:cNvPr>
          <p:cNvCxnSpPr>
            <a:cxnSpLocks/>
          </p:cNvCxnSpPr>
          <p:nvPr/>
        </p:nvCxnSpPr>
        <p:spPr>
          <a:xfrm flipH="1" flipV="1">
            <a:off x="8836172" y="1069501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8D78A1B-E818-252F-2C77-CF994135FA77}"/>
              </a:ext>
            </a:extLst>
          </p:cNvPr>
          <p:cNvCxnSpPr>
            <a:cxnSpLocks/>
          </p:cNvCxnSpPr>
          <p:nvPr/>
        </p:nvCxnSpPr>
        <p:spPr>
          <a:xfrm flipH="1" flipV="1">
            <a:off x="9205124" y="1064010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D837940E-793A-2256-9BDF-6261CFF30BF8}"/>
              </a:ext>
            </a:extLst>
          </p:cNvPr>
          <p:cNvCxnSpPr>
            <a:cxnSpLocks/>
          </p:cNvCxnSpPr>
          <p:nvPr/>
        </p:nvCxnSpPr>
        <p:spPr>
          <a:xfrm flipH="1" flipV="1">
            <a:off x="9811994" y="1056449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0E6A0CDA-C33E-6F8A-B178-125968DD2C1E}"/>
              </a:ext>
            </a:extLst>
          </p:cNvPr>
          <p:cNvCxnSpPr>
            <a:cxnSpLocks/>
          </p:cNvCxnSpPr>
          <p:nvPr/>
        </p:nvCxnSpPr>
        <p:spPr>
          <a:xfrm flipH="1" flipV="1">
            <a:off x="10960793" y="1045467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0AA71F88-7FD7-407F-47A3-E5E078E66390}"/>
              </a:ext>
            </a:extLst>
          </p:cNvPr>
          <p:cNvCxnSpPr>
            <a:cxnSpLocks/>
          </p:cNvCxnSpPr>
          <p:nvPr/>
        </p:nvCxnSpPr>
        <p:spPr>
          <a:xfrm flipH="1" flipV="1">
            <a:off x="10203759" y="1069120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97D4C600-F5B2-76BA-186C-144F70F6503A}"/>
              </a:ext>
            </a:extLst>
          </p:cNvPr>
          <p:cNvCxnSpPr>
            <a:cxnSpLocks/>
          </p:cNvCxnSpPr>
          <p:nvPr/>
        </p:nvCxnSpPr>
        <p:spPr>
          <a:xfrm flipH="1" flipV="1">
            <a:off x="9521908" y="1058287"/>
            <a:ext cx="1346" cy="281191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Freeform 336">
            <a:extLst>
              <a:ext uri="{FF2B5EF4-FFF2-40B4-BE49-F238E27FC236}">
                <a16:creationId xmlns:a16="http://schemas.microsoft.com/office/drawing/2014/main" id="{569C3B7C-A82E-BFF4-AA48-43E63D97D86F}"/>
              </a:ext>
            </a:extLst>
          </p:cNvPr>
          <p:cNvSpPr/>
          <p:nvPr/>
        </p:nvSpPr>
        <p:spPr>
          <a:xfrm>
            <a:off x="2755988" y="691762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F9EEC0D3-59B0-89A5-92DF-3DE3163A6154}"/>
              </a:ext>
            </a:extLst>
          </p:cNvPr>
          <p:cNvCxnSpPr>
            <a:cxnSpLocks/>
          </p:cNvCxnSpPr>
          <p:nvPr/>
        </p:nvCxnSpPr>
        <p:spPr>
          <a:xfrm>
            <a:off x="193964" y="3722311"/>
            <a:ext cx="9955188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EBFB2617-5E02-E270-ED62-E617FDC100B1}"/>
              </a:ext>
            </a:extLst>
          </p:cNvPr>
          <p:cNvCxnSpPr>
            <a:cxnSpLocks/>
          </p:cNvCxnSpPr>
          <p:nvPr/>
        </p:nvCxnSpPr>
        <p:spPr>
          <a:xfrm>
            <a:off x="3020580" y="22449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02AA6738-7FE6-5A6F-DE3F-D0CF69CFA7F4}"/>
              </a:ext>
            </a:extLst>
          </p:cNvPr>
          <p:cNvCxnSpPr>
            <a:cxnSpLocks/>
          </p:cNvCxnSpPr>
          <p:nvPr/>
        </p:nvCxnSpPr>
        <p:spPr>
          <a:xfrm>
            <a:off x="2019965" y="402822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6D2AB69C-C593-ABE3-6B63-4985318AC488}"/>
              </a:ext>
            </a:extLst>
          </p:cNvPr>
          <p:cNvCxnSpPr>
            <a:cxnSpLocks/>
          </p:cNvCxnSpPr>
          <p:nvPr/>
        </p:nvCxnSpPr>
        <p:spPr>
          <a:xfrm>
            <a:off x="2040619" y="25415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B41EF9A9-6CF5-A506-1DFD-3C3C25C1A2C5}"/>
              </a:ext>
            </a:extLst>
          </p:cNvPr>
          <p:cNvCxnSpPr>
            <a:cxnSpLocks/>
          </p:cNvCxnSpPr>
          <p:nvPr/>
        </p:nvCxnSpPr>
        <p:spPr>
          <a:xfrm>
            <a:off x="180110" y="2837041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6E2F6E19-B8C2-C905-B6FC-1A53C581617A}"/>
              </a:ext>
            </a:extLst>
          </p:cNvPr>
          <p:cNvCxnSpPr>
            <a:cxnSpLocks/>
          </p:cNvCxnSpPr>
          <p:nvPr/>
        </p:nvCxnSpPr>
        <p:spPr>
          <a:xfrm>
            <a:off x="166255" y="3130115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FD68F11-2D83-2828-AF61-EF670331ED2A}"/>
              </a:ext>
            </a:extLst>
          </p:cNvPr>
          <p:cNvCxnSpPr>
            <a:cxnSpLocks/>
          </p:cNvCxnSpPr>
          <p:nvPr/>
        </p:nvCxnSpPr>
        <p:spPr>
          <a:xfrm>
            <a:off x="207818" y="3433239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7A165026-D3C0-2909-0CA6-28A44F22FB97}"/>
              </a:ext>
            </a:extLst>
          </p:cNvPr>
          <p:cNvCxnSpPr>
            <a:cxnSpLocks/>
          </p:cNvCxnSpPr>
          <p:nvPr/>
        </p:nvCxnSpPr>
        <p:spPr>
          <a:xfrm>
            <a:off x="2378483" y="2251067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88EF67AF-125A-83C3-492F-F699005E4614}"/>
              </a:ext>
            </a:extLst>
          </p:cNvPr>
          <p:cNvCxnSpPr>
            <a:cxnSpLocks/>
          </p:cNvCxnSpPr>
          <p:nvPr/>
        </p:nvCxnSpPr>
        <p:spPr>
          <a:xfrm>
            <a:off x="3800863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42DBEB0D-08B8-01B3-6D9D-CDD2A4DD576E}"/>
              </a:ext>
            </a:extLst>
          </p:cNvPr>
          <p:cNvCxnSpPr>
            <a:cxnSpLocks/>
          </p:cNvCxnSpPr>
          <p:nvPr/>
        </p:nvCxnSpPr>
        <p:spPr>
          <a:xfrm flipH="1">
            <a:off x="4569840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644D783-ED6A-F889-4939-DCCA14BA07F7}"/>
              </a:ext>
            </a:extLst>
          </p:cNvPr>
          <p:cNvCxnSpPr>
            <a:cxnSpLocks/>
          </p:cNvCxnSpPr>
          <p:nvPr/>
        </p:nvCxnSpPr>
        <p:spPr>
          <a:xfrm>
            <a:off x="5354840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A0CEA8E7-6C5D-1609-3F97-0F4C9FFFA22F}"/>
              </a:ext>
            </a:extLst>
          </p:cNvPr>
          <p:cNvCxnSpPr>
            <a:cxnSpLocks/>
          </p:cNvCxnSpPr>
          <p:nvPr/>
        </p:nvCxnSpPr>
        <p:spPr>
          <a:xfrm flipH="1">
            <a:off x="6107604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A2D2F7D3-FF0F-00DD-EBAD-A97C1E806E9D}"/>
              </a:ext>
            </a:extLst>
          </p:cNvPr>
          <p:cNvCxnSpPr>
            <a:cxnSpLocks/>
          </p:cNvCxnSpPr>
          <p:nvPr/>
        </p:nvCxnSpPr>
        <p:spPr>
          <a:xfrm>
            <a:off x="6888266" y="225106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00D75D8F-BBFC-D6D2-F09F-69F2812915C4}"/>
              </a:ext>
            </a:extLst>
          </p:cNvPr>
          <p:cNvCxnSpPr/>
          <p:nvPr/>
        </p:nvCxnSpPr>
        <p:spPr>
          <a:xfrm>
            <a:off x="7660116" y="22510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59C31E1E-41ED-2029-1B7C-61F92EDAA59D}"/>
              </a:ext>
            </a:extLst>
          </p:cNvPr>
          <p:cNvCxnSpPr/>
          <p:nvPr/>
        </p:nvCxnSpPr>
        <p:spPr>
          <a:xfrm flipV="1">
            <a:off x="3802319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CAAB618F-EE4D-E7B6-E380-98CE6E269B2B}"/>
              </a:ext>
            </a:extLst>
          </p:cNvPr>
          <p:cNvCxnSpPr>
            <a:cxnSpLocks/>
          </p:cNvCxnSpPr>
          <p:nvPr/>
        </p:nvCxnSpPr>
        <p:spPr>
          <a:xfrm flipV="1">
            <a:off x="5350381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66D2AC5E-39C4-7D88-3DD1-A4E54DE9E2B3}"/>
              </a:ext>
            </a:extLst>
          </p:cNvPr>
          <p:cNvCxnSpPr>
            <a:cxnSpLocks/>
          </p:cNvCxnSpPr>
          <p:nvPr/>
        </p:nvCxnSpPr>
        <p:spPr>
          <a:xfrm flipV="1">
            <a:off x="4575850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FBACDEB0-9F48-8176-AE77-A96E218C9D98}"/>
              </a:ext>
            </a:extLst>
          </p:cNvPr>
          <p:cNvCxnSpPr>
            <a:cxnSpLocks/>
          </p:cNvCxnSpPr>
          <p:nvPr/>
        </p:nvCxnSpPr>
        <p:spPr>
          <a:xfrm flipV="1">
            <a:off x="6121769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ADA03DE8-7CFB-AA21-4B67-175C588F1B02}"/>
              </a:ext>
            </a:extLst>
          </p:cNvPr>
          <p:cNvCxnSpPr>
            <a:cxnSpLocks/>
          </p:cNvCxnSpPr>
          <p:nvPr/>
        </p:nvCxnSpPr>
        <p:spPr>
          <a:xfrm flipV="1">
            <a:off x="6891276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DE97D22D-9A2F-FE93-F40D-B45A71E2800A}"/>
              </a:ext>
            </a:extLst>
          </p:cNvPr>
          <p:cNvCxnSpPr>
            <a:cxnSpLocks/>
          </p:cNvCxnSpPr>
          <p:nvPr/>
        </p:nvCxnSpPr>
        <p:spPr>
          <a:xfrm flipV="1">
            <a:off x="7662386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/>
              <p:nvPr/>
            </p:nvSpPr>
            <p:spPr>
              <a:xfrm>
                <a:off x="673513" y="2838790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13" y="2838790"/>
                <a:ext cx="1655390" cy="257186"/>
              </a:xfrm>
              <a:prstGeom prst="rect">
                <a:avLst/>
              </a:prstGeom>
              <a:blipFill>
                <a:blip r:embed="rId17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/>
              <p:nvPr/>
            </p:nvSpPr>
            <p:spPr>
              <a:xfrm>
                <a:off x="949526" y="3142224"/>
                <a:ext cx="1337995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526" y="3142224"/>
                <a:ext cx="1337995" cy="257186"/>
              </a:xfrm>
              <a:prstGeom prst="rect">
                <a:avLst/>
              </a:prstGeom>
              <a:blipFill>
                <a:blip r:embed="rId18"/>
                <a:stretch>
                  <a:fillRect l="-1826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B2D7A268-36EE-F00F-A951-93FECCD9296D}"/>
                  </a:ext>
                </a:extLst>
              </p:cNvPr>
              <p:cNvSpPr txBox="1"/>
              <p:nvPr/>
            </p:nvSpPr>
            <p:spPr>
              <a:xfrm>
                <a:off x="672824" y="3445765"/>
                <a:ext cx="1984005" cy="258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CAMERA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9" name="TextBox 598">
                <a:extLst>
                  <a:ext uri="{FF2B5EF4-FFF2-40B4-BE49-F238E27FC236}">
                    <a16:creationId xmlns:a16="http://schemas.microsoft.com/office/drawing/2014/main" id="{B2D7A268-36EE-F00F-A951-93FECCD92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24" y="3445765"/>
                <a:ext cx="1984005" cy="258789"/>
              </a:xfrm>
              <a:prstGeom prst="rect">
                <a:avLst/>
              </a:prstGeom>
              <a:blipFill>
                <a:blip r:embed="rId19"/>
                <a:stretch>
                  <a:fillRect l="-920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/>
              <p:nvPr/>
            </p:nvSpPr>
            <p:spPr>
              <a:xfrm>
                <a:off x="3696760" y="38150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760" y="3815099"/>
                <a:ext cx="343043" cy="307777"/>
              </a:xfrm>
              <a:prstGeom prst="rect">
                <a:avLst/>
              </a:prstGeom>
              <a:blipFill>
                <a:blip r:embed="rId20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/>
              <p:nvPr/>
            </p:nvSpPr>
            <p:spPr>
              <a:xfrm>
                <a:off x="4470680" y="38150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680" y="3815099"/>
                <a:ext cx="343043" cy="307777"/>
              </a:xfrm>
              <a:prstGeom prst="rect">
                <a:avLst/>
              </a:prstGeom>
              <a:blipFill>
                <a:blip r:embed="rId21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/>
              <p:nvPr/>
            </p:nvSpPr>
            <p:spPr>
              <a:xfrm>
                <a:off x="5232036" y="38150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036" y="3815099"/>
                <a:ext cx="343043" cy="307777"/>
              </a:xfrm>
              <a:prstGeom prst="rect">
                <a:avLst/>
              </a:prstGeom>
              <a:blipFill>
                <a:blip r:embed="rId22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/>
              <p:nvPr/>
            </p:nvSpPr>
            <p:spPr>
              <a:xfrm>
                <a:off x="6015325" y="381509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25" y="3815099"/>
                <a:ext cx="343043" cy="307777"/>
              </a:xfrm>
              <a:prstGeom prst="rect">
                <a:avLst/>
              </a:prstGeom>
              <a:blipFill>
                <a:blip r:embed="rId23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/>
              <p:nvPr/>
            </p:nvSpPr>
            <p:spPr>
              <a:xfrm>
                <a:off x="6645878" y="3815099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878" y="3815099"/>
                <a:ext cx="485710" cy="307777"/>
              </a:xfrm>
              <a:prstGeom prst="rect">
                <a:avLst/>
              </a:prstGeom>
              <a:blipFill>
                <a:blip r:embed="rId24"/>
                <a:stretch>
                  <a:fillRect l="-11250" r="-1125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/>
              <p:nvPr/>
            </p:nvSpPr>
            <p:spPr>
              <a:xfrm>
                <a:off x="7550966" y="3815099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966" y="3815099"/>
                <a:ext cx="485710" cy="307777"/>
              </a:xfrm>
              <a:prstGeom prst="rect">
                <a:avLst/>
              </a:prstGeom>
              <a:blipFill>
                <a:blip r:embed="rId25"/>
                <a:stretch>
                  <a:fillRect l="-12658" r="-11392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FA63E957-FD30-5964-4068-9F468D6C450D}"/>
              </a:ext>
            </a:extLst>
          </p:cNvPr>
          <p:cNvCxnSpPr>
            <a:cxnSpLocks/>
          </p:cNvCxnSpPr>
          <p:nvPr/>
        </p:nvCxnSpPr>
        <p:spPr>
          <a:xfrm>
            <a:off x="2018290" y="2241735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/>
              <p:nvPr/>
            </p:nvSpPr>
            <p:spPr>
              <a:xfrm>
                <a:off x="2934515" y="3815099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515" y="3815099"/>
                <a:ext cx="200375" cy="307777"/>
              </a:xfrm>
              <a:prstGeom prst="rect">
                <a:avLst/>
              </a:prstGeom>
              <a:blipFill>
                <a:blip r:embed="rId26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0" name="Group 609">
            <a:extLst>
              <a:ext uri="{FF2B5EF4-FFF2-40B4-BE49-F238E27FC236}">
                <a16:creationId xmlns:a16="http://schemas.microsoft.com/office/drawing/2014/main" id="{50F3D87A-9E49-4EBE-C3A0-B99369A50C8E}"/>
              </a:ext>
            </a:extLst>
          </p:cNvPr>
          <p:cNvGrpSpPr/>
          <p:nvPr/>
        </p:nvGrpSpPr>
        <p:grpSpPr>
          <a:xfrm>
            <a:off x="4540138" y="2832016"/>
            <a:ext cx="45719" cy="296189"/>
            <a:chOff x="3509152" y="253612"/>
            <a:chExt cx="45719" cy="296189"/>
          </a:xfrm>
        </p:grpSpPr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424EF7F4-FD3C-EE2D-9BF3-4358F2F1447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09B4BC6C-3E2C-7B0E-98D1-696AA3A848E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7C3A79DB-D818-762B-A64E-892F1C294C91}"/>
              </a:ext>
            </a:extLst>
          </p:cNvPr>
          <p:cNvCxnSpPr>
            <a:cxnSpLocks/>
          </p:cNvCxnSpPr>
          <p:nvPr/>
        </p:nvCxnSpPr>
        <p:spPr>
          <a:xfrm>
            <a:off x="8431968" y="224173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56EB2A09-1FB8-545F-8E3E-D6DB77C6AEFF}"/>
              </a:ext>
            </a:extLst>
          </p:cNvPr>
          <p:cNvCxnSpPr/>
          <p:nvPr/>
        </p:nvCxnSpPr>
        <p:spPr>
          <a:xfrm>
            <a:off x="9203818" y="224173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3B835F54-5561-203A-0BE2-FEAE5DB9379E}"/>
              </a:ext>
            </a:extLst>
          </p:cNvPr>
          <p:cNvCxnSpPr>
            <a:cxnSpLocks/>
          </p:cNvCxnSpPr>
          <p:nvPr/>
        </p:nvCxnSpPr>
        <p:spPr>
          <a:xfrm flipV="1">
            <a:off x="8434848" y="37284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11326A-A5D6-6AEF-80C0-B29B830C2941}"/>
              </a:ext>
            </a:extLst>
          </p:cNvPr>
          <p:cNvCxnSpPr>
            <a:cxnSpLocks/>
          </p:cNvCxnSpPr>
          <p:nvPr/>
        </p:nvCxnSpPr>
        <p:spPr>
          <a:xfrm flipV="1">
            <a:off x="9205958" y="37284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/>
              <p:nvPr/>
            </p:nvSpPr>
            <p:spPr>
              <a:xfrm>
                <a:off x="8331561" y="3816444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561" y="3816444"/>
                <a:ext cx="485710" cy="307777"/>
              </a:xfrm>
              <a:prstGeom prst="rect">
                <a:avLst/>
              </a:prstGeom>
              <a:blipFill>
                <a:blip r:embed="rId27"/>
                <a:stretch>
                  <a:fillRect l="-12658" r="-1139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/>
              <p:nvPr/>
            </p:nvSpPr>
            <p:spPr>
              <a:xfrm>
                <a:off x="9094537" y="3816444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537" y="3816444"/>
                <a:ext cx="485710" cy="307777"/>
              </a:xfrm>
              <a:prstGeom prst="rect">
                <a:avLst/>
              </a:prstGeom>
              <a:blipFill>
                <a:blip r:embed="rId28"/>
                <a:stretch>
                  <a:fillRect l="-12500" r="-1000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C9462C9F-DDE2-C2EB-45BE-98CF04EB9828}"/>
              </a:ext>
            </a:extLst>
          </p:cNvPr>
          <p:cNvCxnSpPr>
            <a:cxnSpLocks/>
          </p:cNvCxnSpPr>
          <p:nvPr/>
        </p:nvCxnSpPr>
        <p:spPr>
          <a:xfrm>
            <a:off x="3028426" y="3722311"/>
            <a:ext cx="8979091" cy="4756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CA859CC3-4988-F069-30F1-8E16AF812C94}"/>
              </a:ext>
            </a:extLst>
          </p:cNvPr>
          <p:cNvCxnSpPr/>
          <p:nvPr/>
        </p:nvCxnSpPr>
        <p:spPr>
          <a:xfrm>
            <a:off x="9813744" y="2251066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3737D566-4052-769C-D61E-D4C7A0C24DCB}"/>
              </a:ext>
            </a:extLst>
          </p:cNvPr>
          <p:cNvSpPr txBox="1"/>
          <p:nvPr/>
        </p:nvSpPr>
        <p:spPr>
          <a:xfrm>
            <a:off x="2187514" y="2481786"/>
            <a:ext cx="216187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Exec. Scenario A: No opt.    </a:t>
            </a:r>
          </a:p>
        </p:txBody>
      </p: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F14D5B1B-B15A-99A3-3B90-5363A6EEF663}"/>
              </a:ext>
            </a:extLst>
          </p:cNvPr>
          <p:cNvCxnSpPr>
            <a:cxnSpLocks/>
          </p:cNvCxnSpPr>
          <p:nvPr/>
        </p:nvCxnSpPr>
        <p:spPr>
          <a:xfrm>
            <a:off x="9814277" y="2232685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3F919D09-1BAC-3C93-03C4-CD47F2358769}"/>
              </a:ext>
            </a:extLst>
          </p:cNvPr>
          <p:cNvCxnSpPr/>
          <p:nvPr/>
        </p:nvCxnSpPr>
        <p:spPr>
          <a:xfrm>
            <a:off x="10597279" y="223268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4D3C4371-D1E7-F652-4EB4-62D016553E25}"/>
              </a:ext>
            </a:extLst>
          </p:cNvPr>
          <p:cNvCxnSpPr>
            <a:cxnSpLocks/>
          </p:cNvCxnSpPr>
          <p:nvPr/>
        </p:nvCxnSpPr>
        <p:spPr>
          <a:xfrm>
            <a:off x="11369131" y="2223354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/>
              <p:nvPr/>
            </p:nvSpPr>
            <p:spPr>
              <a:xfrm>
                <a:off x="11835824" y="3838270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5824" y="3838270"/>
                <a:ext cx="231602" cy="43088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/>
              <p:nvPr/>
            </p:nvSpPr>
            <p:spPr>
              <a:xfrm>
                <a:off x="9746711" y="3816876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711" y="3816876"/>
                <a:ext cx="485710" cy="307777"/>
              </a:xfrm>
              <a:prstGeom prst="rect">
                <a:avLst/>
              </a:prstGeom>
              <a:blipFill>
                <a:blip r:embed="rId30"/>
                <a:stretch>
                  <a:fillRect l="-12500" r="-1000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/>
              <p:nvPr/>
            </p:nvSpPr>
            <p:spPr>
              <a:xfrm>
                <a:off x="10343428" y="3816876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428" y="3816876"/>
                <a:ext cx="485710" cy="307777"/>
              </a:xfrm>
              <a:prstGeom prst="rect">
                <a:avLst/>
              </a:prstGeom>
              <a:blipFill>
                <a:blip r:embed="rId31"/>
                <a:stretch>
                  <a:fillRect l="-12658" r="-1139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1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2755988" y="2776251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020659" y="2840701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/>
              <p:nvPr/>
            </p:nvSpPr>
            <p:spPr>
              <a:xfrm>
                <a:off x="3044818" y="755073"/>
                <a:ext cx="138115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18" y="755073"/>
                <a:ext cx="138115" cy="155299"/>
              </a:xfrm>
              <a:prstGeom prst="rect">
                <a:avLst/>
              </a:prstGeom>
              <a:blipFill>
                <a:blip r:embed="rId32"/>
                <a:stretch>
                  <a:fillRect l="-30435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/>
              <p:nvPr/>
            </p:nvSpPr>
            <p:spPr>
              <a:xfrm>
                <a:off x="3049442" y="1050636"/>
                <a:ext cx="138115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42" y="1050636"/>
                <a:ext cx="138115" cy="155620"/>
              </a:xfrm>
              <a:prstGeom prst="rect">
                <a:avLst/>
              </a:prstGeom>
              <a:blipFill>
                <a:blip r:embed="rId33"/>
                <a:stretch>
                  <a:fillRect l="-30435" r="-434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1" name="TextBox 760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/>
              <p:nvPr/>
            </p:nvSpPr>
            <p:spPr>
              <a:xfrm>
                <a:off x="3058677" y="1346201"/>
                <a:ext cx="138115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1" name="TextBox 760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677" y="1346201"/>
                <a:ext cx="138115" cy="156389"/>
              </a:xfrm>
              <a:prstGeom prst="rect">
                <a:avLst/>
              </a:prstGeom>
              <a:blipFill>
                <a:blip r:embed="rId34"/>
                <a:stretch>
                  <a:fillRect l="-36364" t="-4000" r="-9091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2" name="TextBox 761">
                <a:extLst>
                  <a:ext uri="{FF2B5EF4-FFF2-40B4-BE49-F238E27FC236}">
                    <a16:creationId xmlns:a16="http://schemas.microsoft.com/office/drawing/2014/main" id="{CD4C258D-F416-E031-BE82-4E1D9B848EEC}"/>
                  </a:ext>
                </a:extLst>
              </p:cNvPr>
              <p:cNvSpPr txBox="1"/>
              <p:nvPr/>
            </p:nvSpPr>
            <p:spPr>
              <a:xfrm>
                <a:off x="3498519" y="1063960"/>
                <a:ext cx="140872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2" name="TextBox 761">
                <a:extLst>
                  <a:ext uri="{FF2B5EF4-FFF2-40B4-BE49-F238E27FC236}">
                    <a16:creationId xmlns:a16="http://schemas.microsoft.com/office/drawing/2014/main" id="{CD4C258D-F416-E031-BE82-4E1D9B848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19" y="1063960"/>
                <a:ext cx="140872" cy="155940"/>
              </a:xfrm>
              <a:prstGeom prst="rect">
                <a:avLst/>
              </a:prstGeom>
              <a:blipFill>
                <a:blip r:embed="rId35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7E325EE1-A96E-EE8D-F8E6-AAD2E80DCA1A}"/>
                  </a:ext>
                </a:extLst>
              </p:cNvPr>
              <p:cNvSpPr txBox="1"/>
              <p:nvPr/>
            </p:nvSpPr>
            <p:spPr>
              <a:xfrm>
                <a:off x="3829052" y="1046020"/>
                <a:ext cx="140872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7E325EE1-A96E-EE8D-F8E6-AAD2E80D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052" y="1046020"/>
                <a:ext cx="140872" cy="156710"/>
              </a:xfrm>
              <a:prstGeom prst="rect">
                <a:avLst/>
              </a:prstGeom>
              <a:blipFill>
                <a:blip r:embed="rId36"/>
                <a:stretch>
                  <a:fillRect l="-30435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5" name="TextBox 764">
                <a:extLst>
                  <a:ext uri="{FF2B5EF4-FFF2-40B4-BE49-F238E27FC236}">
                    <a16:creationId xmlns:a16="http://schemas.microsoft.com/office/drawing/2014/main" id="{6373F4C0-3947-5AE5-22CA-F38A1FCC80EB}"/>
                  </a:ext>
                </a:extLst>
              </p:cNvPr>
              <p:cNvSpPr txBox="1"/>
              <p:nvPr/>
            </p:nvSpPr>
            <p:spPr>
              <a:xfrm>
                <a:off x="4273197" y="1046301"/>
                <a:ext cx="140872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5" name="TextBox 764">
                <a:extLst>
                  <a:ext uri="{FF2B5EF4-FFF2-40B4-BE49-F238E27FC236}">
                    <a16:creationId xmlns:a16="http://schemas.microsoft.com/office/drawing/2014/main" id="{6373F4C0-3947-5AE5-22CA-F38A1FCC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197" y="1046301"/>
                <a:ext cx="140872" cy="155299"/>
              </a:xfrm>
              <a:prstGeom prst="rect">
                <a:avLst/>
              </a:prstGeom>
              <a:blipFill>
                <a:blip r:embed="rId37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4600436" y="1046340"/>
                <a:ext cx="140872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436" y="1046340"/>
                <a:ext cx="140872" cy="159083"/>
              </a:xfrm>
              <a:prstGeom prst="rect">
                <a:avLst/>
              </a:prstGeom>
              <a:blipFill>
                <a:blip r:embed="rId38"/>
                <a:stretch>
                  <a:fillRect l="-34783" t="-3846" r="-434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0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3807777" y="3132207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79579D6D-1835-78ED-6F36-2BB1A5CEEDD9}"/>
              </a:ext>
            </a:extLst>
          </p:cNvPr>
          <p:cNvSpPr/>
          <p:nvPr/>
        </p:nvSpPr>
        <p:spPr>
          <a:xfrm flipH="1">
            <a:off x="3896984" y="3427895"/>
            <a:ext cx="1517919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4" name="TextBox 7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5400333" y="1051491"/>
                <a:ext cx="140872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74" name="TextBox 7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333" y="1051491"/>
                <a:ext cx="140872" cy="155299"/>
              </a:xfrm>
              <a:prstGeom prst="rect">
                <a:avLst/>
              </a:prstGeom>
              <a:blipFill>
                <a:blip r:embed="rId39"/>
                <a:stretch>
                  <a:fillRect l="-34783" r="-434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0" name="TextBox 789">
                <a:extLst>
                  <a:ext uri="{FF2B5EF4-FFF2-40B4-BE49-F238E27FC236}">
                    <a16:creationId xmlns:a16="http://schemas.microsoft.com/office/drawing/2014/main" id="{9F9B306B-5CD4-D736-4C52-F43F92608240}"/>
                  </a:ext>
                </a:extLst>
              </p:cNvPr>
              <p:cNvSpPr txBox="1"/>
              <p:nvPr/>
            </p:nvSpPr>
            <p:spPr>
              <a:xfrm>
                <a:off x="6935372" y="1055322"/>
                <a:ext cx="192617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0" name="TextBox 789">
                <a:extLst>
                  <a:ext uri="{FF2B5EF4-FFF2-40B4-BE49-F238E27FC236}">
                    <a16:creationId xmlns:a16="http://schemas.microsoft.com/office/drawing/2014/main" id="{9F9B306B-5CD4-D736-4C52-F43F92608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372" y="1055322"/>
                <a:ext cx="192617" cy="155620"/>
              </a:xfrm>
              <a:prstGeom prst="rect">
                <a:avLst/>
              </a:prstGeom>
              <a:blipFill>
                <a:blip r:embed="rId40"/>
                <a:stretch>
                  <a:fillRect l="-25806" t="-3846" r="-6452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6938038" y="752233"/>
                <a:ext cx="140872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38" y="752233"/>
                <a:ext cx="140872" cy="156389"/>
              </a:xfrm>
              <a:prstGeom prst="rect">
                <a:avLst/>
              </a:prstGeom>
              <a:blipFill>
                <a:blip r:embed="rId41"/>
                <a:stretch>
                  <a:fillRect l="-30435" r="-434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5035456" y="1059681"/>
                <a:ext cx="140872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456" y="1059681"/>
                <a:ext cx="140872" cy="156902"/>
              </a:xfrm>
              <a:prstGeom prst="rect">
                <a:avLst/>
              </a:prstGeom>
              <a:blipFill>
                <a:blip r:embed="rId42"/>
                <a:stretch>
                  <a:fillRect l="-30435" t="-3846" r="-4348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5816995" y="1055323"/>
                <a:ext cx="140872" cy="157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995" y="1055323"/>
                <a:ext cx="140872" cy="157031"/>
              </a:xfrm>
              <a:prstGeom prst="rect">
                <a:avLst/>
              </a:prstGeom>
              <a:blipFill>
                <a:blip r:embed="rId43"/>
                <a:stretch>
                  <a:fillRect l="-30435" t="-3846" r="-434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152717" y="1050435"/>
                <a:ext cx="137666" cy="156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717" y="1050435"/>
                <a:ext cx="137666" cy="156774"/>
              </a:xfrm>
              <a:prstGeom prst="rect">
                <a:avLst/>
              </a:prstGeom>
              <a:blipFill>
                <a:blip r:embed="rId44"/>
                <a:stretch>
                  <a:fillRect l="-30435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530592" y="1048871"/>
                <a:ext cx="192617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592" y="1048871"/>
                <a:ext cx="192617" cy="156902"/>
              </a:xfrm>
              <a:prstGeom prst="rect">
                <a:avLst/>
              </a:prstGeom>
              <a:blipFill>
                <a:blip r:embed="rId45"/>
                <a:stretch>
                  <a:fillRect l="-21875" t="-3846" r="-3125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301511" y="1038805"/>
                <a:ext cx="192617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511" y="1038805"/>
                <a:ext cx="192617" cy="155940"/>
              </a:xfrm>
              <a:prstGeom prst="rect">
                <a:avLst/>
              </a:prstGeom>
              <a:blipFill>
                <a:blip r:embed="rId46"/>
                <a:stretch>
                  <a:fillRect l="-25806" r="-6452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713349" y="1055526"/>
                <a:ext cx="192617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349" y="1055526"/>
                <a:ext cx="192617" cy="156710"/>
              </a:xfrm>
              <a:prstGeom prst="rect">
                <a:avLst/>
              </a:prstGeom>
              <a:blipFill>
                <a:blip r:embed="rId47"/>
                <a:stretch>
                  <a:fillRect l="-21875" t="-3846" r="-3125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8121162" y="1050957"/>
                <a:ext cx="192617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162" y="1050957"/>
                <a:ext cx="192617" cy="155620"/>
              </a:xfrm>
              <a:prstGeom prst="rect">
                <a:avLst/>
              </a:prstGeom>
              <a:blipFill>
                <a:blip r:embed="rId48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8522435" y="1038799"/>
                <a:ext cx="192617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435" y="1038799"/>
                <a:ext cx="192617" cy="159083"/>
              </a:xfrm>
              <a:prstGeom prst="rect">
                <a:avLst/>
              </a:prstGeom>
              <a:blipFill>
                <a:blip r:embed="rId49"/>
                <a:stretch>
                  <a:fillRect l="-21875" t="-3704" r="-6250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8919302" y="1045467"/>
                <a:ext cx="192617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302" y="1045467"/>
                <a:ext cx="192617" cy="156902"/>
              </a:xfrm>
              <a:prstGeom prst="rect">
                <a:avLst/>
              </a:prstGeom>
              <a:blipFill>
                <a:blip r:embed="rId50"/>
                <a:stretch>
                  <a:fillRect l="-21875" t="-4000" r="-3125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261145" y="1052045"/>
                <a:ext cx="192617" cy="155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17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145" y="1052045"/>
                <a:ext cx="192617" cy="155812"/>
              </a:xfrm>
              <a:prstGeom prst="rect">
                <a:avLst/>
              </a:prstGeom>
              <a:blipFill>
                <a:blip r:embed="rId51"/>
                <a:stretch>
                  <a:fillRect l="-21875" t="-4000" r="-3125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574898" y="1038800"/>
                <a:ext cx="192617" cy="157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4898" y="1038800"/>
                <a:ext cx="192617" cy="157031"/>
              </a:xfrm>
              <a:prstGeom prst="rect">
                <a:avLst/>
              </a:prstGeom>
              <a:blipFill>
                <a:blip r:embed="rId52"/>
                <a:stretch>
                  <a:fillRect l="-25806" r="-6452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859392" y="1043716"/>
                <a:ext cx="189411" cy="156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19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9392" y="1043716"/>
                <a:ext cx="189411" cy="156774"/>
              </a:xfrm>
              <a:prstGeom prst="rect">
                <a:avLst/>
              </a:prstGeom>
              <a:blipFill>
                <a:blip r:embed="rId53"/>
                <a:stretch>
                  <a:fillRect l="-22581" t="-3846" r="-3226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278307" y="1056187"/>
                <a:ext cx="195375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8307" y="1056187"/>
                <a:ext cx="195375" cy="156902"/>
              </a:xfrm>
              <a:prstGeom prst="rect">
                <a:avLst/>
              </a:prstGeom>
              <a:blipFill>
                <a:blip r:embed="rId54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662489" y="1056656"/>
                <a:ext cx="19537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489" y="1056656"/>
                <a:ext cx="195375" cy="155940"/>
              </a:xfrm>
              <a:prstGeom prst="rect">
                <a:avLst/>
              </a:prstGeom>
              <a:blipFill>
                <a:blip r:embed="rId55"/>
                <a:stretch>
                  <a:fillRect l="-21875" r="-3125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1020018" y="1050162"/>
                <a:ext cx="19537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018" y="1050162"/>
                <a:ext cx="195375" cy="155940"/>
              </a:xfrm>
              <a:prstGeom prst="rect">
                <a:avLst/>
              </a:prstGeom>
              <a:blipFill>
                <a:blip r:embed="rId56"/>
                <a:stretch>
                  <a:fillRect l="-25000" r="-3125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8" name="Straight Connector 291">
            <a:extLst>
              <a:ext uri="{FF2B5EF4-FFF2-40B4-BE49-F238E27FC236}">
                <a16:creationId xmlns:a16="http://schemas.microsoft.com/office/drawing/2014/main" id="{4EE54BA1-3C6D-74E8-A5EE-D286AC4E5252}"/>
              </a:ext>
            </a:extLst>
          </p:cNvPr>
          <p:cNvCxnSpPr>
            <a:cxnSpLocks/>
          </p:cNvCxnSpPr>
          <p:nvPr/>
        </p:nvCxnSpPr>
        <p:spPr>
          <a:xfrm flipH="1" flipV="1">
            <a:off x="4994186" y="744005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5056368" y="753798"/>
                <a:ext cx="140872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6368" y="753798"/>
                <a:ext cx="140872" cy="155620"/>
              </a:xfrm>
              <a:prstGeom prst="rect">
                <a:avLst/>
              </a:prstGeom>
              <a:blipFill>
                <a:blip r:embed="rId57"/>
                <a:stretch>
                  <a:fillRect l="-29167" t="-4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7" name="Straight Connector 291">
            <a:extLst>
              <a:ext uri="{FF2B5EF4-FFF2-40B4-BE49-F238E27FC236}">
                <a16:creationId xmlns:a16="http://schemas.microsoft.com/office/drawing/2014/main" id="{4EE54BA1-3C6D-74E8-A5EE-D286AC4E5252}"/>
              </a:ext>
            </a:extLst>
          </p:cNvPr>
          <p:cNvCxnSpPr>
            <a:cxnSpLocks/>
          </p:cNvCxnSpPr>
          <p:nvPr/>
        </p:nvCxnSpPr>
        <p:spPr>
          <a:xfrm flipH="1" flipV="1">
            <a:off x="8833299" y="776594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8895481" y="786388"/>
                <a:ext cx="140872" cy="1549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481" y="786388"/>
                <a:ext cx="140872" cy="154979"/>
              </a:xfrm>
              <a:prstGeom prst="rect">
                <a:avLst/>
              </a:prstGeom>
              <a:blipFill>
                <a:blip r:embed="rId58"/>
                <a:stretch>
                  <a:fillRect l="-30435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10641799" y="752343"/>
                <a:ext cx="140872" cy="158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1799" y="752343"/>
                <a:ext cx="140872" cy="158761"/>
              </a:xfrm>
              <a:prstGeom prst="rect">
                <a:avLst/>
              </a:prstGeom>
              <a:blipFill>
                <a:blip r:embed="rId59"/>
                <a:stretch>
                  <a:fillRect l="-34783" t="-7692" r="-434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/>
              <p:nvPr/>
            </p:nvSpPr>
            <p:spPr>
              <a:xfrm>
                <a:off x="10652186" y="1347417"/>
                <a:ext cx="140872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3CD249FB-D267-32E7-C75F-28DF07C9F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186" y="1347417"/>
                <a:ext cx="140872" cy="156710"/>
              </a:xfrm>
              <a:prstGeom prst="rect">
                <a:avLst/>
              </a:prstGeom>
              <a:blipFill>
                <a:blip r:embed="rId60"/>
                <a:stretch>
                  <a:fillRect l="-29167" t="-3846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10602075" y="740229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150">
            <a:extLst>
              <a:ext uri="{FF2B5EF4-FFF2-40B4-BE49-F238E27FC236}">
                <a16:creationId xmlns:a16="http://schemas.microsoft.com/office/drawing/2014/main" id="{E57B2DA2-D1AD-E080-9F57-EBC32CD80B3B}"/>
              </a:ext>
            </a:extLst>
          </p:cNvPr>
          <p:cNvCxnSpPr>
            <a:cxnSpLocks/>
          </p:cNvCxnSpPr>
          <p:nvPr/>
        </p:nvCxnSpPr>
        <p:spPr>
          <a:xfrm flipV="1">
            <a:off x="10602258" y="1312506"/>
            <a:ext cx="0" cy="308495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10604297" y="1031930"/>
            <a:ext cx="1346" cy="281191"/>
          </a:xfrm>
          <a:prstGeom prst="line">
            <a:avLst/>
          </a:prstGeom>
          <a:ln w="38100" cmpd="sng">
            <a:solidFill>
              <a:srgbClr val="C00000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5415009" y="2841724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1113391C-0733-5D37-D2E6-B5301F28E37D}"/>
              </a:ext>
            </a:extLst>
          </p:cNvPr>
          <p:cNvCxnSpPr>
            <a:cxnSpLocks/>
          </p:cNvCxnSpPr>
          <p:nvPr/>
        </p:nvCxnSpPr>
        <p:spPr>
          <a:xfrm flipH="1" flipV="1">
            <a:off x="6484470" y="1062436"/>
            <a:ext cx="1346" cy="281191"/>
          </a:xfrm>
          <a:prstGeom prst="line">
            <a:avLst/>
          </a:prstGeom>
          <a:ln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9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6891849" y="2845120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6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8080681" y="3141542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3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8837765" y="2846091"/>
            <a:ext cx="783423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9" name="Rectangle 769">
            <a:extLst>
              <a:ext uri="{FF2B5EF4-FFF2-40B4-BE49-F238E27FC236}">
                <a16:creationId xmlns:a16="http://schemas.microsoft.com/office/drawing/2014/main" id="{D81E3B83-BAED-87C2-E965-254F44272B45}"/>
              </a:ext>
            </a:extLst>
          </p:cNvPr>
          <p:cNvSpPr/>
          <p:nvPr/>
        </p:nvSpPr>
        <p:spPr>
          <a:xfrm flipH="1">
            <a:off x="10018131" y="3142513"/>
            <a:ext cx="1225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5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10596856" y="2834073"/>
            <a:ext cx="772275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Rectangle 769">
            <a:extLst>
              <a:ext uri="{FF2B5EF4-FFF2-40B4-BE49-F238E27FC236}">
                <a16:creationId xmlns:a16="http://schemas.microsoft.com/office/drawing/2014/main" id="{A7D757EE-5B4D-653C-AB31-2A7B3872AE4A}"/>
              </a:ext>
            </a:extLst>
          </p:cNvPr>
          <p:cNvSpPr/>
          <p:nvPr/>
        </p:nvSpPr>
        <p:spPr>
          <a:xfrm flipH="1">
            <a:off x="6207602" y="3142954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Rectangle 769">
            <a:extLst>
              <a:ext uri="{FF2B5EF4-FFF2-40B4-BE49-F238E27FC236}">
                <a16:creationId xmlns:a16="http://schemas.microsoft.com/office/drawing/2014/main" id="{506AB6E3-781C-FF4B-6019-3E709255B41E}"/>
              </a:ext>
            </a:extLst>
          </p:cNvPr>
          <p:cNvSpPr/>
          <p:nvPr/>
        </p:nvSpPr>
        <p:spPr>
          <a:xfrm flipH="1">
            <a:off x="6520256" y="3142271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Rectangle 769">
            <a:extLst>
              <a:ext uri="{FF2B5EF4-FFF2-40B4-BE49-F238E27FC236}">
                <a16:creationId xmlns:a16="http://schemas.microsoft.com/office/drawing/2014/main" id="{2071F591-0C9C-6F63-DB11-CE47FA154D67}"/>
              </a:ext>
            </a:extLst>
          </p:cNvPr>
          <p:cNvSpPr/>
          <p:nvPr/>
        </p:nvSpPr>
        <p:spPr>
          <a:xfrm flipH="1">
            <a:off x="7664600" y="3143487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Rectangle 769">
            <a:extLst>
              <a:ext uri="{FF2B5EF4-FFF2-40B4-BE49-F238E27FC236}">
                <a16:creationId xmlns:a16="http://schemas.microsoft.com/office/drawing/2014/main" id="{92623FBB-E55C-CE31-9705-F01A04B49254}"/>
              </a:ext>
            </a:extLst>
          </p:cNvPr>
          <p:cNvSpPr/>
          <p:nvPr/>
        </p:nvSpPr>
        <p:spPr>
          <a:xfrm flipH="1">
            <a:off x="8433966" y="3149904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" name="Rectangle 769">
            <a:extLst>
              <a:ext uri="{FF2B5EF4-FFF2-40B4-BE49-F238E27FC236}">
                <a16:creationId xmlns:a16="http://schemas.microsoft.com/office/drawing/2014/main" id="{1579237B-3312-E467-E580-22B6C3AC1A6B}"/>
              </a:ext>
            </a:extLst>
          </p:cNvPr>
          <p:cNvSpPr/>
          <p:nvPr/>
        </p:nvSpPr>
        <p:spPr>
          <a:xfrm flipH="1">
            <a:off x="9606260" y="3143858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" name="Rectangle 769">
            <a:extLst>
              <a:ext uri="{FF2B5EF4-FFF2-40B4-BE49-F238E27FC236}">
                <a16:creationId xmlns:a16="http://schemas.microsoft.com/office/drawing/2014/main" id="{B5B51617-0F1C-A37A-A9DC-8238AA8CF509}"/>
              </a:ext>
            </a:extLst>
          </p:cNvPr>
          <p:cNvSpPr/>
          <p:nvPr/>
        </p:nvSpPr>
        <p:spPr>
          <a:xfrm flipH="1">
            <a:off x="10377222" y="3145160"/>
            <a:ext cx="14045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" name="Rectangle 769">
            <a:extLst>
              <a:ext uri="{FF2B5EF4-FFF2-40B4-BE49-F238E27FC236}">
                <a16:creationId xmlns:a16="http://schemas.microsoft.com/office/drawing/2014/main" id="{E9590FB4-E6EC-5836-1479-AEEAA8A84854}"/>
              </a:ext>
            </a:extLst>
          </p:cNvPr>
          <p:cNvSpPr/>
          <p:nvPr/>
        </p:nvSpPr>
        <p:spPr>
          <a:xfrm flipH="1">
            <a:off x="11369131" y="3149904"/>
            <a:ext cx="12922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8884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4563832" y="3135009"/>
            <a:ext cx="45031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12A3ED9D-F66C-A242-CABD-C887D7BB1479}"/>
              </a:ext>
            </a:extLst>
          </p:cNvPr>
          <p:cNvCxnSpPr>
            <a:cxnSpLocks/>
          </p:cNvCxnSpPr>
          <p:nvPr/>
        </p:nvCxnSpPr>
        <p:spPr>
          <a:xfrm>
            <a:off x="193965" y="1637823"/>
            <a:ext cx="11175167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37DC3C49-CE96-4A0E-D539-D1DF535193D1}"/>
              </a:ext>
            </a:extLst>
          </p:cNvPr>
          <p:cNvCxnSpPr>
            <a:cxnSpLocks/>
          </p:cNvCxnSpPr>
          <p:nvPr/>
        </p:nvCxnSpPr>
        <p:spPr>
          <a:xfrm>
            <a:off x="3020580" y="1604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71A61B-F652-721C-FE0A-E35CC4B5A9A5}"/>
              </a:ext>
            </a:extLst>
          </p:cNvPr>
          <p:cNvCxnSpPr>
            <a:cxnSpLocks/>
          </p:cNvCxnSpPr>
          <p:nvPr/>
        </p:nvCxnSpPr>
        <p:spPr>
          <a:xfrm>
            <a:off x="2102035" y="193180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7D6B795-B4C0-F846-8658-FEAAF9CA8709}"/>
              </a:ext>
            </a:extLst>
          </p:cNvPr>
          <p:cNvCxnSpPr>
            <a:cxnSpLocks/>
          </p:cNvCxnSpPr>
          <p:nvPr/>
        </p:nvCxnSpPr>
        <p:spPr>
          <a:xfrm>
            <a:off x="2040619" y="457059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E139DE-1BBD-2BD7-D872-663D712616DD}"/>
              </a:ext>
            </a:extLst>
          </p:cNvPr>
          <p:cNvCxnSpPr>
            <a:cxnSpLocks/>
          </p:cNvCxnSpPr>
          <p:nvPr/>
        </p:nvCxnSpPr>
        <p:spPr>
          <a:xfrm>
            <a:off x="205264" y="752232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1C3B1-97DD-A364-5709-6743152F854B}"/>
              </a:ext>
            </a:extLst>
          </p:cNvPr>
          <p:cNvCxnSpPr>
            <a:cxnSpLocks/>
          </p:cNvCxnSpPr>
          <p:nvPr/>
        </p:nvCxnSpPr>
        <p:spPr>
          <a:xfrm>
            <a:off x="166255" y="1045627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F87532-B723-96D8-737A-721820918702}"/>
              </a:ext>
            </a:extLst>
          </p:cNvPr>
          <p:cNvCxnSpPr>
            <a:cxnSpLocks/>
          </p:cNvCxnSpPr>
          <p:nvPr/>
        </p:nvCxnSpPr>
        <p:spPr>
          <a:xfrm>
            <a:off x="207818" y="1348751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DD1B5A-B0FA-7A8F-BD7E-A39D03665270}"/>
              </a:ext>
            </a:extLst>
          </p:cNvPr>
          <p:cNvCxnSpPr>
            <a:cxnSpLocks/>
          </p:cNvCxnSpPr>
          <p:nvPr/>
        </p:nvCxnSpPr>
        <p:spPr>
          <a:xfrm>
            <a:off x="2378483" y="166578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2D14223-C770-7E9F-8180-628BA05B557D}"/>
              </a:ext>
            </a:extLst>
          </p:cNvPr>
          <p:cNvCxnSpPr>
            <a:cxnSpLocks/>
          </p:cNvCxnSpPr>
          <p:nvPr/>
        </p:nvCxnSpPr>
        <p:spPr>
          <a:xfrm>
            <a:off x="3800863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17CE4C1-8F3B-E139-BBDA-F559D5554A6F}"/>
              </a:ext>
            </a:extLst>
          </p:cNvPr>
          <p:cNvCxnSpPr>
            <a:cxnSpLocks/>
          </p:cNvCxnSpPr>
          <p:nvPr/>
        </p:nvCxnSpPr>
        <p:spPr>
          <a:xfrm flipH="1">
            <a:off x="4569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94A6C9F-F71B-9964-6B44-7DAE6C2B9021}"/>
              </a:ext>
            </a:extLst>
          </p:cNvPr>
          <p:cNvCxnSpPr>
            <a:cxnSpLocks/>
          </p:cNvCxnSpPr>
          <p:nvPr/>
        </p:nvCxnSpPr>
        <p:spPr>
          <a:xfrm>
            <a:off x="5354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DF1517E-2C4E-DE61-B1C4-D112142F0DAA}"/>
              </a:ext>
            </a:extLst>
          </p:cNvPr>
          <p:cNvCxnSpPr>
            <a:cxnSpLocks/>
          </p:cNvCxnSpPr>
          <p:nvPr/>
        </p:nvCxnSpPr>
        <p:spPr>
          <a:xfrm flipH="1">
            <a:off x="6107604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38DA259-20D7-6C64-9749-209C41020E39}"/>
              </a:ext>
            </a:extLst>
          </p:cNvPr>
          <p:cNvCxnSpPr>
            <a:cxnSpLocks/>
          </p:cNvCxnSpPr>
          <p:nvPr/>
        </p:nvCxnSpPr>
        <p:spPr>
          <a:xfrm>
            <a:off x="6888266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7EC50D9-598D-3BC4-E0CB-EC4E06D6EB16}"/>
              </a:ext>
            </a:extLst>
          </p:cNvPr>
          <p:cNvCxnSpPr/>
          <p:nvPr/>
        </p:nvCxnSpPr>
        <p:spPr>
          <a:xfrm>
            <a:off x="7660116" y="16657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DC55248-0F80-75FE-F12C-022EB4EE1244}"/>
              </a:ext>
            </a:extLst>
          </p:cNvPr>
          <p:cNvCxnSpPr/>
          <p:nvPr/>
        </p:nvCxnSpPr>
        <p:spPr>
          <a:xfrm flipV="1">
            <a:off x="380231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630379C-B644-DC7E-CA82-4425713769E1}"/>
              </a:ext>
            </a:extLst>
          </p:cNvPr>
          <p:cNvCxnSpPr>
            <a:cxnSpLocks/>
          </p:cNvCxnSpPr>
          <p:nvPr/>
        </p:nvCxnSpPr>
        <p:spPr>
          <a:xfrm flipV="1">
            <a:off x="5350381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1B1F9DF-709F-9EE8-9C92-79455CE441CD}"/>
              </a:ext>
            </a:extLst>
          </p:cNvPr>
          <p:cNvCxnSpPr>
            <a:cxnSpLocks/>
          </p:cNvCxnSpPr>
          <p:nvPr/>
        </p:nvCxnSpPr>
        <p:spPr>
          <a:xfrm flipV="1">
            <a:off x="4575850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7CDDD5F-7C50-933A-4E66-A720C92B25A1}"/>
              </a:ext>
            </a:extLst>
          </p:cNvPr>
          <p:cNvCxnSpPr>
            <a:cxnSpLocks/>
          </p:cNvCxnSpPr>
          <p:nvPr/>
        </p:nvCxnSpPr>
        <p:spPr>
          <a:xfrm flipV="1">
            <a:off x="612176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71641A6-6E96-935E-F4BC-0DB246F6F7D6}"/>
              </a:ext>
            </a:extLst>
          </p:cNvPr>
          <p:cNvCxnSpPr>
            <a:cxnSpLocks/>
          </p:cNvCxnSpPr>
          <p:nvPr/>
        </p:nvCxnSpPr>
        <p:spPr>
          <a:xfrm flipV="1">
            <a:off x="689127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002A578-FA00-502E-186D-2FAE32C368DB}"/>
              </a:ext>
            </a:extLst>
          </p:cNvPr>
          <p:cNvCxnSpPr>
            <a:cxnSpLocks/>
          </p:cNvCxnSpPr>
          <p:nvPr/>
        </p:nvCxnSpPr>
        <p:spPr>
          <a:xfrm flipV="1">
            <a:off x="766238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684714" y="759846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14" y="759846"/>
                <a:ext cx="1655390" cy="257186"/>
              </a:xfrm>
              <a:prstGeom prst="rect">
                <a:avLst/>
              </a:prstGeom>
              <a:blipFill>
                <a:blip r:embed="rId2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/>
              <p:nvPr/>
            </p:nvSpPr>
            <p:spPr>
              <a:xfrm>
                <a:off x="839913" y="1055739"/>
                <a:ext cx="1451808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13" y="1055739"/>
                <a:ext cx="1451808" cy="257186"/>
              </a:xfrm>
              <a:prstGeom prst="rect">
                <a:avLst/>
              </a:prstGeom>
              <a:blipFill>
                <a:blip r:embed="rId3"/>
                <a:stretch>
                  <a:fillRect l="-168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/>
              <p:nvPr/>
            </p:nvSpPr>
            <p:spPr>
              <a:xfrm>
                <a:off x="3770062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062" y="1434319"/>
                <a:ext cx="343043" cy="307777"/>
              </a:xfrm>
              <a:prstGeom prst="rect">
                <a:avLst/>
              </a:prstGeom>
              <a:blipFill>
                <a:blip r:embed="rId4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/>
              <p:nvPr/>
            </p:nvSpPr>
            <p:spPr>
              <a:xfrm>
                <a:off x="4543982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982" y="1434319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/>
              <p:nvPr/>
            </p:nvSpPr>
            <p:spPr>
              <a:xfrm>
                <a:off x="5305338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338" y="1434319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/>
              <p:nvPr/>
            </p:nvSpPr>
            <p:spPr>
              <a:xfrm>
                <a:off x="6088627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627" y="1434319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/>
              <p:nvPr/>
            </p:nvSpPr>
            <p:spPr>
              <a:xfrm>
                <a:off x="6797441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441" y="1434319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7857" r="-1785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/>
              <p:nvPr/>
            </p:nvSpPr>
            <p:spPr>
              <a:xfrm>
                <a:off x="7624268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68" y="1434319"/>
                <a:ext cx="343043" cy="307777"/>
              </a:xfrm>
              <a:prstGeom prst="rect">
                <a:avLst/>
              </a:prstGeom>
              <a:blipFill>
                <a:blip r:embed="rId9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28F8CA6-75B2-05A0-1EA3-DCCC0632BF41}"/>
              </a:ext>
            </a:extLst>
          </p:cNvPr>
          <p:cNvCxnSpPr>
            <a:cxnSpLocks/>
          </p:cNvCxnSpPr>
          <p:nvPr/>
        </p:nvCxnSpPr>
        <p:spPr>
          <a:xfrm>
            <a:off x="2018290" y="1572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/>
              <p:nvPr/>
            </p:nvSpPr>
            <p:spPr>
              <a:xfrm>
                <a:off x="3007817" y="1434319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17" y="1434319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19188" y="76180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D98D8D-4459-5C8C-165F-26A6EC38C04C}"/>
              </a:ext>
            </a:extLst>
          </p:cNvPr>
          <p:cNvGrpSpPr/>
          <p:nvPr/>
        </p:nvGrpSpPr>
        <p:grpSpPr>
          <a:xfrm>
            <a:off x="4540138" y="747527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B98AC11-5086-3453-1905-07328B0EB77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03E502C-9161-C6F5-F1B7-26FA2B73D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D2CDD5C-482F-BEB5-6942-3330D205E685}"/>
              </a:ext>
            </a:extLst>
          </p:cNvPr>
          <p:cNvCxnSpPr>
            <a:cxnSpLocks/>
          </p:cNvCxnSpPr>
          <p:nvPr/>
        </p:nvCxnSpPr>
        <p:spPr>
          <a:xfrm>
            <a:off x="8431968" y="15724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03BACD4-4885-9F91-1EA9-A5D51ED1C18F}"/>
              </a:ext>
            </a:extLst>
          </p:cNvPr>
          <p:cNvCxnSpPr/>
          <p:nvPr/>
        </p:nvCxnSpPr>
        <p:spPr>
          <a:xfrm>
            <a:off x="9203818" y="15724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995CD84-A00C-C150-993D-48A196CA4D0E}"/>
              </a:ext>
            </a:extLst>
          </p:cNvPr>
          <p:cNvCxnSpPr>
            <a:cxnSpLocks/>
          </p:cNvCxnSpPr>
          <p:nvPr/>
        </p:nvCxnSpPr>
        <p:spPr>
          <a:xfrm flipV="1">
            <a:off x="843484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7A7A1F3-247B-9044-7D71-A59DAFC77948}"/>
              </a:ext>
            </a:extLst>
          </p:cNvPr>
          <p:cNvCxnSpPr>
            <a:cxnSpLocks/>
          </p:cNvCxnSpPr>
          <p:nvPr/>
        </p:nvCxnSpPr>
        <p:spPr>
          <a:xfrm flipV="1">
            <a:off x="920595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/>
              <p:nvPr/>
            </p:nvSpPr>
            <p:spPr>
              <a:xfrm>
                <a:off x="8404864" y="1435664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864" y="1435664"/>
                <a:ext cx="343043" cy="307777"/>
              </a:xfrm>
              <a:prstGeom prst="rect">
                <a:avLst/>
              </a:prstGeom>
              <a:blipFill>
                <a:blip r:embed="rId11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/>
              <p:nvPr/>
            </p:nvSpPr>
            <p:spPr>
              <a:xfrm>
                <a:off x="9167839" y="1435664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839" y="1435664"/>
                <a:ext cx="343043" cy="307777"/>
              </a:xfrm>
              <a:prstGeom prst="rect">
                <a:avLst/>
              </a:prstGeom>
              <a:blipFill>
                <a:blip r:embed="rId12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8FB04C3-EC74-5EA2-C54F-70B063F7BC09}"/>
              </a:ext>
            </a:extLst>
          </p:cNvPr>
          <p:cNvCxnSpPr/>
          <p:nvPr/>
        </p:nvCxnSpPr>
        <p:spPr>
          <a:xfrm>
            <a:off x="9813744" y="166578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2187514" y="314173"/>
            <a:ext cx="1176028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/>
              <a:t>Jobs </a:t>
            </a:r>
            <a:r>
              <a:rPr lang="en-US" sz="1500" b="1" dirty="0"/>
              <a:t>Release</a:t>
            </a:r>
            <a:r>
              <a:rPr lang="en-RU" sz="1500" b="1" dirty="0"/>
              <a:t>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1D3CBEB-33D7-C0D1-998E-91E411543172}"/>
              </a:ext>
            </a:extLst>
          </p:cNvPr>
          <p:cNvCxnSpPr>
            <a:cxnSpLocks/>
          </p:cNvCxnSpPr>
          <p:nvPr/>
        </p:nvCxnSpPr>
        <p:spPr>
          <a:xfrm>
            <a:off x="9814277" y="14819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99FA927-C547-1E4D-975B-211E9E98AAE7}"/>
              </a:ext>
            </a:extLst>
          </p:cNvPr>
          <p:cNvCxnSpPr/>
          <p:nvPr/>
        </p:nvCxnSpPr>
        <p:spPr>
          <a:xfrm>
            <a:off x="10597279" y="14819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988CBDD-D489-F03F-9F13-F115EECD08F7}"/>
              </a:ext>
            </a:extLst>
          </p:cNvPr>
          <p:cNvCxnSpPr>
            <a:cxnSpLocks/>
          </p:cNvCxnSpPr>
          <p:nvPr/>
        </p:nvCxnSpPr>
        <p:spPr>
          <a:xfrm>
            <a:off x="11369131" y="1388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/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/>
              <p:nvPr/>
            </p:nvSpPr>
            <p:spPr>
              <a:xfrm>
                <a:off x="9820014" y="143609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014" y="1436096"/>
                <a:ext cx="343043" cy="307777"/>
              </a:xfrm>
              <a:prstGeom prst="rect">
                <a:avLst/>
              </a:prstGeom>
              <a:blipFill>
                <a:blip r:embed="rId14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/>
              <p:nvPr/>
            </p:nvSpPr>
            <p:spPr>
              <a:xfrm>
                <a:off x="10544860" y="1408741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4860" y="1408741"/>
                <a:ext cx="485710" cy="307777"/>
              </a:xfrm>
              <a:prstGeom prst="rect">
                <a:avLst/>
              </a:prstGeom>
              <a:blipFill>
                <a:blip r:embed="rId15"/>
                <a:stretch>
                  <a:fillRect l="-12658" r="-1139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3021410" y="105350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5F4EC246-A81B-802A-40DB-697FDE2FB95F}"/>
              </a:ext>
            </a:extLst>
          </p:cNvPr>
          <p:cNvCxnSpPr>
            <a:cxnSpLocks/>
          </p:cNvCxnSpPr>
          <p:nvPr/>
        </p:nvCxnSpPr>
        <p:spPr>
          <a:xfrm flipH="1" flipV="1">
            <a:off x="6887688" y="753731"/>
            <a:ext cx="1346" cy="281191"/>
          </a:xfrm>
          <a:prstGeom prst="line">
            <a:avLst/>
          </a:prstGeom>
          <a:ln w="38100">
            <a:solidFill>
              <a:schemeClr val="tx1"/>
            </a:solidFill>
            <a:headEnd type="none" w="med" len="sm"/>
            <a:tailEnd type="stealth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18FDBC5A-B7C8-4C99-F596-BCF931B026CB}"/>
              </a:ext>
            </a:extLst>
          </p:cNvPr>
          <p:cNvCxnSpPr>
            <a:cxnSpLocks/>
          </p:cNvCxnSpPr>
          <p:nvPr/>
        </p:nvCxnSpPr>
        <p:spPr>
          <a:xfrm flipH="1" flipV="1">
            <a:off x="4568650" y="1060386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C158414-06F3-5F74-8F8D-32251967E649}"/>
              </a:ext>
            </a:extLst>
          </p:cNvPr>
          <p:cNvCxnSpPr>
            <a:cxnSpLocks/>
          </p:cNvCxnSpPr>
          <p:nvPr/>
        </p:nvCxnSpPr>
        <p:spPr>
          <a:xfrm flipH="1" flipV="1">
            <a:off x="6109272" y="1056281"/>
            <a:ext cx="1346" cy="281191"/>
          </a:xfrm>
          <a:prstGeom prst="line">
            <a:avLst/>
          </a:prstGeom>
          <a:ln w="38100"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CFD841A-E2FA-203A-5376-091431E1971C}"/>
              </a:ext>
            </a:extLst>
          </p:cNvPr>
          <p:cNvCxnSpPr>
            <a:cxnSpLocks/>
          </p:cNvCxnSpPr>
          <p:nvPr/>
        </p:nvCxnSpPr>
        <p:spPr>
          <a:xfrm flipH="1" flipV="1">
            <a:off x="7653351" y="1068115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8D78A1B-E818-252F-2C77-CF994135FA77}"/>
              </a:ext>
            </a:extLst>
          </p:cNvPr>
          <p:cNvCxnSpPr>
            <a:cxnSpLocks/>
          </p:cNvCxnSpPr>
          <p:nvPr/>
        </p:nvCxnSpPr>
        <p:spPr>
          <a:xfrm flipH="1" flipV="1">
            <a:off x="9205124" y="1064010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Freeform 336">
            <a:extLst>
              <a:ext uri="{FF2B5EF4-FFF2-40B4-BE49-F238E27FC236}">
                <a16:creationId xmlns:a16="http://schemas.microsoft.com/office/drawing/2014/main" id="{569C3B7C-A82E-BFF4-AA48-43E63D97D86F}"/>
              </a:ext>
            </a:extLst>
          </p:cNvPr>
          <p:cNvSpPr/>
          <p:nvPr/>
        </p:nvSpPr>
        <p:spPr>
          <a:xfrm>
            <a:off x="2755988" y="691762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F9EEC0D3-59B0-89A5-92DF-3DE3163A6154}"/>
              </a:ext>
            </a:extLst>
          </p:cNvPr>
          <p:cNvCxnSpPr>
            <a:cxnSpLocks/>
          </p:cNvCxnSpPr>
          <p:nvPr/>
        </p:nvCxnSpPr>
        <p:spPr>
          <a:xfrm>
            <a:off x="193965" y="3722311"/>
            <a:ext cx="11175167" cy="4551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EBFB2617-5E02-E270-ED62-E617FDC100B1}"/>
              </a:ext>
            </a:extLst>
          </p:cNvPr>
          <p:cNvCxnSpPr>
            <a:cxnSpLocks/>
            <a:endCxn id="607" idx="2"/>
          </p:cNvCxnSpPr>
          <p:nvPr/>
        </p:nvCxnSpPr>
        <p:spPr>
          <a:xfrm flipH="1">
            <a:off x="3019188" y="2244966"/>
            <a:ext cx="1392" cy="157141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6D2AB69C-C593-ABE3-6B63-4985318AC488}"/>
              </a:ext>
            </a:extLst>
          </p:cNvPr>
          <p:cNvCxnSpPr>
            <a:cxnSpLocks/>
          </p:cNvCxnSpPr>
          <p:nvPr/>
        </p:nvCxnSpPr>
        <p:spPr>
          <a:xfrm>
            <a:off x="2040619" y="25415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B41EF9A9-6CF5-A506-1DFD-3C3C25C1A2C5}"/>
              </a:ext>
            </a:extLst>
          </p:cNvPr>
          <p:cNvCxnSpPr>
            <a:cxnSpLocks/>
          </p:cNvCxnSpPr>
          <p:nvPr/>
        </p:nvCxnSpPr>
        <p:spPr>
          <a:xfrm>
            <a:off x="180110" y="2837041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6E2F6E19-B8C2-C905-B6FC-1A53C581617A}"/>
              </a:ext>
            </a:extLst>
          </p:cNvPr>
          <p:cNvCxnSpPr>
            <a:cxnSpLocks/>
          </p:cNvCxnSpPr>
          <p:nvPr/>
        </p:nvCxnSpPr>
        <p:spPr>
          <a:xfrm>
            <a:off x="166255" y="3130115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FD68F11-2D83-2828-AF61-EF670331ED2A}"/>
              </a:ext>
            </a:extLst>
          </p:cNvPr>
          <p:cNvCxnSpPr>
            <a:cxnSpLocks/>
          </p:cNvCxnSpPr>
          <p:nvPr/>
        </p:nvCxnSpPr>
        <p:spPr>
          <a:xfrm>
            <a:off x="207819" y="3433239"/>
            <a:ext cx="11225923" cy="6417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7A165026-D3C0-2909-0CA6-28A44F22FB97}"/>
              </a:ext>
            </a:extLst>
          </p:cNvPr>
          <p:cNvCxnSpPr>
            <a:cxnSpLocks/>
          </p:cNvCxnSpPr>
          <p:nvPr/>
        </p:nvCxnSpPr>
        <p:spPr>
          <a:xfrm flipH="1">
            <a:off x="2364752" y="2251067"/>
            <a:ext cx="13731" cy="1516755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88EF67AF-125A-83C3-492F-F699005E4614}"/>
              </a:ext>
            </a:extLst>
          </p:cNvPr>
          <p:cNvCxnSpPr>
            <a:cxnSpLocks/>
          </p:cNvCxnSpPr>
          <p:nvPr/>
        </p:nvCxnSpPr>
        <p:spPr>
          <a:xfrm>
            <a:off x="3800863" y="2251065"/>
            <a:ext cx="0" cy="147124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42DBEB0D-08B8-01B3-6D9D-CDD2A4DD576E}"/>
              </a:ext>
            </a:extLst>
          </p:cNvPr>
          <p:cNvCxnSpPr>
            <a:cxnSpLocks/>
            <a:endCxn id="296" idx="3"/>
          </p:cNvCxnSpPr>
          <p:nvPr/>
        </p:nvCxnSpPr>
        <p:spPr>
          <a:xfrm flipH="1">
            <a:off x="4563832" y="2251065"/>
            <a:ext cx="6009" cy="102882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644D783-ED6A-F889-4939-DCCA14BA07F7}"/>
              </a:ext>
            </a:extLst>
          </p:cNvPr>
          <p:cNvCxnSpPr>
            <a:cxnSpLocks/>
          </p:cNvCxnSpPr>
          <p:nvPr/>
        </p:nvCxnSpPr>
        <p:spPr>
          <a:xfrm>
            <a:off x="5354840" y="2251066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A0CEA8E7-6C5D-1609-3F97-0F4C9FFFA22F}"/>
              </a:ext>
            </a:extLst>
          </p:cNvPr>
          <p:cNvCxnSpPr>
            <a:cxnSpLocks/>
          </p:cNvCxnSpPr>
          <p:nvPr/>
        </p:nvCxnSpPr>
        <p:spPr>
          <a:xfrm>
            <a:off x="6107604" y="2251066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A2D2F7D3-FF0F-00DD-EBAD-A97C1E806E9D}"/>
              </a:ext>
            </a:extLst>
          </p:cNvPr>
          <p:cNvCxnSpPr>
            <a:cxnSpLocks/>
          </p:cNvCxnSpPr>
          <p:nvPr/>
        </p:nvCxnSpPr>
        <p:spPr>
          <a:xfrm>
            <a:off x="6888266" y="2251066"/>
            <a:ext cx="0" cy="118859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00D75D8F-BBFC-D6D2-F09F-69F2812915C4}"/>
              </a:ext>
            </a:extLst>
          </p:cNvPr>
          <p:cNvCxnSpPr>
            <a:cxnSpLocks/>
          </p:cNvCxnSpPr>
          <p:nvPr/>
        </p:nvCxnSpPr>
        <p:spPr>
          <a:xfrm>
            <a:off x="7660116" y="2251066"/>
            <a:ext cx="0" cy="118859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59C31E1E-41ED-2029-1B7C-61F92EDAA59D}"/>
              </a:ext>
            </a:extLst>
          </p:cNvPr>
          <p:cNvCxnSpPr/>
          <p:nvPr/>
        </p:nvCxnSpPr>
        <p:spPr>
          <a:xfrm flipV="1">
            <a:off x="3802319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CAAB618F-EE4D-E7B6-E380-98CE6E269B2B}"/>
              </a:ext>
            </a:extLst>
          </p:cNvPr>
          <p:cNvCxnSpPr>
            <a:cxnSpLocks/>
          </p:cNvCxnSpPr>
          <p:nvPr/>
        </p:nvCxnSpPr>
        <p:spPr>
          <a:xfrm flipV="1">
            <a:off x="5350381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66D2AC5E-39C4-7D88-3DD1-A4E54DE9E2B3}"/>
              </a:ext>
            </a:extLst>
          </p:cNvPr>
          <p:cNvCxnSpPr>
            <a:cxnSpLocks/>
          </p:cNvCxnSpPr>
          <p:nvPr/>
        </p:nvCxnSpPr>
        <p:spPr>
          <a:xfrm flipV="1">
            <a:off x="4575850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FBACDEB0-9F48-8176-AE77-A96E218C9D98}"/>
              </a:ext>
            </a:extLst>
          </p:cNvPr>
          <p:cNvCxnSpPr>
            <a:cxnSpLocks/>
          </p:cNvCxnSpPr>
          <p:nvPr/>
        </p:nvCxnSpPr>
        <p:spPr>
          <a:xfrm flipV="1">
            <a:off x="6121769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ADA03DE8-7CFB-AA21-4B67-175C588F1B02}"/>
              </a:ext>
            </a:extLst>
          </p:cNvPr>
          <p:cNvCxnSpPr>
            <a:cxnSpLocks/>
          </p:cNvCxnSpPr>
          <p:nvPr/>
        </p:nvCxnSpPr>
        <p:spPr>
          <a:xfrm flipV="1">
            <a:off x="6891276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DE97D22D-9A2F-FE93-F40D-B45A71E2800A}"/>
              </a:ext>
            </a:extLst>
          </p:cNvPr>
          <p:cNvCxnSpPr>
            <a:cxnSpLocks/>
          </p:cNvCxnSpPr>
          <p:nvPr/>
        </p:nvCxnSpPr>
        <p:spPr>
          <a:xfrm flipV="1">
            <a:off x="7662386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/>
              <p:nvPr/>
            </p:nvSpPr>
            <p:spPr>
              <a:xfrm>
                <a:off x="673513" y="2838790"/>
                <a:ext cx="1655390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LIDAR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13" y="2838790"/>
                <a:ext cx="1655390" cy="257186"/>
              </a:xfrm>
              <a:prstGeom prst="rect">
                <a:avLst/>
              </a:prstGeom>
              <a:blipFill>
                <a:blip r:embed="rId16"/>
                <a:stretch>
                  <a:fillRect l="-110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/>
              <p:nvPr/>
            </p:nvSpPr>
            <p:spPr>
              <a:xfrm>
                <a:off x="835713" y="3142224"/>
                <a:ext cx="1451808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IMU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13" y="3142224"/>
                <a:ext cx="1451808" cy="257186"/>
              </a:xfrm>
              <a:prstGeom prst="rect">
                <a:avLst/>
              </a:prstGeom>
              <a:blipFill>
                <a:blip r:embed="rId17"/>
                <a:stretch>
                  <a:fillRect l="-1261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/>
              <p:nvPr/>
            </p:nvSpPr>
            <p:spPr>
              <a:xfrm>
                <a:off x="3681246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246" y="3508600"/>
                <a:ext cx="343043" cy="307777"/>
              </a:xfrm>
              <a:prstGeom prst="rect">
                <a:avLst/>
              </a:prstGeom>
              <a:blipFill>
                <a:blip r:embed="rId18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/>
              <p:nvPr/>
            </p:nvSpPr>
            <p:spPr>
              <a:xfrm>
                <a:off x="4455166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6" y="3508600"/>
                <a:ext cx="343043" cy="307777"/>
              </a:xfrm>
              <a:prstGeom prst="rect">
                <a:avLst/>
              </a:prstGeom>
              <a:blipFill>
                <a:blip r:embed="rId19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/>
              <p:nvPr/>
            </p:nvSpPr>
            <p:spPr>
              <a:xfrm>
                <a:off x="5216521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521" y="3508600"/>
                <a:ext cx="343043" cy="307777"/>
              </a:xfrm>
              <a:prstGeom prst="rect">
                <a:avLst/>
              </a:prstGeom>
              <a:blipFill>
                <a:blip r:embed="rId20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/>
              <p:nvPr/>
            </p:nvSpPr>
            <p:spPr>
              <a:xfrm>
                <a:off x="5999810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810" y="3508600"/>
                <a:ext cx="343043" cy="307777"/>
              </a:xfrm>
              <a:prstGeom prst="rect">
                <a:avLst/>
              </a:prstGeom>
              <a:blipFill>
                <a:blip r:embed="rId21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/>
              <p:nvPr/>
            </p:nvSpPr>
            <p:spPr>
              <a:xfrm>
                <a:off x="6858076" y="349759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76" y="3497596"/>
                <a:ext cx="343043" cy="307777"/>
              </a:xfrm>
              <a:prstGeom prst="rect">
                <a:avLst/>
              </a:prstGeom>
              <a:blipFill>
                <a:blip r:embed="rId22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/>
              <p:nvPr/>
            </p:nvSpPr>
            <p:spPr>
              <a:xfrm>
                <a:off x="7535451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451" y="3508600"/>
                <a:ext cx="343043" cy="307777"/>
              </a:xfrm>
              <a:prstGeom prst="rect">
                <a:avLst/>
              </a:prstGeom>
              <a:blipFill>
                <a:blip r:embed="rId23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FA63E957-FD30-5964-4068-9F468D6C450D}"/>
              </a:ext>
            </a:extLst>
          </p:cNvPr>
          <p:cNvCxnSpPr>
            <a:cxnSpLocks/>
          </p:cNvCxnSpPr>
          <p:nvPr/>
        </p:nvCxnSpPr>
        <p:spPr>
          <a:xfrm>
            <a:off x="2018290" y="2241735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/>
              <p:nvPr/>
            </p:nvSpPr>
            <p:spPr>
              <a:xfrm>
                <a:off x="2919000" y="3508600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00" y="3508600"/>
                <a:ext cx="200375" cy="307777"/>
              </a:xfrm>
              <a:prstGeom prst="rect">
                <a:avLst/>
              </a:prstGeom>
              <a:blipFill>
                <a:blip r:embed="rId24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0" name="Group 609">
            <a:extLst>
              <a:ext uri="{FF2B5EF4-FFF2-40B4-BE49-F238E27FC236}">
                <a16:creationId xmlns:a16="http://schemas.microsoft.com/office/drawing/2014/main" id="{50F3D87A-9E49-4EBE-C3A0-B99369A50C8E}"/>
              </a:ext>
            </a:extLst>
          </p:cNvPr>
          <p:cNvGrpSpPr/>
          <p:nvPr/>
        </p:nvGrpSpPr>
        <p:grpSpPr>
          <a:xfrm>
            <a:off x="4540138" y="2832016"/>
            <a:ext cx="45719" cy="296189"/>
            <a:chOff x="3509152" y="253612"/>
            <a:chExt cx="45719" cy="296189"/>
          </a:xfrm>
        </p:grpSpPr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424EF7F4-FD3C-EE2D-9BF3-4358F2F1447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09B4BC6C-3E2C-7B0E-98D1-696AA3A848E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7C3A79DB-D818-762B-A64E-892F1C294C91}"/>
              </a:ext>
            </a:extLst>
          </p:cNvPr>
          <p:cNvCxnSpPr>
            <a:cxnSpLocks/>
          </p:cNvCxnSpPr>
          <p:nvPr/>
        </p:nvCxnSpPr>
        <p:spPr>
          <a:xfrm>
            <a:off x="8431968" y="2241734"/>
            <a:ext cx="0" cy="118302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56EB2A09-1FB8-545F-8E3E-D6DB77C6AEFF}"/>
              </a:ext>
            </a:extLst>
          </p:cNvPr>
          <p:cNvCxnSpPr>
            <a:cxnSpLocks/>
          </p:cNvCxnSpPr>
          <p:nvPr/>
        </p:nvCxnSpPr>
        <p:spPr>
          <a:xfrm>
            <a:off x="9203818" y="2241735"/>
            <a:ext cx="0" cy="14158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3B835F54-5561-203A-0BE2-FEAE5DB9379E}"/>
              </a:ext>
            </a:extLst>
          </p:cNvPr>
          <p:cNvCxnSpPr>
            <a:cxnSpLocks/>
          </p:cNvCxnSpPr>
          <p:nvPr/>
        </p:nvCxnSpPr>
        <p:spPr>
          <a:xfrm flipV="1">
            <a:off x="8434848" y="37284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11326A-A5D6-6AEF-80C0-B29B830C2941}"/>
              </a:ext>
            </a:extLst>
          </p:cNvPr>
          <p:cNvCxnSpPr>
            <a:cxnSpLocks/>
          </p:cNvCxnSpPr>
          <p:nvPr/>
        </p:nvCxnSpPr>
        <p:spPr>
          <a:xfrm flipV="1">
            <a:off x="9205958" y="37284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/>
              <p:nvPr/>
            </p:nvSpPr>
            <p:spPr>
              <a:xfrm>
                <a:off x="8316047" y="35099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47" y="3509946"/>
                <a:ext cx="343043" cy="307777"/>
              </a:xfrm>
              <a:prstGeom prst="rect">
                <a:avLst/>
              </a:prstGeom>
              <a:blipFill>
                <a:blip r:embed="rId25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/>
              <p:nvPr/>
            </p:nvSpPr>
            <p:spPr>
              <a:xfrm>
                <a:off x="9079022" y="35099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022" y="3509946"/>
                <a:ext cx="343043" cy="307777"/>
              </a:xfrm>
              <a:prstGeom prst="rect">
                <a:avLst/>
              </a:prstGeom>
              <a:blipFill>
                <a:blip r:embed="rId26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C9462C9F-DDE2-C2EB-45BE-98CF04EB9828}"/>
              </a:ext>
            </a:extLst>
          </p:cNvPr>
          <p:cNvCxnSpPr>
            <a:cxnSpLocks/>
          </p:cNvCxnSpPr>
          <p:nvPr/>
        </p:nvCxnSpPr>
        <p:spPr>
          <a:xfrm>
            <a:off x="2982176" y="3436042"/>
            <a:ext cx="8979091" cy="4756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3737D566-4052-769C-D61E-D4C7A0C24DCB}"/>
              </a:ext>
            </a:extLst>
          </p:cNvPr>
          <p:cNvSpPr txBox="1"/>
          <p:nvPr/>
        </p:nvSpPr>
        <p:spPr>
          <a:xfrm>
            <a:off x="2187515" y="2481786"/>
            <a:ext cx="209230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500" b="1" dirty="0"/>
              <a:t>Release Handling Scenario</a:t>
            </a:r>
            <a:endParaRPr lang="en-RU" sz="1500" b="1" dirty="0"/>
          </a:p>
        </p:txBody>
      </p: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F14D5B1B-B15A-99A3-3B90-5363A6EEF663}"/>
              </a:ext>
            </a:extLst>
          </p:cNvPr>
          <p:cNvCxnSpPr>
            <a:cxnSpLocks/>
          </p:cNvCxnSpPr>
          <p:nvPr/>
        </p:nvCxnSpPr>
        <p:spPr>
          <a:xfrm>
            <a:off x="9814277" y="2232685"/>
            <a:ext cx="0" cy="119207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3F919D09-1BAC-3C93-03C4-CD47F2358769}"/>
              </a:ext>
            </a:extLst>
          </p:cNvPr>
          <p:cNvCxnSpPr>
            <a:cxnSpLocks/>
            <a:endCxn id="625" idx="1"/>
          </p:cNvCxnSpPr>
          <p:nvPr/>
        </p:nvCxnSpPr>
        <p:spPr>
          <a:xfrm>
            <a:off x="10597279" y="2232686"/>
            <a:ext cx="0" cy="1428619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4D3C4371-D1E7-F652-4EB4-62D016553E25}"/>
              </a:ext>
            </a:extLst>
          </p:cNvPr>
          <p:cNvCxnSpPr>
            <a:cxnSpLocks/>
          </p:cNvCxnSpPr>
          <p:nvPr/>
        </p:nvCxnSpPr>
        <p:spPr>
          <a:xfrm>
            <a:off x="11369131" y="2223354"/>
            <a:ext cx="0" cy="154446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/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/>
              <p:nvPr/>
            </p:nvSpPr>
            <p:spPr>
              <a:xfrm>
                <a:off x="9731196" y="351037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196" y="3510379"/>
                <a:ext cx="343043" cy="307777"/>
              </a:xfrm>
              <a:prstGeom prst="rect">
                <a:avLst/>
              </a:prstGeom>
              <a:blipFill>
                <a:blip r:embed="rId28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/>
              <p:nvPr/>
            </p:nvSpPr>
            <p:spPr>
              <a:xfrm>
                <a:off x="10597279" y="3507416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279" y="3507416"/>
                <a:ext cx="485710" cy="307777"/>
              </a:xfrm>
              <a:prstGeom prst="rect">
                <a:avLst/>
              </a:prstGeom>
              <a:blipFill>
                <a:blip r:embed="rId29"/>
                <a:stretch>
                  <a:fillRect l="-11250" r="-1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1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2755988" y="2776251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9525">
            <a:solidFill>
              <a:srgbClr val="C0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/>
              <p:nvPr/>
            </p:nvSpPr>
            <p:spPr>
              <a:xfrm>
                <a:off x="3044818" y="755073"/>
                <a:ext cx="171457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18" y="755073"/>
                <a:ext cx="171457" cy="155299"/>
              </a:xfrm>
              <a:prstGeom prst="rect">
                <a:avLst/>
              </a:prstGeom>
              <a:blipFill>
                <a:blip r:embed="rId30"/>
                <a:stretch>
                  <a:fillRect l="-17241" t="-4000" r="-344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/>
              <p:nvPr/>
            </p:nvSpPr>
            <p:spPr>
              <a:xfrm>
                <a:off x="3049442" y="1050636"/>
                <a:ext cx="171457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42" y="1050636"/>
                <a:ext cx="171457" cy="155620"/>
              </a:xfrm>
              <a:prstGeom prst="rect">
                <a:avLst/>
              </a:prstGeom>
              <a:blipFill>
                <a:blip r:embed="rId31"/>
                <a:stretch>
                  <a:fillRect l="-17857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4600437" y="1046341"/>
                <a:ext cx="17421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437" y="1046341"/>
                <a:ext cx="174215" cy="155940"/>
              </a:xfrm>
              <a:prstGeom prst="rect">
                <a:avLst/>
              </a:prstGeom>
              <a:blipFill>
                <a:blip r:embed="rId32"/>
                <a:stretch>
                  <a:fillRect l="-21429" t="-4000" r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4732177" y="3225228"/>
                <a:ext cx="171457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177" y="3225228"/>
                <a:ext cx="171457" cy="155620"/>
              </a:xfrm>
              <a:prstGeom prst="rect">
                <a:avLst/>
              </a:prstGeom>
              <a:blipFill>
                <a:blip r:embed="rId33"/>
                <a:stretch>
                  <a:fillRect l="-17857" t="-3846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6938039" y="752232"/>
                <a:ext cx="174215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39" y="752232"/>
                <a:ext cx="174215" cy="155620"/>
              </a:xfrm>
              <a:prstGeom prst="rect">
                <a:avLst/>
              </a:prstGeom>
              <a:blipFill>
                <a:blip r:embed="rId34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152718" y="1050435"/>
                <a:ext cx="174215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718" y="1050435"/>
                <a:ext cx="174215" cy="156710"/>
              </a:xfrm>
              <a:prstGeom prst="rect">
                <a:avLst/>
              </a:prstGeom>
              <a:blipFill>
                <a:blip r:embed="rId35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713348" y="1055526"/>
                <a:ext cx="174215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348" y="1055526"/>
                <a:ext cx="174215" cy="155299"/>
              </a:xfrm>
              <a:prstGeom prst="rect">
                <a:avLst/>
              </a:prstGeom>
              <a:blipFill>
                <a:blip r:embed="rId36"/>
                <a:stretch>
                  <a:fillRect l="-17241" t="-3846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261144" y="1052045"/>
                <a:ext cx="174215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144" y="1052045"/>
                <a:ext cx="174215" cy="159083"/>
              </a:xfrm>
              <a:prstGeom prst="rect">
                <a:avLst/>
              </a:prstGeom>
              <a:blipFill>
                <a:blip r:embed="rId37"/>
                <a:stretch>
                  <a:fillRect l="-17241" t="-3846" r="-6897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662488" y="1056657"/>
                <a:ext cx="174215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488" y="1056657"/>
                <a:ext cx="174215" cy="156902"/>
              </a:xfrm>
              <a:prstGeom prst="rect">
                <a:avLst/>
              </a:prstGeom>
              <a:blipFill>
                <a:blip r:embed="rId38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10641800" y="752342"/>
                <a:ext cx="174215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1800" y="752342"/>
                <a:ext cx="174215" cy="156389"/>
              </a:xfrm>
              <a:prstGeom prst="rect">
                <a:avLst/>
              </a:prstGeom>
              <a:blipFill>
                <a:blip r:embed="rId39"/>
                <a:stretch>
                  <a:fillRect l="-21429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10602075" y="74022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10604297" y="1031930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020658" y="2840701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/>
              <p:nvPr/>
            </p:nvSpPr>
            <p:spPr>
              <a:xfrm>
                <a:off x="3731349" y="2926261"/>
                <a:ext cx="171457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349" y="2926261"/>
                <a:ext cx="171457" cy="155299"/>
              </a:xfrm>
              <a:prstGeom prst="rect">
                <a:avLst/>
              </a:prstGeom>
              <a:blipFill>
                <a:blip r:embed="rId40"/>
                <a:stretch>
                  <a:fillRect l="-17857" t="-3846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616">
            <a:extLst>
              <a:ext uri="{FF2B5EF4-FFF2-40B4-BE49-F238E27FC236}">
                <a16:creationId xmlns:a16="http://schemas.microsoft.com/office/drawing/2014/main" id="{04CFE8CC-9303-7F73-2161-8DC213D53132}"/>
              </a:ext>
            </a:extLst>
          </p:cNvPr>
          <p:cNvCxnSpPr>
            <a:cxnSpLocks/>
          </p:cNvCxnSpPr>
          <p:nvPr/>
        </p:nvCxnSpPr>
        <p:spPr>
          <a:xfrm>
            <a:off x="3019188" y="1348081"/>
            <a:ext cx="8979091" cy="475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769">
            <a:extLst>
              <a:ext uri="{FF2B5EF4-FFF2-40B4-BE49-F238E27FC236}">
                <a16:creationId xmlns:a16="http://schemas.microsoft.com/office/drawing/2014/main" id="{14F89469-E199-A4C0-9565-24AF9DECE65D}"/>
              </a:ext>
            </a:extLst>
          </p:cNvPr>
          <p:cNvSpPr/>
          <p:nvPr/>
        </p:nvSpPr>
        <p:spPr>
          <a:xfrm flipH="1">
            <a:off x="5353308" y="3147036"/>
            <a:ext cx="45031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47CDD2-6E3E-2DE8-272B-5806E0098160}"/>
                  </a:ext>
                </a:extLst>
              </p:cNvPr>
              <p:cNvSpPr txBox="1"/>
              <p:nvPr/>
            </p:nvSpPr>
            <p:spPr>
              <a:xfrm>
                <a:off x="5517383" y="3225228"/>
                <a:ext cx="174215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47CDD2-6E3E-2DE8-272B-5806E0098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383" y="3225228"/>
                <a:ext cx="174215" cy="155299"/>
              </a:xfrm>
              <a:prstGeom prst="rect">
                <a:avLst/>
              </a:prstGeom>
              <a:blipFill>
                <a:blip r:embed="rId41"/>
                <a:stretch>
                  <a:fillRect l="-17241" t="-3846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769">
            <a:extLst>
              <a:ext uri="{FF2B5EF4-FFF2-40B4-BE49-F238E27FC236}">
                <a16:creationId xmlns:a16="http://schemas.microsoft.com/office/drawing/2014/main" id="{028ED6D7-12EC-A8B2-4AFB-5FCD90F1884C}"/>
              </a:ext>
            </a:extLst>
          </p:cNvPr>
          <p:cNvSpPr/>
          <p:nvPr/>
        </p:nvSpPr>
        <p:spPr>
          <a:xfrm flipH="1">
            <a:off x="6088627" y="3143184"/>
            <a:ext cx="45031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0BA50FA-9B5E-3A60-919A-E3933B40955B}"/>
                  </a:ext>
                </a:extLst>
              </p:cNvPr>
              <p:cNvSpPr txBox="1"/>
              <p:nvPr/>
            </p:nvSpPr>
            <p:spPr>
              <a:xfrm>
                <a:off x="6250135" y="3193795"/>
                <a:ext cx="174215" cy="1590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0BA50FA-9B5E-3A60-919A-E3933B409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135" y="3193795"/>
                <a:ext cx="174215" cy="159083"/>
              </a:xfrm>
              <a:prstGeom prst="rect">
                <a:avLst/>
              </a:prstGeom>
              <a:blipFill>
                <a:blip r:embed="rId42"/>
                <a:stretch>
                  <a:fillRect l="-17241" t="-3846" r="-6897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575">
            <a:extLst>
              <a:ext uri="{FF2B5EF4-FFF2-40B4-BE49-F238E27FC236}">
                <a16:creationId xmlns:a16="http://schemas.microsoft.com/office/drawing/2014/main" id="{441C6CA7-7709-DB38-BB54-34093F841868}"/>
              </a:ext>
            </a:extLst>
          </p:cNvPr>
          <p:cNvSpPr/>
          <p:nvPr/>
        </p:nvSpPr>
        <p:spPr>
          <a:xfrm flipH="1">
            <a:off x="6889063" y="2832029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/>
              <p:nvPr/>
            </p:nvSpPr>
            <p:spPr>
              <a:xfrm>
                <a:off x="7583200" y="2913560"/>
                <a:ext cx="174215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200" y="2913560"/>
                <a:ext cx="174215" cy="155620"/>
              </a:xfrm>
              <a:prstGeom prst="rect">
                <a:avLst/>
              </a:prstGeom>
              <a:blipFill>
                <a:blip r:embed="rId43"/>
                <a:stretch>
                  <a:fillRect l="-20690" t="-4000" r="-344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769">
            <a:extLst>
              <a:ext uri="{FF2B5EF4-FFF2-40B4-BE49-F238E27FC236}">
                <a16:creationId xmlns:a16="http://schemas.microsoft.com/office/drawing/2014/main" id="{B622B58D-25F4-DDEE-3F7C-0E4C280CC88A}"/>
              </a:ext>
            </a:extLst>
          </p:cNvPr>
          <p:cNvSpPr/>
          <p:nvPr/>
        </p:nvSpPr>
        <p:spPr>
          <a:xfrm flipH="1">
            <a:off x="8412881" y="3150721"/>
            <a:ext cx="45031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E063215-78B6-9069-2C25-2E0AC51F9BA6}"/>
                  </a:ext>
                </a:extLst>
              </p:cNvPr>
              <p:cNvSpPr txBox="1"/>
              <p:nvPr/>
            </p:nvSpPr>
            <p:spPr>
              <a:xfrm>
                <a:off x="8562717" y="3205873"/>
                <a:ext cx="174215" cy="15690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E063215-78B6-9069-2C25-2E0AC51F9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717" y="3205873"/>
                <a:ext cx="174215" cy="156902"/>
              </a:xfrm>
              <a:prstGeom prst="rect">
                <a:avLst/>
              </a:prstGeom>
              <a:blipFill>
                <a:blip r:embed="rId44"/>
                <a:stretch>
                  <a:fillRect l="-21429" t="-3846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769">
            <a:extLst>
              <a:ext uri="{FF2B5EF4-FFF2-40B4-BE49-F238E27FC236}">
                <a16:creationId xmlns:a16="http://schemas.microsoft.com/office/drawing/2014/main" id="{393F0CB2-05AB-764D-6AAB-1C3F1C020C7C}"/>
              </a:ext>
            </a:extLst>
          </p:cNvPr>
          <p:cNvSpPr/>
          <p:nvPr/>
        </p:nvSpPr>
        <p:spPr>
          <a:xfrm flipH="1">
            <a:off x="9203818" y="3135230"/>
            <a:ext cx="38860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2D290A-F746-52B5-4C0F-E6A77EC033F5}"/>
                  </a:ext>
                </a:extLst>
              </p:cNvPr>
              <p:cNvSpPr txBox="1"/>
              <p:nvPr/>
            </p:nvSpPr>
            <p:spPr>
              <a:xfrm>
                <a:off x="9340411" y="3224680"/>
                <a:ext cx="171009" cy="15677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2D290A-F746-52B5-4C0F-E6A77EC03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411" y="3224680"/>
                <a:ext cx="171009" cy="156774"/>
              </a:xfrm>
              <a:prstGeom prst="rect">
                <a:avLst/>
              </a:prstGeom>
              <a:blipFill>
                <a:blip r:embed="rId45"/>
                <a:stretch>
                  <a:fillRect l="-17857" t="-3846" r="-3571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769">
            <a:extLst>
              <a:ext uri="{FF2B5EF4-FFF2-40B4-BE49-F238E27FC236}">
                <a16:creationId xmlns:a16="http://schemas.microsoft.com/office/drawing/2014/main" id="{D83D863D-1F20-4F7B-28E4-11BB0C116872}"/>
              </a:ext>
            </a:extLst>
          </p:cNvPr>
          <p:cNvSpPr/>
          <p:nvPr/>
        </p:nvSpPr>
        <p:spPr>
          <a:xfrm flipH="1">
            <a:off x="9813519" y="3140010"/>
            <a:ext cx="42109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E089680-4B4F-62A4-5254-FC7CB6E4F094}"/>
                  </a:ext>
                </a:extLst>
              </p:cNvPr>
              <p:cNvSpPr txBox="1"/>
              <p:nvPr/>
            </p:nvSpPr>
            <p:spPr>
              <a:xfrm>
                <a:off x="9965393" y="3224652"/>
                <a:ext cx="225959" cy="15690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E089680-4B4F-62A4-5254-FC7CB6E4F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393" y="3224652"/>
                <a:ext cx="225959" cy="156902"/>
              </a:xfrm>
              <a:prstGeom prst="rect">
                <a:avLst/>
              </a:prstGeom>
              <a:blipFill>
                <a:blip r:embed="rId46"/>
                <a:stretch>
                  <a:fillRect l="-16216" t="-3846" r="-5405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575">
            <a:extLst>
              <a:ext uri="{FF2B5EF4-FFF2-40B4-BE49-F238E27FC236}">
                <a16:creationId xmlns:a16="http://schemas.microsoft.com/office/drawing/2014/main" id="{EF05F576-2D8E-62BD-EE81-EA32F6A2ACD9}"/>
              </a:ext>
            </a:extLst>
          </p:cNvPr>
          <p:cNvSpPr/>
          <p:nvPr/>
        </p:nvSpPr>
        <p:spPr>
          <a:xfrm flipH="1">
            <a:off x="10597280" y="2836968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/>
              <p:nvPr/>
            </p:nvSpPr>
            <p:spPr>
              <a:xfrm>
                <a:off x="11282024" y="2899134"/>
                <a:ext cx="174215" cy="1563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024" y="2899134"/>
                <a:ext cx="174215" cy="156389"/>
              </a:xfrm>
              <a:prstGeom prst="rect">
                <a:avLst/>
              </a:prstGeom>
              <a:blipFill>
                <a:blip r:embed="rId47"/>
                <a:stretch>
                  <a:fillRect l="-21429" t="-4000" r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28">
            <a:extLst>
              <a:ext uri="{FF2B5EF4-FFF2-40B4-BE49-F238E27FC236}">
                <a16:creationId xmlns:a16="http://schemas.microsoft.com/office/drawing/2014/main" id="{C03B923F-65F7-76D9-2EDD-8483F4A7E41A}"/>
              </a:ext>
            </a:extLst>
          </p:cNvPr>
          <p:cNvCxnSpPr>
            <a:cxnSpLocks/>
            <a:endCxn id="58" idx="1"/>
          </p:cNvCxnSpPr>
          <p:nvPr/>
        </p:nvCxnSpPr>
        <p:spPr>
          <a:xfrm flipV="1">
            <a:off x="3287043" y="4257665"/>
            <a:ext cx="1157364" cy="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/>
              <p:nvPr/>
            </p:nvSpPr>
            <p:spPr>
              <a:xfrm>
                <a:off x="2366058" y="4087292"/>
                <a:ext cx="577530" cy="2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𝐿𝑖𝐷𝐴𝑅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058" y="4087292"/>
                <a:ext cx="577530" cy="257891"/>
              </a:xfrm>
              <a:prstGeom prst="rect">
                <a:avLst/>
              </a:prstGeom>
              <a:blipFill>
                <a:blip r:embed="rId48"/>
                <a:stretch>
                  <a:fillRect l="-6316" r="-1053"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/>
              <p:nvPr/>
            </p:nvSpPr>
            <p:spPr>
              <a:xfrm>
                <a:off x="2378482" y="4360016"/>
                <a:ext cx="485774" cy="249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𝐼𝑀𝑈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482" y="4360016"/>
                <a:ext cx="485774" cy="249620"/>
              </a:xfrm>
              <a:prstGeom prst="rect">
                <a:avLst/>
              </a:prstGeom>
              <a:blipFill>
                <a:blip r:embed="rId49"/>
                <a:stretch>
                  <a:fillRect l="-7500" r="-1250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/>
              <p:nvPr/>
            </p:nvSpPr>
            <p:spPr>
              <a:xfrm>
                <a:off x="2949457" y="3889295"/>
                <a:ext cx="139462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457" y="3889295"/>
                <a:ext cx="139462" cy="736740"/>
              </a:xfrm>
              <a:prstGeom prst="rect">
                <a:avLst/>
              </a:prstGeom>
              <a:blipFill>
                <a:blip r:embed="rId50"/>
                <a:stretch>
                  <a:fillRect l="-30435" r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/>
              <p:nvPr/>
            </p:nvSpPr>
            <p:spPr>
              <a:xfrm>
                <a:off x="4444407" y="3889295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407" y="3889295"/>
                <a:ext cx="238847" cy="736740"/>
              </a:xfrm>
              <a:prstGeom prst="rect">
                <a:avLst/>
              </a:prstGeom>
              <a:blipFill>
                <a:blip r:embed="rId51"/>
                <a:stretch>
                  <a:fillRect l="-17949" r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2418092" y="3887391"/>
                <a:ext cx="40472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𝑐𝑢𝑟</m:t>
                          </m:r>
                        </m:sup>
                      </m:s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092" y="3887391"/>
                <a:ext cx="404726" cy="246221"/>
              </a:xfrm>
              <a:prstGeom prst="rect">
                <a:avLst/>
              </a:prstGeom>
              <a:blipFill>
                <a:blip r:embed="rId52"/>
                <a:stretch>
                  <a:fillRect l="-10606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Connector 28">
            <a:extLst>
              <a:ext uri="{FF2B5EF4-FFF2-40B4-BE49-F238E27FC236}">
                <a16:creationId xmlns:a16="http://schemas.microsoft.com/office/drawing/2014/main" id="{5E949F02-2CCB-9F0E-4769-DF51476B6913}"/>
              </a:ext>
            </a:extLst>
          </p:cNvPr>
          <p:cNvCxnSpPr>
            <a:cxnSpLocks/>
          </p:cNvCxnSpPr>
          <p:nvPr/>
        </p:nvCxnSpPr>
        <p:spPr>
          <a:xfrm>
            <a:off x="4683130" y="4242424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F9A596D-45DE-E8A6-50E8-AA872AFBC123}"/>
                  </a:ext>
                </a:extLst>
              </p:cNvPr>
              <p:cNvSpPr txBox="1"/>
              <p:nvPr/>
            </p:nvSpPr>
            <p:spPr>
              <a:xfrm>
                <a:off x="4851548" y="3889295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F9A596D-45DE-E8A6-50E8-AA872AFBC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548" y="3889295"/>
                <a:ext cx="238847" cy="736740"/>
              </a:xfrm>
              <a:prstGeom prst="rect">
                <a:avLst/>
              </a:prstGeom>
              <a:blipFill>
                <a:blip r:embed="rId53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/>
              <p:nvPr/>
            </p:nvSpPr>
            <p:spPr>
              <a:xfrm>
                <a:off x="5239255" y="3885319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255" y="3885319"/>
                <a:ext cx="238847" cy="736740"/>
              </a:xfrm>
              <a:prstGeom prst="rect">
                <a:avLst/>
              </a:prstGeom>
              <a:blipFill>
                <a:blip r:embed="rId54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AEB843E-D690-BB5A-D869-34439C7FBC4A}"/>
                  </a:ext>
                </a:extLst>
              </p:cNvPr>
              <p:cNvSpPr txBox="1"/>
              <p:nvPr/>
            </p:nvSpPr>
            <p:spPr>
              <a:xfrm>
                <a:off x="5620524" y="3889295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AEB843E-D690-BB5A-D869-34439C7FB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524" y="3889295"/>
                <a:ext cx="238847" cy="736740"/>
              </a:xfrm>
              <a:prstGeom prst="rect">
                <a:avLst/>
              </a:prstGeom>
              <a:blipFill>
                <a:blip r:embed="rId55"/>
                <a:stretch>
                  <a:fillRect l="-17949" r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/>
              <p:nvPr/>
            </p:nvSpPr>
            <p:spPr>
              <a:xfrm>
                <a:off x="6033843" y="3890950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843" y="3890950"/>
                <a:ext cx="238847" cy="736740"/>
              </a:xfrm>
              <a:prstGeom prst="rect">
                <a:avLst/>
              </a:prstGeom>
              <a:blipFill>
                <a:blip r:embed="rId56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Connector 28">
            <a:extLst>
              <a:ext uri="{FF2B5EF4-FFF2-40B4-BE49-F238E27FC236}">
                <a16:creationId xmlns:a16="http://schemas.microsoft.com/office/drawing/2014/main" id="{C2E13842-9ACF-C380-644F-E6077B2D6C33}"/>
              </a:ext>
            </a:extLst>
          </p:cNvPr>
          <p:cNvCxnSpPr>
            <a:cxnSpLocks/>
          </p:cNvCxnSpPr>
          <p:nvPr/>
        </p:nvCxnSpPr>
        <p:spPr>
          <a:xfrm>
            <a:off x="5081772" y="4234804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28">
            <a:extLst>
              <a:ext uri="{FF2B5EF4-FFF2-40B4-BE49-F238E27FC236}">
                <a16:creationId xmlns:a16="http://schemas.microsoft.com/office/drawing/2014/main" id="{D87D1B5B-C4C7-6575-C865-1D95C85EF37C}"/>
              </a:ext>
            </a:extLst>
          </p:cNvPr>
          <p:cNvCxnSpPr>
            <a:cxnSpLocks/>
          </p:cNvCxnSpPr>
          <p:nvPr/>
        </p:nvCxnSpPr>
        <p:spPr>
          <a:xfrm>
            <a:off x="5471232" y="4242424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28">
            <a:extLst>
              <a:ext uri="{FF2B5EF4-FFF2-40B4-BE49-F238E27FC236}">
                <a16:creationId xmlns:a16="http://schemas.microsoft.com/office/drawing/2014/main" id="{94B23D14-2C33-2A36-3266-3D6C4E2C62FE}"/>
              </a:ext>
            </a:extLst>
          </p:cNvPr>
          <p:cNvCxnSpPr>
            <a:cxnSpLocks/>
          </p:cNvCxnSpPr>
          <p:nvPr/>
        </p:nvCxnSpPr>
        <p:spPr>
          <a:xfrm>
            <a:off x="5867274" y="4242424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28">
            <a:extLst>
              <a:ext uri="{FF2B5EF4-FFF2-40B4-BE49-F238E27FC236}">
                <a16:creationId xmlns:a16="http://schemas.microsoft.com/office/drawing/2014/main" id="{50827098-9521-FB10-2646-9F14B049438F}"/>
              </a:ext>
            </a:extLst>
          </p:cNvPr>
          <p:cNvCxnSpPr>
            <a:cxnSpLocks/>
          </p:cNvCxnSpPr>
          <p:nvPr/>
        </p:nvCxnSpPr>
        <p:spPr>
          <a:xfrm>
            <a:off x="6279441" y="4239567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BB34064-79F8-0D52-A7C2-B402B8DB9B01}"/>
                  </a:ext>
                </a:extLst>
              </p:cNvPr>
              <p:cNvSpPr txBox="1"/>
              <p:nvPr/>
            </p:nvSpPr>
            <p:spPr>
              <a:xfrm>
                <a:off x="6431669" y="3889295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BB34064-79F8-0D52-A7C2-B402B8DB9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669" y="3889295"/>
                <a:ext cx="238847" cy="736740"/>
              </a:xfrm>
              <a:prstGeom prst="rect">
                <a:avLst/>
              </a:prstGeom>
              <a:blipFill>
                <a:blip r:embed="rId57"/>
                <a:stretch>
                  <a:fillRect l="-17949" r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Connector 28">
            <a:extLst>
              <a:ext uri="{FF2B5EF4-FFF2-40B4-BE49-F238E27FC236}">
                <a16:creationId xmlns:a16="http://schemas.microsoft.com/office/drawing/2014/main" id="{15C02852-6413-4CAB-5079-E1601C83A9D6}"/>
              </a:ext>
            </a:extLst>
          </p:cNvPr>
          <p:cNvCxnSpPr>
            <a:cxnSpLocks/>
          </p:cNvCxnSpPr>
          <p:nvPr/>
        </p:nvCxnSpPr>
        <p:spPr>
          <a:xfrm>
            <a:off x="6654739" y="4250044"/>
            <a:ext cx="152228" cy="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6797442" y="3889295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442" y="3889295"/>
                <a:ext cx="238847" cy="736740"/>
              </a:xfrm>
              <a:prstGeom prst="rect">
                <a:avLst/>
              </a:prstGeom>
              <a:blipFill>
                <a:blip r:embed="rId58"/>
                <a:stretch>
                  <a:fillRect l="-17949" r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E1A504-AACE-A54C-CD80-9BA110EB411A}"/>
                  </a:ext>
                </a:extLst>
              </p:cNvPr>
              <p:cNvSpPr txBox="1"/>
              <p:nvPr/>
            </p:nvSpPr>
            <p:spPr>
              <a:xfrm>
                <a:off x="8317190" y="3889295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E1A504-AACE-A54C-CD80-9BA110EB4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190" y="3889295"/>
                <a:ext cx="338234" cy="736740"/>
              </a:xfrm>
              <a:prstGeom prst="rect">
                <a:avLst/>
              </a:prstGeom>
              <a:blipFill>
                <a:blip r:embed="rId59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4103C1-6A0F-F1B3-8DF3-EF28253FF3DE}"/>
                  </a:ext>
                </a:extLst>
              </p:cNvPr>
              <p:cNvSpPr txBox="1"/>
              <p:nvPr/>
            </p:nvSpPr>
            <p:spPr>
              <a:xfrm>
                <a:off x="8684407" y="3889295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4103C1-6A0F-F1B3-8DF3-EF28253FF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407" y="3889295"/>
                <a:ext cx="338234" cy="736740"/>
              </a:xfrm>
              <a:prstGeom prst="rect">
                <a:avLst/>
              </a:prstGeom>
              <a:blipFill>
                <a:blip r:embed="rId60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38D662-1AB9-1F7B-7101-6BCDD90CE2B7}"/>
                  </a:ext>
                </a:extLst>
              </p:cNvPr>
              <p:cNvSpPr txBox="1"/>
              <p:nvPr/>
            </p:nvSpPr>
            <p:spPr>
              <a:xfrm>
                <a:off x="9065763" y="3883666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38D662-1AB9-1F7B-7101-6BCDD90CE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763" y="3883666"/>
                <a:ext cx="338234" cy="736740"/>
              </a:xfrm>
              <a:prstGeom prst="rect">
                <a:avLst/>
              </a:prstGeom>
              <a:blipFill>
                <a:blip r:embed="rId61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185D3D-9038-578B-F4FA-332054873F5B}"/>
                  </a:ext>
                </a:extLst>
              </p:cNvPr>
              <p:cNvSpPr txBox="1"/>
              <p:nvPr/>
            </p:nvSpPr>
            <p:spPr>
              <a:xfrm>
                <a:off x="9421633" y="3887641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185D3D-9038-578B-F4FA-332054873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633" y="3887641"/>
                <a:ext cx="338234" cy="736740"/>
              </a:xfrm>
              <a:prstGeom prst="rect">
                <a:avLst/>
              </a:prstGeom>
              <a:blipFill>
                <a:blip r:embed="rId62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A4C7C67-2914-BA34-0AAE-6B6110CA0A95}"/>
                  </a:ext>
                </a:extLst>
              </p:cNvPr>
              <p:cNvSpPr txBox="1"/>
              <p:nvPr/>
            </p:nvSpPr>
            <p:spPr>
              <a:xfrm>
                <a:off x="9765101" y="3889295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A4C7C67-2914-BA34-0AAE-6B6110CA0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101" y="3889295"/>
                <a:ext cx="338234" cy="736740"/>
              </a:xfrm>
              <a:prstGeom prst="rect">
                <a:avLst/>
              </a:prstGeom>
              <a:blipFill>
                <a:blip r:embed="rId63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ABB9437-FE15-DA9B-4570-0C954027B579}"/>
                  </a:ext>
                </a:extLst>
              </p:cNvPr>
              <p:cNvSpPr txBox="1"/>
              <p:nvPr/>
            </p:nvSpPr>
            <p:spPr>
              <a:xfrm>
                <a:off x="10112128" y="3887641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ABB9437-FE15-DA9B-4570-0C954027B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2128" y="3887641"/>
                <a:ext cx="338234" cy="736740"/>
              </a:xfrm>
              <a:prstGeom prst="rect">
                <a:avLst/>
              </a:prstGeom>
              <a:blipFill>
                <a:blip r:embed="rId64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DA75B41-EDC5-386F-7A3B-FB9CDBCB38F7}"/>
                  </a:ext>
                </a:extLst>
              </p:cNvPr>
              <p:cNvSpPr txBox="1"/>
              <p:nvPr/>
            </p:nvSpPr>
            <p:spPr>
              <a:xfrm>
                <a:off x="10477900" y="3887641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DA75B41-EDC5-386F-7A3B-FB9CDBCB3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900" y="3887641"/>
                <a:ext cx="338234" cy="736740"/>
              </a:xfrm>
              <a:prstGeom prst="rect">
                <a:avLst/>
              </a:prstGeom>
              <a:blipFill>
                <a:blip r:embed="rId65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28">
            <a:extLst>
              <a:ext uri="{FF2B5EF4-FFF2-40B4-BE49-F238E27FC236}">
                <a16:creationId xmlns:a16="http://schemas.microsoft.com/office/drawing/2014/main" id="{77D717D0-FE7D-0ACE-7785-5C24FB3E47A1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7045585" y="4251316"/>
            <a:ext cx="1271605" cy="6349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lg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30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7" name="Прямая со стрелкой 286"/>
          <p:cNvCxnSpPr/>
          <p:nvPr/>
        </p:nvCxnSpPr>
        <p:spPr>
          <a:xfrm flipH="1" flipV="1">
            <a:off x="1225346" y="3968673"/>
            <a:ext cx="6506262" cy="361916"/>
          </a:xfrm>
          <a:prstGeom prst="straightConnector1">
            <a:avLst/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4563830" y="3135009"/>
            <a:ext cx="787612" cy="289752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12A3ED9D-F66C-A242-CABD-C887D7BB1479}"/>
              </a:ext>
            </a:extLst>
          </p:cNvPr>
          <p:cNvCxnSpPr>
            <a:cxnSpLocks/>
          </p:cNvCxnSpPr>
          <p:nvPr/>
        </p:nvCxnSpPr>
        <p:spPr>
          <a:xfrm>
            <a:off x="193965" y="1637823"/>
            <a:ext cx="11175167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37DC3C49-CE96-4A0E-D539-D1DF535193D1}"/>
              </a:ext>
            </a:extLst>
          </p:cNvPr>
          <p:cNvCxnSpPr>
            <a:cxnSpLocks/>
          </p:cNvCxnSpPr>
          <p:nvPr/>
        </p:nvCxnSpPr>
        <p:spPr>
          <a:xfrm>
            <a:off x="3020580" y="1604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71A61B-F652-721C-FE0A-E35CC4B5A9A5}"/>
              </a:ext>
            </a:extLst>
          </p:cNvPr>
          <p:cNvCxnSpPr>
            <a:cxnSpLocks/>
          </p:cNvCxnSpPr>
          <p:nvPr/>
        </p:nvCxnSpPr>
        <p:spPr>
          <a:xfrm>
            <a:off x="2102035" y="193180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7D6B795-B4C0-F846-8658-FEAAF9CA8709}"/>
              </a:ext>
            </a:extLst>
          </p:cNvPr>
          <p:cNvCxnSpPr>
            <a:cxnSpLocks/>
          </p:cNvCxnSpPr>
          <p:nvPr/>
        </p:nvCxnSpPr>
        <p:spPr>
          <a:xfrm>
            <a:off x="2040619" y="457059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E139DE-1BBD-2BD7-D872-663D712616DD}"/>
              </a:ext>
            </a:extLst>
          </p:cNvPr>
          <p:cNvCxnSpPr>
            <a:cxnSpLocks/>
          </p:cNvCxnSpPr>
          <p:nvPr/>
        </p:nvCxnSpPr>
        <p:spPr>
          <a:xfrm>
            <a:off x="205264" y="752232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1C3B1-97DD-A364-5709-6743152F854B}"/>
              </a:ext>
            </a:extLst>
          </p:cNvPr>
          <p:cNvCxnSpPr>
            <a:cxnSpLocks/>
          </p:cNvCxnSpPr>
          <p:nvPr/>
        </p:nvCxnSpPr>
        <p:spPr>
          <a:xfrm>
            <a:off x="166255" y="1045627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F87532-B723-96D8-737A-721820918702}"/>
              </a:ext>
            </a:extLst>
          </p:cNvPr>
          <p:cNvCxnSpPr>
            <a:cxnSpLocks/>
          </p:cNvCxnSpPr>
          <p:nvPr/>
        </p:nvCxnSpPr>
        <p:spPr>
          <a:xfrm>
            <a:off x="207818" y="1348751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DD1B5A-B0FA-7A8F-BD7E-A39D03665270}"/>
              </a:ext>
            </a:extLst>
          </p:cNvPr>
          <p:cNvCxnSpPr>
            <a:cxnSpLocks/>
          </p:cNvCxnSpPr>
          <p:nvPr/>
        </p:nvCxnSpPr>
        <p:spPr>
          <a:xfrm>
            <a:off x="2378483" y="166578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2D14223-C770-7E9F-8180-628BA05B557D}"/>
              </a:ext>
            </a:extLst>
          </p:cNvPr>
          <p:cNvCxnSpPr>
            <a:cxnSpLocks/>
          </p:cNvCxnSpPr>
          <p:nvPr/>
        </p:nvCxnSpPr>
        <p:spPr>
          <a:xfrm>
            <a:off x="3800863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17CE4C1-8F3B-E139-BBDA-F559D5554A6F}"/>
              </a:ext>
            </a:extLst>
          </p:cNvPr>
          <p:cNvCxnSpPr>
            <a:cxnSpLocks/>
          </p:cNvCxnSpPr>
          <p:nvPr/>
        </p:nvCxnSpPr>
        <p:spPr>
          <a:xfrm flipH="1">
            <a:off x="4569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94A6C9F-F71B-9964-6B44-7DAE6C2B9021}"/>
              </a:ext>
            </a:extLst>
          </p:cNvPr>
          <p:cNvCxnSpPr>
            <a:cxnSpLocks/>
          </p:cNvCxnSpPr>
          <p:nvPr/>
        </p:nvCxnSpPr>
        <p:spPr>
          <a:xfrm>
            <a:off x="5354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DF1517E-2C4E-DE61-B1C4-D112142F0DAA}"/>
              </a:ext>
            </a:extLst>
          </p:cNvPr>
          <p:cNvCxnSpPr>
            <a:cxnSpLocks/>
          </p:cNvCxnSpPr>
          <p:nvPr/>
        </p:nvCxnSpPr>
        <p:spPr>
          <a:xfrm flipH="1">
            <a:off x="6107604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38DA259-20D7-6C64-9749-209C41020E39}"/>
              </a:ext>
            </a:extLst>
          </p:cNvPr>
          <p:cNvCxnSpPr>
            <a:cxnSpLocks/>
          </p:cNvCxnSpPr>
          <p:nvPr/>
        </p:nvCxnSpPr>
        <p:spPr>
          <a:xfrm>
            <a:off x="6888266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7EC50D9-598D-3BC4-E0CB-EC4E06D6EB16}"/>
              </a:ext>
            </a:extLst>
          </p:cNvPr>
          <p:cNvCxnSpPr/>
          <p:nvPr/>
        </p:nvCxnSpPr>
        <p:spPr>
          <a:xfrm>
            <a:off x="7660116" y="16657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DC55248-0F80-75FE-F12C-022EB4EE1244}"/>
              </a:ext>
            </a:extLst>
          </p:cNvPr>
          <p:cNvCxnSpPr/>
          <p:nvPr/>
        </p:nvCxnSpPr>
        <p:spPr>
          <a:xfrm flipV="1">
            <a:off x="380231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630379C-B644-DC7E-CA82-4425713769E1}"/>
              </a:ext>
            </a:extLst>
          </p:cNvPr>
          <p:cNvCxnSpPr>
            <a:cxnSpLocks/>
          </p:cNvCxnSpPr>
          <p:nvPr/>
        </p:nvCxnSpPr>
        <p:spPr>
          <a:xfrm flipV="1">
            <a:off x="5350381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1B1F9DF-709F-9EE8-9C92-79455CE441CD}"/>
              </a:ext>
            </a:extLst>
          </p:cNvPr>
          <p:cNvCxnSpPr>
            <a:cxnSpLocks/>
          </p:cNvCxnSpPr>
          <p:nvPr/>
        </p:nvCxnSpPr>
        <p:spPr>
          <a:xfrm flipV="1">
            <a:off x="4575850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7CDDD5F-7C50-933A-4E66-A720C92B25A1}"/>
              </a:ext>
            </a:extLst>
          </p:cNvPr>
          <p:cNvCxnSpPr>
            <a:cxnSpLocks/>
          </p:cNvCxnSpPr>
          <p:nvPr/>
        </p:nvCxnSpPr>
        <p:spPr>
          <a:xfrm flipV="1">
            <a:off x="612176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71641A6-6E96-935E-F4BC-0DB246F6F7D6}"/>
              </a:ext>
            </a:extLst>
          </p:cNvPr>
          <p:cNvCxnSpPr>
            <a:cxnSpLocks/>
          </p:cNvCxnSpPr>
          <p:nvPr/>
        </p:nvCxnSpPr>
        <p:spPr>
          <a:xfrm flipV="1">
            <a:off x="689127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002A578-FA00-502E-186D-2FAE32C368DB}"/>
              </a:ext>
            </a:extLst>
          </p:cNvPr>
          <p:cNvCxnSpPr>
            <a:cxnSpLocks/>
          </p:cNvCxnSpPr>
          <p:nvPr/>
        </p:nvCxnSpPr>
        <p:spPr>
          <a:xfrm flipV="1">
            <a:off x="766238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1141571" y="759846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571" y="759846"/>
                <a:ext cx="1198533" cy="257186"/>
              </a:xfrm>
              <a:prstGeom prst="rect">
                <a:avLst/>
              </a:prstGeom>
              <a:blipFill>
                <a:blip r:embed="rId2"/>
                <a:stretch>
                  <a:fillRect l="-152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/>
              <p:nvPr/>
            </p:nvSpPr>
            <p:spPr>
              <a:xfrm>
                <a:off x="1147333" y="1055739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333" y="1055739"/>
                <a:ext cx="1198533" cy="257186"/>
              </a:xfrm>
              <a:prstGeom prst="rect">
                <a:avLst/>
              </a:prstGeom>
              <a:blipFill>
                <a:blip r:embed="rId3"/>
                <a:stretch>
                  <a:fillRect l="-152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/>
              <p:nvPr/>
            </p:nvSpPr>
            <p:spPr>
              <a:xfrm>
                <a:off x="3770062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062" y="1434319"/>
                <a:ext cx="343043" cy="307777"/>
              </a:xfrm>
              <a:prstGeom prst="rect">
                <a:avLst/>
              </a:prstGeom>
              <a:blipFill>
                <a:blip r:embed="rId4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/>
              <p:nvPr/>
            </p:nvSpPr>
            <p:spPr>
              <a:xfrm>
                <a:off x="4543982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982" y="1434319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/>
              <p:nvPr/>
            </p:nvSpPr>
            <p:spPr>
              <a:xfrm>
                <a:off x="5305338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338" y="1434319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/>
              <p:nvPr/>
            </p:nvSpPr>
            <p:spPr>
              <a:xfrm>
                <a:off x="6088627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627" y="1434319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/>
              <p:nvPr/>
            </p:nvSpPr>
            <p:spPr>
              <a:xfrm>
                <a:off x="6797441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441" y="1434319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7857" r="-1785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/>
              <p:nvPr/>
            </p:nvSpPr>
            <p:spPr>
              <a:xfrm>
                <a:off x="7624268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68" y="1434319"/>
                <a:ext cx="343043" cy="307777"/>
              </a:xfrm>
              <a:prstGeom prst="rect">
                <a:avLst/>
              </a:prstGeom>
              <a:blipFill>
                <a:blip r:embed="rId9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28F8CA6-75B2-05A0-1EA3-DCCC0632BF41}"/>
              </a:ext>
            </a:extLst>
          </p:cNvPr>
          <p:cNvCxnSpPr>
            <a:cxnSpLocks/>
          </p:cNvCxnSpPr>
          <p:nvPr/>
        </p:nvCxnSpPr>
        <p:spPr>
          <a:xfrm>
            <a:off x="2018290" y="1572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/>
              <p:nvPr/>
            </p:nvSpPr>
            <p:spPr>
              <a:xfrm>
                <a:off x="3007817" y="1434319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17" y="1434319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19188" y="76180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D98D8D-4459-5C8C-165F-26A6EC38C04C}"/>
              </a:ext>
            </a:extLst>
          </p:cNvPr>
          <p:cNvGrpSpPr/>
          <p:nvPr/>
        </p:nvGrpSpPr>
        <p:grpSpPr>
          <a:xfrm>
            <a:off x="4540138" y="747527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B98AC11-5086-3453-1905-07328B0EB77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03E502C-9161-C6F5-F1B7-26FA2B73D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D2CDD5C-482F-BEB5-6942-3330D205E685}"/>
              </a:ext>
            </a:extLst>
          </p:cNvPr>
          <p:cNvCxnSpPr>
            <a:cxnSpLocks/>
          </p:cNvCxnSpPr>
          <p:nvPr/>
        </p:nvCxnSpPr>
        <p:spPr>
          <a:xfrm>
            <a:off x="8431968" y="15724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03BACD4-4885-9F91-1EA9-A5D51ED1C18F}"/>
              </a:ext>
            </a:extLst>
          </p:cNvPr>
          <p:cNvCxnSpPr/>
          <p:nvPr/>
        </p:nvCxnSpPr>
        <p:spPr>
          <a:xfrm>
            <a:off x="9203818" y="15724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995CD84-A00C-C150-993D-48A196CA4D0E}"/>
              </a:ext>
            </a:extLst>
          </p:cNvPr>
          <p:cNvCxnSpPr>
            <a:cxnSpLocks/>
          </p:cNvCxnSpPr>
          <p:nvPr/>
        </p:nvCxnSpPr>
        <p:spPr>
          <a:xfrm flipV="1">
            <a:off x="843484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7A7A1F3-247B-9044-7D71-A59DAFC77948}"/>
              </a:ext>
            </a:extLst>
          </p:cNvPr>
          <p:cNvCxnSpPr>
            <a:cxnSpLocks/>
          </p:cNvCxnSpPr>
          <p:nvPr/>
        </p:nvCxnSpPr>
        <p:spPr>
          <a:xfrm flipV="1">
            <a:off x="920595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/>
              <p:nvPr/>
            </p:nvSpPr>
            <p:spPr>
              <a:xfrm>
                <a:off x="8404864" y="1435664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864" y="1435664"/>
                <a:ext cx="343043" cy="307777"/>
              </a:xfrm>
              <a:prstGeom prst="rect">
                <a:avLst/>
              </a:prstGeom>
              <a:blipFill>
                <a:blip r:embed="rId11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/>
              <p:nvPr/>
            </p:nvSpPr>
            <p:spPr>
              <a:xfrm>
                <a:off x="9167839" y="1435664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839" y="1435664"/>
                <a:ext cx="343043" cy="307777"/>
              </a:xfrm>
              <a:prstGeom prst="rect">
                <a:avLst/>
              </a:prstGeom>
              <a:blipFill>
                <a:blip r:embed="rId12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8FB04C3-EC74-5EA2-C54F-70B063F7BC09}"/>
              </a:ext>
            </a:extLst>
          </p:cNvPr>
          <p:cNvCxnSpPr/>
          <p:nvPr/>
        </p:nvCxnSpPr>
        <p:spPr>
          <a:xfrm>
            <a:off x="9922030" y="166578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2187514" y="314173"/>
            <a:ext cx="1176028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Jobs </a:t>
            </a:r>
            <a:r>
              <a:rPr lang="en-US" sz="1500" b="1" dirty="0"/>
              <a:t>Release</a:t>
            </a:r>
            <a:r>
              <a:rPr lang="en-RU" sz="1500" b="1" dirty="0"/>
              <a:t>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1D3CBEB-33D7-C0D1-998E-91E411543172}"/>
              </a:ext>
            </a:extLst>
          </p:cNvPr>
          <p:cNvCxnSpPr>
            <a:cxnSpLocks/>
          </p:cNvCxnSpPr>
          <p:nvPr/>
        </p:nvCxnSpPr>
        <p:spPr>
          <a:xfrm>
            <a:off x="9922563" y="14819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99FA927-C547-1E4D-975B-211E9E98AAE7}"/>
              </a:ext>
            </a:extLst>
          </p:cNvPr>
          <p:cNvCxnSpPr/>
          <p:nvPr/>
        </p:nvCxnSpPr>
        <p:spPr>
          <a:xfrm>
            <a:off x="10729630" y="14819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988CBDD-D489-F03F-9F13-F115EECD08F7}"/>
              </a:ext>
            </a:extLst>
          </p:cNvPr>
          <p:cNvCxnSpPr>
            <a:cxnSpLocks/>
          </p:cNvCxnSpPr>
          <p:nvPr/>
        </p:nvCxnSpPr>
        <p:spPr>
          <a:xfrm>
            <a:off x="11369131" y="1388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/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/>
              <p:nvPr/>
            </p:nvSpPr>
            <p:spPr>
              <a:xfrm>
                <a:off x="9928299" y="143609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299" y="1436096"/>
                <a:ext cx="343043" cy="307777"/>
              </a:xfrm>
              <a:prstGeom prst="rect">
                <a:avLst/>
              </a:prstGeom>
              <a:blipFill>
                <a:blip r:embed="rId14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/>
              <p:nvPr/>
            </p:nvSpPr>
            <p:spPr>
              <a:xfrm>
                <a:off x="10677211" y="1408741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11" y="1408741"/>
                <a:ext cx="485710" cy="307777"/>
              </a:xfrm>
              <a:prstGeom prst="rect">
                <a:avLst/>
              </a:prstGeom>
              <a:blipFill>
                <a:blip r:embed="rId15"/>
                <a:stretch>
                  <a:fillRect l="-12658" r="-1139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3021410" y="105350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5F4EC246-A81B-802A-40DB-697FDE2FB95F}"/>
              </a:ext>
            </a:extLst>
          </p:cNvPr>
          <p:cNvCxnSpPr>
            <a:cxnSpLocks/>
          </p:cNvCxnSpPr>
          <p:nvPr/>
        </p:nvCxnSpPr>
        <p:spPr>
          <a:xfrm flipH="1" flipV="1">
            <a:off x="6887688" y="753731"/>
            <a:ext cx="1346" cy="281191"/>
          </a:xfrm>
          <a:prstGeom prst="line">
            <a:avLst/>
          </a:prstGeom>
          <a:ln w="38100">
            <a:solidFill>
              <a:schemeClr val="tx1"/>
            </a:solidFill>
            <a:headEnd type="none" w="med" len="sm"/>
            <a:tailEnd type="stealth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18FDBC5A-B7C8-4C99-F596-BCF931B026CB}"/>
              </a:ext>
            </a:extLst>
          </p:cNvPr>
          <p:cNvCxnSpPr>
            <a:cxnSpLocks/>
          </p:cNvCxnSpPr>
          <p:nvPr/>
        </p:nvCxnSpPr>
        <p:spPr>
          <a:xfrm flipH="1" flipV="1">
            <a:off x="4568650" y="1060386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C158414-06F3-5F74-8F8D-32251967E649}"/>
              </a:ext>
            </a:extLst>
          </p:cNvPr>
          <p:cNvCxnSpPr>
            <a:cxnSpLocks/>
          </p:cNvCxnSpPr>
          <p:nvPr/>
        </p:nvCxnSpPr>
        <p:spPr>
          <a:xfrm flipH="1" flipV="1">
            <a:off x="6109272" y="1056281"/>
            <a:ext cx="1346" cy="281191"/>
          </a:xfrm>
          <a:prstGeom prst="line">
            <a:avLst/>
          </a:prstGeom>
          <a:ln w="38100"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CFD841A-E2FA-203A-5376-091431E1971C}"/>
              </a:ext>
            </a:extLst>
          </p:cNvPr>
          <p:cNvCxnSpPr>
            <a:cxnSpLocks/>
          </p:cNvCxnSpPr>
          <p:nvPr/>
        </p:nvCxnSpPr>
        <p:spPr>
          <a:xfrm flipH="1" flipV="1">
            <a:off x="7653351" y="1068115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8D78A1B-E818-252F-2C77-CF994135FA77}"/>
              </a:ext>
            </a:extLst>
          </p:cNvPr>
          <p:cNvCxnSpPr>
            <a:cxnSpLocks/>
          </p:cNvCxnSpPr>
          <p:nvPr/>
        </p:nvCxnSpPr>
        <p:spPr>
          <a:xfrm flipH="1" flipV="1">
            <a:off x="9205124" y="1064010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F9EEC0D3-59B0-89A5-92DF-3DE3163A6154}"/>
              </a:ext>
            </a:extLst>
          </p:cNvPr>
          <p:cNvCxnSpPr>
            <a:cxnSpLocks/>
          </p:cNvCxnSpPr>
          <p:nvPr/>
        </p:nvCxnSpPr>
        <p:spPr>
          <a:xfrm>
            <a:off x="193965" y="3722311"/>
            <a:ext cx="11175167" cy="4551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EBFB2617-5E02-E270-ED62-E617FDC100B1}"/>
              </a:ext>
            </a:extLst>
          </p:cNvPr>
          <p:cNvCxnSpPr>
            <a:cxnSpLocks/>
            <a:endCxn id="607" idx="2"/>
          </p:cNvCxnSpPr>
          <p:nvPr/>
        </p:nvCxnSpPr>
        <p:spPr>
          <a:xfrm flipH="1">
            <a:off x="3019188" y="2244966"/>
            <a:ext cx="1392" cy="157141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6D2AB69C-C593-ABE3-6B63-4985318AC488}"/>
              </a:ext>
            </a:extLst>
          </p:cNvPr>
          <p:cNvCxnSpPr>
            <a:cxnSpLocks/>
          </p:cNvCxnSpPr>
          <p:nvPr/>
        </p:nvCxnSpPr>
        <p:spPr>
          <a:xfrm>
            <a:off x="2040619" y="25415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B41EF9A9-6CF5-A506-1DFD-3C3C25C1A2C5}"/>
              </a:ext>
            </a:extLst>
          </p:cNvPr>
          <p:cNvCxnSpPr>
            <a:cxnSpLocks/>
          </p:cNvCxnSpPr>
          <p:nvPr/>
        </p:nvCxnSpPr>
        <p:spPr>
          <a:xfrm>
            <a:off x="180110" y="2837041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6E2F6E19-B8C2-C905-B6FC-1A53C581617A}"/>
              </a:ext>
            </a:extLst>
          </p:cNvPr>
          <p:cNvCxnSpPr>
            <a:cxnSpLocks/>
          </p:cNvCxnSpPr>
          <p:nvPr/>
        </p:nvCxnSpPr>
        <p:spPr>
          <a:xfrm>
            <a:off x="166255" y="3130115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FD68F11-2D83-2828-AF61-EF670331ED2A}"/>
              </a:ext>
            </a:extLst>
          </p:cNvPr>
          <p:cNvCxnSpPr>
            <a:cxnSpLocks/>
          </p:cNvCxnSpPr>
          <p:nvPr/>
        </p:nvCxnSpPr>
        <p:spPr>
          <a:xfrm>
            <a:off x="207819" y="3433239"/>
            <a:ext cx="11225923" cy="6417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7A165026-D3C0-2909-0CA6-28A44F22FB97}"/>
              </a:ext>
            </a:extLst>
          </p:cNvPr>
          <p:cNvCxnSpPr>
            <a:cxnSpLocks/>
          </p:cNvCxnSpPr>
          <p:nvPr/>
        </p:nvCxnSpPr>
        <p:spPr>
          <a:xfrm flipH="1">
            <a:off x="2364752" y="2251067"/>
            <a:ext cx="13731" cy="1516755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88EF67AF-125A-83C3-492F-F699005E4614}"/>
              </a:ext>
            </a:extLst>
          </p:cNvPr>
          <p:cNvCxnSpPr>
            <a:cxnSpLocks/>
          </p:cNvCxnSpPr>
          <p:nvPr/>
        </p:nvCxnSpPr>
        <p:spPr>
          <a:xfrm>
            <a:off x="3800863" y="2251065"/>
            <a:ext cx="0" cy="147124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42DBEB0D-08B8-01B3-6D9D-CDD2A4DD576E}"/>
              </a:ext>
            </a:extLst>
          </p:cNvPr>
          <p:cNvCxnSpPr>
            <a:cxnSpLocks/>
            <a:endCxn id="296" idx="3"/>
          </p:cNvCxnSpPr>
          <p:nvPr/>
        </p:nvCxnSpPr>
        <p:spPr>
          <a:xfrm flipH="1">
            <a:off x="4563832" y="2251065"/>
            <a:ext cx="6009" cy="102882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644D783-ED6A-F889-4939-DCCA14BA07F7}"/>
              </a:ext>
            </a:extLst>
          </p:cNvPr>
          <p:cNvCxnSpPr>
            <a:cxnSpLocks/>
          </p:cNvCxnSpPr>
          <p:nvPr/>
        </p:nvCxnSpPr>
        <p:spPr>
          <a:xfrm>
            <a:off x="5354840" y="2251066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A0CEA8E7-6C5D-1609-3F97-0F4C9FFFA22F}"/>
              </a:ext>
            </a:extLst>
          </p:cNvPr>
          <p:cNvCxnSpPr>
            <a:cxnSpLocks/>
          </p:cNvCxnSpPr>
          <p:nvPr/>
        </p:nvCxnSpPr>
        <p:spPr>
          <a:xfrm>
            <a:off x="6107604" y="2251066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A2D2F7D3-FF0F-00DD-EBAD-A97C1E806E9D}"/>
              </a:ext>
            </a:extLst>
          </p:cNvPr>
          <p:cNvCxnSpPr>
            <a:cxnSpLocks/>
          </p:cNvCxnSpPr>
          <p:nvPr/>
        </p:nvCxnSpPr>
        <p:spPr>
          <a:xfrm>
            <a:off x="6888266" y="2251066"/>
            <a:ext cx="0" cy="118859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00D75D8F-BBFC-D6D2-F09F-69F2812915C4}"/>
              </a:ext>
            </a:extLst>
          </p:cNvPr>
          <p:cNvCxnSpPr>
            <a:cxnSpLocks/>
          </p:cNvCxnSpPr>
          <p:nvPr/>
        </p:nvCxnSpPr>
        <p:spPr>
          <a:xfrm>
            <a:off x="7660116" y="2251066"/>
            <a:ext cx="0" cy="118859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59C31E1E-41ED-2029-1B7C-61F92EDAA59D}"/>
              </a:ext>
            </a:extLst>
          </p:cNvPr>
          <p:cNvCxnSpPr/>
          <p:nvPr/>
        </p:nvCxnSpPr>
        <p:spPr>
          <a:xfrm flipV="1">
            <a:off x="3802319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CAAB618F-EE4D-E7B6-E380-98CE6E269B2B}"/>
              </a:ext>
            </a:extLst>
          </p:cNvPr>
          <p:cNvCxnSpPr>
            <a:cxnSpLocks/>
          </p:cNvCxnSpPr>
          <p:nvPr/>
        </p:nvCxnSpPr>
        <p:spPr>
          <a:xfrm flipV="1">
            <a:off x="5350381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66D2AC5E-39C4-7D88-3DD1-A4E54DE9E2B3}"/>
              </a:ext>
            </a:extLst>
          </p:cNvPr>
          <p:cNvCxnSpPr>
            <a:cxnSpLocks/>
          </p:cNvCxnSpPr>
          <p:nvPr/>
        </p:nvCxnSpPr>
        <p:spPr>
          <a:xfrm flipV="1">
            <a:off x="4575850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FBACDEB0-9F48-8176-AE77-A96E218C9D98}"/>
              </a:ext>
            </a:extLst>
          </p:cNvPr>
          <p:cNvCxnSpPr>
            <a:cxnSpLocks/>
          </p:cNvCxnSpPr>
          <p:nvPr/>
        </p:nvCxnSpPr>
        <p:spPr>
          <a:xfrm flipV="1">
            <a:off x="6121769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ADA03DE8-7CFB-AA21-4B67-175C588F1B02}"/>
              </a:ext>
            </a:extLst>
          </p:cNvPr>
          <p:cNvCxnSpPr>
            <a:cxnSpLocks/>
          </p:cNvCxnSpPr>
          <p:nvPr/>
        </p:nvCxnSpPr>
        <p:spPr>
          <a:xfrm flipV="1">
            <a:off x="6891276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DE97D22D-9A2F-FE93-F40D-B45A71E2800A}"/>
              </a:ext>
            </a:extLst>
          </p:cNvPr>
          <p:cNvCxnSpPr>
            <a:cxnSpLocks/>
          </p:cNvCxnSpPr>
          <p:nvPr/>
        </p:nvCxnSpPr>
        <p:spPr>
          <a:xfrm flipV="1">
            <a:off x="7662386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/>
              <p:nvPr/>
            </p:nvSpPr>
            <p:spPr>
              <a:xfrm>
                <a:off x="1130369" y="2838790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69" y="2838790"/>
                <a:ext cx="1198533" cy="257186"/>
              </a:xfrm>
              <a:prstGeom prst="rect">
                <a:avLst/>
              </a:prstGeom>
              <a:blipFill>
                <a:blip r:embed="rId16"/>
                <a:stretch>
                  <a:fillRect l="-152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/>
              <p:nvPr/>
            </p:nvSpPr>
            <p:spPr>
              <a:xfrm>
                <a:off x="1137117" y="3142224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117" y="3142224"/>
                <a:ext cx="1198533" cy="257186"/>
              </a:xfrm>
              <a:prstGeom prst="rect">
                <a:avLst/>
              </a:prstGeom>
              <a:blipFill>
                <a:blip r:embed="rId17"/>
                <a:stretch>
                  <a:fillRect l="-2041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/>
              <p:nvPr/>
            </p:nvSpPr>
            <p:spPr>
              <a:xfrm>
                <a:off x="3681246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246" y="3508600"/>
                <a:ext cx="343043" cy="307777"/>
              </a:xfrm>
              <a:prstGeom prst="rect">
                <a:avLst/>
              </a:prstGeom>
              <a:blipFill>
                <a:blip r:embed="rId18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/>
              <p:nvPr/>
            </p:nvSpPr>
            <p:spPr>
              <a:xfrm>
                <a:off x="4455166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6" y="3508600"/>
                <a:ext cx="343043" cy="307777"/>
              </a:xfrm>
              <a:prstGeom prst="rect">
                <a:avLst/>
              </a:prstGeom>
              <a:blipFill>
                <a:blip r:embed="rId19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/>
              <p:nvPr/>
            </p:nvSpPr>
            <p:spPr>
              <a:xfrm>
                <a:off x="5216521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521" y="3508600"/>
                <a:ext cx="343043" cy="307777"/>
              </a:xfrm>
              <a:prstGeom prst="rect">
                <a:avLst/>
              </a:prstGeom>
              <a:blipFill>
                <a:blip r:embed="rId20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/>
              <p:nvPr/>
            </p:nvSpPr>
            <p:spPr>
              <a:xfrm>
                <a:off x="5999810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810" y="3508600"/>
                <a:ext cx="343043" cy="307777"/>
              </a:xfrm>
              <a:prstGeom prst="rect">
                <a:avLst/>
              </a:prstGeom>
              <a:blipFill>
                <a:blip r:embed="rId21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/>
              <p:nvPr/>
            </p:nvSpPr>
            <p:spPr>
              <a:xfrm>
                <a:off x="6858076" y="349759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76" y="3497596"/>
                <a:ext cx="343043" cy="307777"/>
              </a:xfrm>
              <a:prstGeom prst="rect">
                <a:avLst/>
              </a:prstGeom>
              <a:blipFill>
                <a:blip r:embed="rId22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/>
              <p:nvPr/>
            </p:nvSpPr>
            <p:spPr>
              <a:xfrm>
                <a:off x="7535451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451" y="3508600"/>
                <a:ext cx="343043" cy="307777"/>
              </a:xfrm>
              <a:prstGeom prst="rect">
                <a:avLst/>
              </a:prstGeom>
              <a:blipFill>
                <a:blip r:embed="rId23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FA63E957-FD30-5964-4068-9F468D6C450D}"/>
              </a:ext>
            </a:extLst>
          </p:cNvPr>
          <p:cNvCxnSpPr>
            <a:cxnSpLocks/>
          </p:cNvCxnSpPr>
          <p:nvPr/>
        </p:nvCxnSpPr>
        <p:spPr>
          <a:xfrm>
            <a:off x="2018290" y="2241735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/>
              <p:nvPr/>
            </p:nvSpPr>
            <p:spPr>
              <a:xfrm>
                <a:off x="2919000" y="3508600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00" y="3508600"/>
                <a:ext cx="200375" cy="307777"/>
              </a:xfrm>
              <a:prstGeom prst="rect">
                <a:avLst/>
              </a:prstGeom>
              <a:blipFill>
                <a:blip r:embed="rId24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0" name="Group 609">
            <a:extLst>
              <a:ext uri="{FF2B5EF4-FFF2-40B4-BE49-F238E27FC236}">
                <a16:creationId xmlns:a16="http://schemas.microsoft.com/office/drawing/2014/main" id="{50F3D87A-9E49-4EBE-C3A0-B99369A50C8E}"/>
              </a:ext>
            </a:extLst>
          </p:cNvPr>
          <p:cNvGrpSpPr/>
          <p:nvPr/>
        </p:nvGrpSpPr>
        <p:grpSpPr>
          <a:xfrm>
            <a:off x="4540138" y="2832016"/>
            <a:ext cx="45719" cy="296189"/>
            <a:chOff x="3509152" y="253612"/>
            <a:chExt cx="45719" cy="296189"/>
          </a:xfrm>
        </p:grpSpPr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424EF7F4-FD3C-EE2D-9BF3-4358F2F1447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09B4BC6C-3E2C-7B0E-98D1-696AA3A848E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7C3A79DB-D818-762B-A64E-892F1C294C91}"/>
              </a:ext>
            </a:extLst>
          </p:cNvPr>
          <p:cNvCxnSpPr>
            <a:cxnSpLocks/>
          </p:cNvCxnSpPr>
          <p:nvPr/>
        </p:nvCxnSpPr>
        <p:spPr>
          <a:xfrm>
            <a:off x="8431968" y="2241734"/>
            <a:ext cx="0" cy="118302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56EB2A09-1FB8-545F-8E3E-D6DB77C6AEFF}"/>
              </a:ext>
            </a:extLst>
          </p:cNvPr>
          <p:cNvCxnSpPr>
            <a:cxnSpLocks/>
          </p:cNvCxnSpPr>
          <p:nvPr/>
        </p:nvCxnSpPr>
        <p:spPr>
          <a:xfrm>
            <a:off x="9203818" y="2241735"/>
            <a:ext cx="0" cy="14158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3B835F54-5561-203A-0BE2-FEAE5DB9379E}"/>
              </a:ext>
            </a:extLst>
          </p:cNvPr>
          <p:cNvCxnSpPr>
            <a:cxnSpLocks/>
          </p:cNvCxnSpPr>
          <p:nvPr/>
        </p:nvCxnSpPr>
        <p:spPr>
          <a:xfrm flipV="1">
            <a:off x="8434848" y="37284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11326A-A5D6-6AEF-80C0-B29B830C2941}"/>
              </a:ext>
            </a:extLst>
          </p:cNvPr>
          <p:cNvCxnSpPr>
            <a:cxnSpLocks/>
          </p:cNvCxnSpPr>
          <p:nvPr/>
        </p:nvCxnSpPr>
        <p:spPr>
          <a:xfrm flipV="1">
            <a:off x="9205958" y="37284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/>
              <p:nvPr/>
            </p:nvSpPr>
            <p:spPr>
              <a:xfrm>
                <a:off x="8316047" y="35099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47" y="3509946"/>
                <a:ext cx="343043" cy="307777"/>
              </a:xfrm>
              <a:prstGeom prst="rect">
                <a:avLst/>
              </a:prstGeom>
              <a:blipFill>
                <a:blip r:embed="rId25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/>
              <p:nvPr/>
            </p:nvSpPr>
            <p:spPr>
              <a:xfrm>
                <a:off x="9079022" y="35099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022" y="3509946"/>
                <a:ext cx="343043" cy="307777"/>
              </a:xfrm>
              <a:prstGeom prst="rect">
                <a:avLst/>
              </a:prstGeom>
              <a:blipFill>
                <a:blip r:embed="rId26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C9462C9F-DDE2-C2EB-45BE-98CF04EB9828}"/>
              </a:ext>
            </a:extLst>
          </p:cNvPr>
          <p:cNvCxnSpPr>
            <a:cxnSpLocks/>
          </p:cNvCxnSpPr>
          <p:nvPr/>
        </p:nvCxnSpPr>
        <p:spPr>
          <a:xfrm>
            <a:off x="2982176" y="3436042"/>
            <a:ext cx="8979091" cy="4756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3737D566-4052-769C-D61E-D4C7A0C24DCB}"/>
              </a:ext>
            </a:extLst>
          </p:cNvPr>
          <p:cNvSpPr txBox="1"/>
          <p:nvPr/>
        </p:nvSpPr>
        <p:spPr>
          <a:xfrm>
            <a:off x="2187515" y="2481786"/>
            <a:ext cx="209230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500" b="1" dirty="0"/>
              <a:t>Release Handling Scenario</a:t>
            </a:r>
            <a:endParaRPr lang="en-RU" sz="1500" b="1" dirty="0"/>
          </a:p>
        </p:txBody>
      </p: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F14D5B1B-B15A-99A3-3B90-5363A6EEF663}"/>
              </a:ext>
            </a:extLst>
          </p:cNvPr>
          <p:cNvCxnSpPr>
            <a:cxnSpLocks/>
          </p:cNvCxnSpPr>
          <p:nvPr/>
        </p:nvCxnSpPr>
        <p:spPr>
          <a:xfrm>
            <a:off x="9920765" y="2305519"/>
            <a:ext cx="0" cy="119207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3F919D09-1BAC-3C93-03C4-CD47F2358769}"/>
              </a:ext>
            </a:extLst>
          </p:cNvPr>
          <p:cNvCxnSpPr>
            <a:cxnSpLocks/>
            <a:endCxn id="625" idx="1"/>
          </p:cNvCxnSpPr>
          <p:nvPr/>
        </p:nvCxnSpPr>
        <p:spPr>
          <a:xfrm>
            <a:off x="10729630" y="2232686"/>
            <a:ext cx="0" cy="1428619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4D3C4371-D1E7-F652-4EB4-62D016553E25}"/>
              </a:ext>
            </a:extLst>
          </p:cNvPr>
          <p:cNvCxnSpPr>
            <a:cxnSpLocks/>
          </p:cNvCxnSpPr>
          <p:nvPr/>
        </p:nvCxnSpPr>
        <p:spPr>
          <a:xfrm>
            <a:off x="11369131" y="2223354"/>
            <a:ext cx="0" cy="154446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/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/>
              <p:nvPr/>
            </p:nvSpPr>
            <p:spPr>
              <a:xfrm>
                <a:off x="9917687" y="351037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687" y="3510379"/>
                <a:ext cx="343043" cy="307777"/>
              </a:xfrm>
              <a:prstGeom prst="rect">
                <a:avLst/>
              </a:prstGeom>
              <a:blipFill>
                <a:blip r:embed="rId28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/>
              <p:nvPr/>
            </p:nvSpPr>
            <p:spPr>
              <a:xfrm>
                <a:off x="10729630" y="3507416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630" y="3507416"/>
                <a:ext cx="485710" cy="307777"/>
              </a:xfrm>
              <a:prstGeom prst="rect">
                <a:avLst/>
              </a:prstGeom>
              <a:blipFill>
                <a:blip r:embed="rId29"/>
                <a:stretch>
                  <a:fillRect l="-11250" r="-1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/>
              <p:nvPr/>
            </p:nvSpPr>
            <p:spPr>
              <a:xfrm>
                <a:off x="3044818" y="755073"/>
                <a:ext cx="171457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18" y="755073"/>
                <a:ext cx="171457" cy="155299"/>
              </a:xfrm>
              <a:prstGeom prst="rect">
                <a:avLst/>
              </a:prstGeom>
              <a:blipFill>
                <a:blip r:embed="rId30"/>
                <a:stretch>
                  <a:fillRect l="-17241" t="-4000" r="-344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/>
              <p:nvPr/>
            </p:nvSpPr>
            <p:spPr>
              <a:xfrm>
                <a:off x="3049442" y="1050636"/>
                <a:ext cx="171457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42" y="1050636"/>
                <a:ext cx="171457" cy="155620"/>
              </a:xfrm>
              <a:prstGeom prst="rect">
                <a:avLst/>
              </a:prstGeom>
              <a:blipFill>
                <a:blip r:embed="rId31"/>
                <a:stretch>
                  <a:fillRect l="-17857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4600437" y="1046341"/>
                <a:ext cx="17421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437" y="1046341"/>
                <a:ext cx="174215" cy="155940"/>
              </a:xfrm>
              <a:prstGeom prst="rect">
                <a:avLst/>
              </a:prstGeom>
              <a:blipFill>
                <a:blip r:embed="rId32"/>
                <a:stretch>
                  <a:fillRect l="-21429" t="-4000" r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4871810" y="3220823"/>
                <a:ext cx="138115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10" y="3220823"/>
                <a:ext cx="138115" cy="155620"/>
              </a:xfrm>
              <a:prstGeom prst="rect">
                <a:avLst/>
              </a:prstGeom>
              <a:blipFill>
                <a:blip r:embed="rId33"/>
                <a:stretch>
                  <a:fillRect l="-30435" r="-434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6938039" y="752232"/>
                <a:ext cx="174215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39" y="752232"/>
                <a:ext cx="174215" cy="155620"/>
              </a:xfrm>
              <a:prstGeom prst="rect">
                <a:avLst/>
              </a:prstGeom>
              <a:blipFill>
                <a:blip r:embed="rId34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152718" y="1050435"/>
                <a:ext cx="174215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718" y="1050435"/>
                <a:ext cx="174215" cy="156710"/>
              </a:xfrm>
              <a:prstGeom prst="rect">
                <a:avLst/>
              </a:prstGeom>
              <a:blipFill>
                <a:blip r:embed="rId35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713348" y="1055526"/>
                <a:ext cx="174215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348" y="1055526"/>
                <a:ext cx="174215" cy="155299"/>
              </a:xfrm>
              <a:prstGeom prst="rect">
                <a:avLst/>
              </a:prstGeom>
              <a:blipFill>
                <a:blip r:embed="rId36"/>
                <a:stretch>
                  <a:fillRect l="-17241" t="-3846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261144" y="1052045"/>
                <a:ext cx="174215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144" y="1052045"/>
                <a:ext cx="174215" cy="159083"/>
              </a:xfrm>
              <a:prstGeom prst="rect">
                <a:avLst/>
              </a:prstGeom>
              <a:blipFill>
                <a:blip r:embed="rId37"/>
                <a:stretch>
                  <a:fillRect l="-17241" t="-3846" r="-6897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794840" y="1056657"/>
                <a:ext cx="174215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840" y="1056657"/>
                <a:ext cx="174215" cy="156902"/>
              </a:xfrm>
              <a:prstGeom prst="rect">
                <a:avLst/>
              </a:prstGeom>
              <a:blipFill>
                <a:blip r:embed="rId38"/>
                <a:stretch>
                  <a:fillRect l="-21429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10774150" y="752342"/>
                <a:ext cx="174215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4150" y="752342"/>
                <a:ext cx="174215" cy="156389"/>
              </a:xfrm>
              <a:prstGeom prst="rect">
                <a:avLst/>
              </a:prstGeom>
              <a:blipFill>
                <a:blip r:embed="rId39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10734425" y="74022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10736648" y="1031930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020658" y="2840701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/>
              <p:nvPr/>
            </p:nvSpPr>
            <p:spPr>
              <a:xfrm>
                <a:off x="3731349" y="2926261"/>
                <a:ext cx="138115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349" y="2926261"/>
                <a:ext cx="138115" cy="155299"/>
              </a:xfrm>
              <a:prstGeom prst="rect">
                <a:avLst/>
              </a:prstGeom>
              <a:blipFill>
                <a:blip r:embed="rId40"/>
                <a:stretch>
                  <a:fillRect l="-30435" t="-3846" r="-434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616">
            <a:extLst>
              <a:ext uri="{FF2B5EF4-FFF2-40B4-BE49-F238E27FC236}">
                <a16:creationId xmlns:a16="http://schemas.microsoft.com/office/drawing/2014/main" id="{04CFE8CC-9303-7F73-2161-8DC213D53132}"/>
              </a:ext>
            </a:extLst>
          </p:cNvPr>
          <p:cNvCxnSpPr>
            <a:cxnSpLocks/>
          </p:cNvCxnSpPr>
          <p:nvPr/>
        </p:nvCxnSpPr>
        <p:spPr>
          <a:xfrm>
            <a:off x="3019188" y="1348081"/>
            <a:ext cx="8979091" cy="475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575">
            <a:extLst>
              <a:ext uri="{FF2B5EF4-FFF2-40B4-BE49-F238E27FC236}">
                <a16:creationId xmlns:a16="http://schemas.microsoft.com/office/drawing/2014/main" id="{441C6CA7-7709-DB38-BB54-34093F841868}"/>
              </a:ext>
            </a:extLst>
          </p:cNvPr>
          <p:cNvSpPr/>
          <p:nvPr/>
        </p:nvSpPr>
        <p:spPr>
          <a:xfrm flipH="1">
            <a:off x="6889063" y="2832029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/>
              <p:nvPr/>
            </p:nvSpPr>
            <p:spPr>
              <a:xfrm>
                <a:off x="7583199" y="2913560"/>
                <a:ext cx="140872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199" y="2913560"/>
                <a:ext cx="140872" cy="155620"/>
              </a:xfrm>
              <a:prstGeom prst="rect">
                <a:avLst/>
              </a:prstGeom>
              <a:blipFill>
                <a:blip r:embed="rId41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575">
            <a:extLst>
              <a:ext uri="{FF2B5EF4-FFF2-40B4-BE49-F238E27FC236}">
                <a16:creationId xmlns:a16="http://schemas.microsoft.com/office/drawing/2014/main" id="{EF05F576-2D8E-62BD-EE81-EA32F6A2ACD9}"/>
              </a:ext>
            </a:extLst>
          </p:cNvPr>
          <p:cNvSpPr/>
          <p:nvPr/>
        </p:nvSpPr>
        <p:spPr>
          <a:xfrm flipH="1">
            <a:off x="10735780" y="2836968"/>
            <a:ext cx="142123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/>
              <p:nvPr/>
            </p:nvSpPr>
            <p:spPr>
              <a:xfrm>
                <a:off x="11282024" y="2899134"/>
                <a:ext cx="140872" cy="1563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024" y="2899134"/>
                <a:ext cx="140872" cy="156389"/>
              </a:xfrm>
              <a:prstGeom prst="rect">
                <a:avLst/>
              </a:prstGeom>
              <a:blipFill>
                <a:blip r:embed="rId42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/>
              <p:nvPr/>
            </p:nvSpPr>
            <p:spPr>
              <a:xfrm>
                <a:off x="2354025" y="4551546"/>
                <a:ext cx="485774" cy="247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025" y="4551546"/>
                <a:ext cx="485774" cy="247375"/>
              </a:xfrm>
              <a:prstGeom prst="rect">
                <a:avLst/>
              </a:prstGeom>
              <a:blipFill>
                <a:blip r:embed="rId43"/>
                <a:stretch>
                  <a:fillRect l="-7500" r="-125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/>
              <p:nvPr/>
            </p:nvSpPr>
            <p:spPr>
              <a:xfrm>
                <a:off x="2366450" y="4824270"/>
                <a:ext cx="485774" cy="247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450" y="4824270"/>
                <a:ext cx="485774" cy="247888"/>
              </a:xfrm>
              <a:prstGeom prst="rect">
                <a:avLst/>
              </a:prstGeom>
              <a:blipFill>
                <a:blip r:embed="rId44"/>
                <a:stretch>
                  <a:fillRect l="-7500" r="-1250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/>
              <p:nvPr/>
            </p:nvSpPr>
            <p:spPr>
              <a:xfrm>
                <a:off x="2937424" y="4341517"/>
                <a:ext cx="144364" cy="7367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424" y="4341517"/>
                <a:ext cx="144364" cy="736740"/>
              </a:xfrm>
              <a:prstGeom prst="rect">
                <a:avLst/>
              </a:prstGeom>
              <a:blipFill>
                <a:blip r:embed="rId45"/>
                <a:stretch>
                  <a:fillRect l="-25000" r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/>
              <p:nvPr/>
            </p:nvSpPr>
            <p:spPr>
              <a:xfrm>
                <a:off x="4432379" y="4341517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379" y="4341517"/>
                <a:ext cx="238847" cy="736740"/>
              </a:xfrm>
              <a:prstGeom prst="rect">
                <a:avLst/>
              </a:prstGeom>
              <a:blipFill>
                <a:blip r:embed="rId46"/>
                <a:stretch>
                  <a:fillRect l="-17949" r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2406060" y="4309533"/>
                <a:ext cx="40472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𝑐𝑢𝑟</m:t>
                          </m:r>
                        </m:sup>
                      </m:s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060" y="4309533"/>
                <a:ext cx="404726" cy="246221"/>
              </a:xfrm>
              <a:prstGeom prst="rect">
                <a:avLst/>
              </a:prstGeom>
              <a:blipFill>
                <a:blip r:embed="rId47"/>
                <a:stretch>
                  <a:fillRect l="-10606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/>
              <p:nvPr/>
            </p:nvSpPr>
            <p:spPr>
              <a:xfrm>
                <a:off x="5227223" y="4331526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223" y="4331526"/>
                <a:ext cx="238847" cy="736740"/>
              </a:xfrm>
              <a:prstGeom prst="rect">
                <a:avLst/>
              </a:prstGeom>
              <a:blipFill>
                <a:blip r:embed="rId48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/>
              <p:nvPr/>
            </p:nvSpPr>
            <p:spPr>
              <a:xfrm>
                <a:off x="6021810" y="4343172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810" y="4343172"/>
                <a:ext cx="238847" cy="736740"/>
              </a:xfrm>
              <a:prstGeom prst="rect">
                <a:avLst/>
              </a:prstGeom>
              <a:blipFill>
                <a:blip r:embed="rId49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6767357" y="4347533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357" y="4347533"/>
                <a:ext cx="238847" cy="736740"/>
              </a:xfrm>
              <a:prstGeom prst="rect">
                <a:avLst/>
              </a:prstGeom>
              <a:blipFill>
                <a:blip r:embed="rId50"/>
                <a:stretch>
                  <a:fillRect l="-17949" r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5193830" y="27327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2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2869110" y="27398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Правая фигурная скобка 10"/>
          <p:cNvSpPr/>
          <p:nvPr/>
        </p:nvSpPr>
        <p:spPr>
          <a:xfrm rot="16200000">
            <a:off x="5656471" y="2409963"/>
            <a:ext cx="142240" cy="760031"/>
          </a:xfrm>
          <a:prstGeom prst="rightBrace">
            <a:avLst>
              <a:gd name="adj1" fmla="val 8333"/>
              <a:gd name="adj2" fmla="val 47880"/>
            </a:avLst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9CA1E38-1D8D-68C9-B44B-88E517A4BBF3}"/>
              </a:ext>
            </a:extLst>
          </p:cNvPr>
          <p:cNvSpPr txBox="1"/>
          <p:nvPr/>
        </p:nvSpPr>
        <p:spPr>
          <a:xfrm>
            <a:off x="5280619" y="2423810"/>
            <a:ext cx="944985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/>
              <a:t>Busy polling</a:t>
            </a:r>
            <a:endParaRPr lang="en-RU" sz="1400" dirty="0"/>
          </a:p>
        </p:txBody>
      </p:sp>
      <p:sp>
        <p:nvSpPr>
          <p:cNvPr id="179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6094466" y="3142900"/>
            <a:ext cx="78761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6412444" y="3209966"/>
                <a:ext cx="140872" cy="1567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444" y="3209966"/>
                <a:ext cx="140872" cy="156710"/>
              </a:xfrm>
              <a:prstGeom prst="rect">
                <a:avLst/>
              </a:prstGeom>
              <a:blipFill>
                <a:blip r:embed="rId51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6730956" y="27398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8320317" y="4343937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317" y="4343937"/>
                <a:ext cx="338234" cy="736740"/>
              </a:xfrm>
              <a:prstGeom prst="rect">
                <a:avLst/>
              </a:prstGeom>
              <a:blipFill>
                <a:blip r:embed="rId52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8430432" y="3125941"/>
            <a:ext cx="759738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8757240" y="3217842"/>
                <a:ext cx="140872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240" y="3217842"/>
                <a:ext cx="140872" cy="155299"/>
              </a:xfrm>
              <a:prstGeom prst="rect">
                <a:avLst/>
              </a:prstGeom>
              <a:blipFill>
                <a:blip r:embed="rId53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9090728" y="4352504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728" y="4352504"/>
                <a:ext cx="338234" cy="736740"/>
              </a:xfrm>
              <a:prstGeom prst="rect">
                <a:avLst/>
              </a:prstGeom>
              <a:blipFill>
                <a:blip r:embed="rId54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Правая фигурная скобка 211"/>
          <p:cNvSpPr/>
          <p:nvPr/>
        </p:nvSpPr>
        <p:spPr>
          <a:xfrm rot="16200000">
            <a:off x="10247121" y="2393481"/>
            <a:ext cx="133099" cy="766411"/>
          </a:xfrm>
          <a:prstGeom prst="rightBrace">
            <a:avLst>
              <a:gd name="adj1" fmla="val 8333"/>
              <a:gd name="adj2" fmla="val 47880"/>
            </a:avLst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9CA1E38-1D8D-68C9-B44B-88E517A4BBF3}"/>
              </a:ext>
            </a:extLst>
          </p:cNvPr>
          <p:cNvSpPr txBox="1"/>
          <p:nvPr/>
        </p:nvSpPr>
        <p:spPr>
          <a:xfrm>
            <a:off x="9790795" y="2451083"/>
            <a:ext cx="944985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/>
              <a:t>Busy polling</a:t>
            </a:r>
            <a:endParaRPr lang="en-RU" sz="1400" dirty="0"/>
          </a:p>
        </p:txBody>
      </p:sp>
      <p:sp>
        <p:nvSpPr>
          <p:cNvPr id="216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10575944" y="2686833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Правая фигурная скобка 39"/>
          <p:cNvSpPr/>
          <p:nvPr/>
        </p:nvSpPr>
        <p:spPr>
          <a:xfrm rot="5400000">
            <a:off x="4082027" y="2744174"/>
            <a:ext cx="170800" cy="2374823"/>
          </a:xfrm>
          <a:prstGeom prst="rightBrace">
            <a:avLst>
              <a:gd name="adj1" fmla="val 101754"/>
              <a:gd name="adj2" fmla="val 58359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37541" y="4030292"/>
                <a:ext cx="908775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𝑖𝑡𝑒𝑟𝑎𝑡𝑖𝑜𝑛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541" y="4030292"/>
                <a:ext cx="908775" cy="215444"/>
              </a:xfrm>
              <a:prstGeom prst="rect">
                <a:avLst/>
              </a:prstGeom>
              <a:blipFill>
                <a:blip r:embed="rId55"/>
                <a:stretch>
                  <a:fillRect l="-4027" r="-4027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370954" y="5487787"/>
                <a:ext cx="1366977" cy="193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𝑠𝑘𝑖𝑝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?→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𝑐𝑢𝑟</m:t>
                        </m:r>
                      </m:sup>
                    </m:sSup>
                  </m:oMath>
                </a14:m>
                <a:r>
                  <a:rPr lang="en-US" sz="1200" dirty="0"/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𝑛𝑒𝑥𝑡</m:t>
                        </m:r>
                      </m:sup>
                    </m:sSubSup>
                  </m:oMath>
                </a14:m>
                <a:r>
                  <a:rPr lang="en-US" sz="1200" dirty="0"/>
                  <a:t> </a:t>
                </a:r>
                <a:endParaRPr lang="en-RU" sz="1200" dirty="0"/>
              </a:p>
            </p:txBody>
          </p:sp>
        </mc:Choice>
        <mc:Fallback xmlns="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954" y="5487787"/>
                <a:ext cx="1366977" cy="193515"/>
              </a:xfrm>
              <a:prstGeom prst="rect">
                <a:avLst/>
              </a:prstGeom>
              <a:blipFill>
                <a:blip r:embed="rId56"/>
                <a:stretch>
                  <a:fillRect l="-5357" t="-1875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148725" y="5435962"/>
                <a:ext cx="459998" cy="163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1050" dirty="0">
                    <a:solidFill>
                      <a:srgbClr val="FF0000"/>
                    </a:solidFill>
                  </a:rPr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725" y="5435962"/>
                <a:ext cx="459998" cy="163763"/>
              </a:xfrm>
              <a:prstGeom prst="rect">
                <a:avLst/>
              </a:prstGeom>
              <a:blipFill>
                <a:blip r:embed="rId57"/>
                <a:stretch>
                  <a:fillRect l="-10667" t="-2222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085056" y="5520437"/>
                <a:ext cx="461601" cy="167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056" y="5520437"/>
                <a:ext cx="461601" cy="167097"/>
              </a:xfrm>
              <a:prstGeom prst="rect">
                <a:avLst/>
              </a:prstGeom>
              <a:blipFill>
                <a:blip r:embed="rId58"/>
                <a:stretch>
                  <a:fillRect l="-10526" t="-18519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4342991" y="5521023"/>
                <a:ext cx="459998" cy="163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991" y="5521023"/>
                <a:ext cx="459998" cy="163506"/>
              </a:xfrm>
              <a:prstGeom prst="rect">
                <a:avLst/>
              </a:prstGeom>
              <a:blipFill>
                <a:blip r:embed="rId59"/>
                <a:stretch>
                  <a:fillRect l="-10526" t="-2222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6639048" y="5522384"/>
                <a:ext cx="459998" cy="163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ru-RU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048" y="5522384"/>
                <a:ext cx="459998" cy="163122"/>
              </a:xfrm>
              <a:prstGeom prst="rect">
                <a:avLst/>
              </a:prstGeom>
              <a:blipFill>
                <a:blip r:embed="rId60"/>
                <a:stretch>
                  <a:fillRect l="-10526" t="-2222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152734" y="5614777"/>
                <a:ext cx="476862" cy="172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n-US" sz="1050" b="1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734" y="5614777"/>
                <a:ext cx="476862" cy="172868"/>
              </a:xfrm>
              <a:prstGeom prst="rect">
                <a:avLst/>
              </a:prstGeom>
              <a:blipFill>
                <a:blip r:embed="rId61"/>
                <a:stretch>
                  <a:fillRect l="-10256" t="-17857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8276080" y="5516130"/>
                <a:ext cx="459998" cy="1642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ru-RU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080" y="5516130"/>
                <a:ext cx="459998" cy="164276"/>
              </a:xfrm>
              <a:prstGeom prst="rect">
                <a:avLst/>
              </a:prstGeom>
              <a:blipFill>
                <a:blip r:embed="rId62"/>
                <a:stretch>
                  <a:fillRect l="-10667" t="-2222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9190169" y="3134972"/>
            <a:ext cx="722366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9362273" y="3231149"/>
                <a:ext cx="140872" cy="1590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73" y="3231149"/>
                <a:ext cx="140872" cy="159083"/>
              </a:xfrm>
              <a:prstGeom prst="rect">
                <a:avLst/>
              </a:prstGeom>
              <a:blipFill>
                <a:blip r:embed="rId63"/>
                <a:stretch>
                  <a:fillRect l="-34783" t="-3846" r="-4348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9045891" y="271798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8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9769534" y="2712619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293676" y="5133385"/>
                <a:ext cx="1520160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𝑚𝑖𝑠𝑠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?→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𝑐𝑢𝑟</m:t>
                        </m:r>
                      </m:sup>
                    </m:sSup>
                  </m:oMath>
                </a14:m>
                <a:r>
                  <a:rPr lang="en-US" sz="1200" dirty="0"/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12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RU" sz="12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676" y="5133385"/>
                <a:ext cx="1520160" cy="199542"/>
              </a:xfrm>
              <a:prstGeom prst="rect">
                <a:avLst/>
              </a:prstGeom>
              <a:blipFill>
                <a:blip r:embed="rId64"/>
                <a:stretch>
                  <a:fillRect l="-3200" t="-15152" r="-1200" b="-48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4143189" y="5169910"/>
                <a:ext cx="708784" cy="163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189" y="5169910"/>
                <a:ext cx="708784" cy="163186"/>
              </a:xfrm>
              <a:prstGeom prst="rect">
                <a:avLst/>
              </a:prstGeom>
              <a:blipFill>
                <a:blip r:embed="rId65"/>
                <a:stretch>
                  <a:fillRect l="-6897" t="-22222" r="-1724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032406" y="5176068"/>
                <a:ext cx="708784" cy="163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1050" dirty="0">
                    <a:solidFill>
                      <a:srgbClr val="FF0000"/>
                    </a:solidFill>
                  </a:rPr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05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>
                    <a:solidFill>
                      <a:srgbClr val="FF0000"/>
                    </a:solidFill>
                  </a:rPr>
                  <a:t> </a:t>
                </a:r>
                <a:endParaRPr lang="en-RU" sz="105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406" y="5176068"/>
                <a:ext cx="708784" cy="163443"/>
              </a:xfrm>
              <a:prstGeom prst="rect">
                <a:avLst/>
              </a:prstGeom>
              <a:blipFill>
                <a:blip r:embed="rId66"/>
                <a:stretch>
                  <a:fillRect l="-6897" t="-22222" r="-1724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6560635" y="5186782"/>
                <a:ext cx="711670" cy="164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635" y="5186782"/>
                <a:ext cx="711670" cy="164597"/>
              </a:xfrm>
              <a:prstGeom prst="rect">
                <a:avLst/>
              </a:prstGeom>
              <a:blipFill>
                <a:blip r:embed="rId67"/>
                <a:stretch>
                  <a:fillRect l="-6838" t="-22222" r="-855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8157940" y="5186506"/>
                <a:ext cx="711670" cy="163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940" y="5186506"/>
                <a:ext cx="711670" cy="163506"/>
              </a:xfrm>
              <a:prstGeom prst="rect">
                <a:avLst/>
              </a:prstGeom>
              <a:blipFill>
                <a:blip r:embed="rId68"/>
                <a:stretch>
                  <a:fillRect l="-6838" t="-22222" r="-1709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9827184" y="4351967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184" y="4351967"/>
                <a:ext cx="338234" cy="736740"/>
              </a:xfrm>
              <a:prstGeom prst="rect">
                <a:avLst/>
              </a:prstGeom>
              <a:blipFill>
                <a:blip r:embed="rId69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8983526" y="5189915"/>
                <a:ext cx="711670" cy="163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526" y="5189915"/>
                <a:ext cx="711670" cy="163122"/>
              </a:xfrm>
              <a:prstGeom prst="rect">
                <a:avLst/>
              </a:prstGeom>
              <a:blipFill>
                <a:blip r:embed="rId70"/>
                <a:stretch>
                  <a:fillRect l="-6897" t="-22222" r="-1724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5946508" y="271798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673513" y="6607444"/>
                <a:ext cx="171540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𝑟𝑒𝑎𝑑𝑖𝑛𝑒𝑠𝑠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𝑒𝑐𝑘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𝑖𝑛𝑠𝑡𝑎𝑛𝑡</m:t>
                      </m:r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13" y="6607444"/>
                <a:ext cx="1715406" cy="184666"/>
              </a:xfrm>
              <a:prstGeom prst="rect">
                <a:avLst/>
              </a:prstGeom>
              <a:blipFill>
                <a:blip r:embed="rId71"/>
                <a:stretch>
                  <a:fillRect l="-1773" r="-141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Правая фигурная скобка 182"/>
          <p:cNvSpPr/>
          <p:nvPr/>
        </p:nvSpPr>
        <p:spPr>
          <a:xfrm rot="5400000">
            <a:off x="7972469" y="2751918"/>
            <a:ext cx="134601" cy="2328098"/>
          </a:xfrm>
          <a:prstGeom prst="rightBrace">
            <a:avLst>
              <a:gd name="adj1" fmla="val 101754"/>
              <a:gd name="adj2" fmla="val 58359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396204" y="4016985"/>
                <a:ext cx="9087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𝑖𝑡𝑒𝑟𝑎𝑡𝑖𝑜𝑛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204" y="4016985"/>
                <a:ext cx="908775" cy="215444"/>
              </a:xfrm>
              <a:prstGeom prst="rect">
                <a:avLst/>
              </a:prstGeom>
              <a:blipFill>
                <a:blip r:embed="rId72"/>
                <a:stretch>
                  <a:fillRect l="-4027" r="-4027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713595" y="6078736"/>
            <a:ext cx="561752" cy="289752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332064" y="6123843"/>
                <a:ext cx="550087" cy="1906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U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𝑚𝑖𝑠𝑠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064" y="6123843"/>
                <a:ext cx="550087" cy="190693"/>
              </a:xfrm>
              <a:prstGeom prst="rect">
                <a:avLst/>
              </a:prstGeom>
              <a:blipFill>
                <a:blip r:embed="rId73"/>
                <a:stretch>
                  <a:fillRect l="-6667" t="-3226" r="-5556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9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4964528" y="5960809"/>
            <a:ext cx="114717" cy="592205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243833" y="5939174"/>
                <a:ext cx="177394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One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while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loop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iteration</m:t>
                      </m:r>
                    </m:oMath>
                  </m:oMathPara>
                </a14:m>
                <a:endParaRPr lang="ru-RU" sz="120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Check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task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set</m:t>
                      </m:r>
                    </m:oMath>
                  </m:oMathPara>
                </a14:m>
                <a:endParaRPr lang="en-US" sz="120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ready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launch</m:t>
                      </m:r>
                    </m:oMath>
                  </m:oMathPara>
                </a14:m>
                <a:endParaRPr 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833" y="5939174"/>
                <a:ext cx="1773947" cy="553998"/>
              </a:xfrm>
              <a:prstGeom prst="rect">
                <a:avLst/>
              </a:prstGeom>
              <a:blipFill>
                <a:blip r:embed="rId74"/>
                <a:stretch>
                  <a:fillRect l="-2405" r="-687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2070697" y="6088624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2177673" y="6129857"/>
                <a:ext cx="80829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𝐽𝑜𝑏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𝑟𝑒𝑙𝑒𝑎𝑠𝑒</m:t>
                      </m:r>
                    </m:oMath>
                  </m:oMathPara>
                </a14:m>
                <a:endParaRPr lang="en-RU" sz="1200" i="1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673" y="6129857"/>
                <a:ext cx="808298" cy="184666"/>
              </a:xfrm>
              <a:prstGeom prst="rect">
                <a:avLst/>
              </a:prstGeom>
              <a:blipFill>
                <a:blip r:embed="rId75"/>
                <a:stretch>
                  <a:fillRect l="-6015" t="-3333" r="-375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3170679" y="6112035"/>
            <a:ext cx="62984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907066" y="6132709"/>
                <a:ext cx="8579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𝐽𝑜𝑏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i="1" dirty="0"/>
                  <a:t>execution</a:t>
                </a:r>
                <a:endParaRPr lang="en-RU" sz="1200" i="1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066" y="6132709"/>
                <a:ext cx="857927" cy="184666"/>
              </a:xfrm>
              <a:prstGeom prst="rect">
                <a:avLst/>
              </a:prstGeom>
              <a:blipFill>
                <a:blip r:embed="rId76"/>
                <a:stretch>
                  <a:fillRect l="-8511" t="-26667" r="-9220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авая фигурная скобка 7"/>
          <p:cNvSpPr/>
          <p:nvPr/>
        </p:nvSpPr>
        <p:spPr>
          <a:xfrm>
            <a:off x="7307499" y="5902754"/>
            <a:ext cx="164223" cy="662577"/>
          </a:xfrm>
          <a:prstGeom prst="rightBrac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35507" y="6049376"/>
                <a:ext cx="19011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 i="1"/>
                        <m:t>Busy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polling</m:t>
                      </m:r>
                      <m:r>
                        <m:rPr>
                          <m:nor/>
                        </m:rPr>
                        <a:rPr lang="en-US" sz="1200" i="1"/>
                        <m:t>: </m:t>
                      </m:r>
                    </m:oMath>
                  </m:oMathPara>
                </a14:m>
                <a:endParaRPr lang="en-US" sz="12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 i="1"/>
                        <m:t>repeated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while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loop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iterations</m:t>
                      </m:r>
                    </m:oMath>
                  </m:oMathPara>
                </a14:m>
                <a:endParaRPr lang="en-RU" sz="1200" i="1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507" y="6049376"/>
                <a:ext cx="1901161" cy="369332"/>
              </a:xfrm>
              <a:prstGeom prst="rect">
                <a:avLst/>
              </a:prstGeom>
              <a:blipFill>
                <a:blip r:embed="rId77"/>
                <a:stretch>
                  <a:fillRect l="-2251" r="-1929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Правая фигурная скобка 220"/>
          <p:cNvSpPr/>
          <p:nvPr/>
        </p:nvSpPr>
        <p:spPr>
          <a:xfrm>
            <a:off x="9849578" y="5878870"/>
            <a:ext cx="224661" cy="662577"/>
          </a:xfrm>
          <a:prstGeom prst="rightBrace">
            <a:avLst>
              <a:gd name="adj1" fmla="val 101754"/>
              <a:gd name="adj2" fmla="val 53819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0074239" y="6050978"/>
                <a:ext cx="18605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𝑖𝑡𝑒𝑟𝑎𝑡𝑖𝑜𝑛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 −</m:t>
                      </m:r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𝑂𝑛𝑒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𝑖𝑙𝑒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𝑙𝑜𝑜𝑝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𝑖𝑡𝑒𝑟𝑎𝑡𝑖𝑜𝑛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4239" y="6050978"/>
                <a:ext cx="1860574" cy="369332"/>
              </a:xfrm>
              <a:prstGeom prst="rect">
                <a:avLst/>
              </a:prstGeom>
              <a:blipFill>
                <a:blip r:embed="rId78"/>
                <a:stretch>
                  <a:fillRect l="-1639" r="-131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339314" y="261165"/>
                <a:ext cx="1588384" cy="277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14" y="261165"/>
                <a:ext cx="1588384" cy="277961"/>
              </a:xfrm>
              <a:prstGeom prst="rect">
                <a:avLst/>
              </a:prstGeom>
              <a:blipFill>
                <a:blip r:embed="rId79"/>
                <a:stretch>
                  <a:fillRect l="-1538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7806928" y="195751"/>
                <a:ext cx="2797369" cy="2571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i="1"/>
                        <m:t>Superloop</m:t>
                      </m:r>
                      <m:r>
                        <m:rPr>
                          <m:nor/>
                        </m:rPr>
                        <a:rPr lang="en-US" sz="1600" i="1"/>
                        <m:t> </m:t>
                      </m:r>
                      <m:r>
                        <m:rPr>
                          <m:nor/>
                        </m:rPr>
                        <a:rPr lang="en-US" sz="1600" i="1"/>
                        <m:t>polling</m:t>
                      </m:r>
                      <m:r>
                        <m:rPr>
                          <m:nor/>
                        </m:rPr>
                        <a:rPr lang="en-US" sz="1600" i="1"/>
                        <m:t> </m:t>
                      </m:r>
                      <m:r>
                        <m:rPr>
                          <m:nor/>
                        </m:rPr>
                        <a:rPr lang="en-US" sz="1600" i="1"/>
                        <m:t>order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928" y="195751"/>
                <a:ext cx="2797369" cy="257186"/>
              </a:xfrm>
              <a:prstGeom prst="rect">
                <a:avLst/>
              </a:prstGeom>
              <a:blipFill>
                <a:blip r:embed="rId80"/>
                <a:stretch>
                  <a:fillRect l="-1961" r="-65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Прямая соединительная линия 15"/>
          <p:cNvCxnSpPr/>
          <p:nvPr/>
        </p:nvCxnSpPr>
        <p:spPr>
          <a:xfrm>
            <a:off x="1141571" y="4560377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Прямая соединительная линия 218"/>
          <p:cNvCxnSpPr/>
          <p:nvPr/>
        </p:nvCxnSpPr>
        <p:spPr>
          <a:xfrm>
            <a:off x="1154778" y="4815930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Прямая соединительная линия 223"/>
          <p:cNvCxnSpPr/>
          <p:nvPr/>
        </p:nvCxnSpPr>
        <p:spPr>
          <a:xfrm>
            <a:off x="1141571" y="5100619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Прямая соединительная линия 224"/>
          <p:cNvCxnSpPr/>
          <p:nvPr/>
        </p:nvCxnSpPr>
        <p:spPr>
          <a:xfrm>
            <a:off x="1157168" y="5385727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Прямая соединительная линия 225"/>
          <p:cNvCxnSpPr/>
          <p:nvPr/>
        </p:nvCxnSpPr>
        <p:spPr>
          <a:xfrm>
            <a:off x="1154778" y="5816040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Прямая соединительная линия 234"/>
          <p:cNvCxnSpPr/>
          <p:nvPr/>
        </p:nvCxnSpPr>
        <p:spPr>
          <a:xfrm flipV="1">
            <a:off x="2852224" y="4274606"/>
            <a:ext cx="0" cy="15405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Прямая соединительная линия 235"/>
          <p:cNvCxnSpPr/>
          <p:nvPr/>
        </p:nvCxnSpPr>
        <p:spPr>
          <a:xfrm flipV="1">
            <a:off x="3170679" y="4274606"/>
            <a:ext cx="0" cy="15405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Прямая соединительная линия 236"/>
          <p:cNvCxnSpPr/>
          <p:nvPr/>
        </p:nvCxnSpPr>
        <p:spPr>
          <a:xfrm flipV="1">
            <a:off x="4940866" y="4274606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Прямая соединительная линия 237"/>
          <p:cNvCxnSpPr/>
          <p:nvPr/>
        </p:nvCxnSpPr>
        <p:spPr>
          <a:xfrm flipV="1">
            <a:off x="5848750" y="4274606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Прямая соединительная линия 238"/>
          <p:cNvCxnSpPr/>
          <p:nvPr/>
        </p:nvCxnSpPr>
        <p:spPr>
          <a:xfrm flipV="1">
            <a:off x="6482879" y="4268962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Прямая соединительная линия 239"/>
          <p:cNvCxnSpPr/>
          <p:nvPr/>
        </p:nvCxnSpPr>
        <p:spPr>
          <a:xfrm flipH="1" flipV="1">
            <a:off x="8037096" y="4282866"/>
            <a:ext cx="2673" cy="15595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Прямая соединительная линия 240"/>
          <p:cNvCxnSpPr/>
          <p:nvPr/>
        </p:nvCxnSpPr>
        <p:spPr>
          <a:xfrm flipV="1">
            <a:off x="8920837" y="4341099"/>
            <a:ext cx="0" cy="149042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Прямая соединительная линия 241"/>
          <p:cNvCxnSpPr/>
          <p:nvPr/>
        </p:nvCxnSpPr>
        <p:spPr>
          <a:xfrm flipH="1" flipV="1">
            <a:off x="9695195" y="4282867"/>
            <a:ext cx="19474" cy="156276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774512" y="5179883"/>
                <a:ext cx="711670" cy="167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512" y="5179883"/>
                <a:ext cx="711670" cy="167097"/>
              </a:xfrm>
              <a:prstGeom prst="rect">
                <a:avLst/>
              </a:prstGeom>
              <a:blipFill>
                <a:blip r:embed="rId81"/>
                <a:stretch>
                  <a:fillRect l="-6838" t="-18519" r="-855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827184" y="5503319"/>
                <a:ext cx="461601" cy="164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184" y="5503319"/>
                <a:ext cx="461601" cy="164789"/>
              </a:xfrm>
              <a:prstGeom prst="rect">
                <a:avLst/>
              </a:prstGeom>
              <a:blipFill>
                <a:blip r:embed="rId82"/>
                <a:stretch>
                  <a:fillRect l="-10526" t="-22222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7" name="Прямая соединительная линия 246"/>
          <p:cNvCxnSpPr/>
          <p:nvPr/>
        </p:nvCxnSpPr>
        <p:spPr>
          <a:xfrm>
            <a:off x="1154778" y="4266648"/>
            <a:ext cx="10376148" cy="196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Прямая соединительная линия 247"/>
          <p:cNvCxnSpPr/>
          <p:nvPr/>
        </p:nvCxnSpPr>
        <p:spPr>
          <a:xfrm flipV="1">
            <a:off x="4088633" y="4276606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495427" y="5166376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427" y="5166376"/>
                <a:ext cx="150682" cy="184666"/>
              </a:xfrm>
              <a:prstGeom prst="rect">
                <a:avLst/>
              </a:prstGeom>
              <a:blipFill>
                <a:blip r:embed="rId83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497427" y="5523315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427" y="5523315"/>
                <a:ext cx="150682" cy="184666"/>
              </a:xfrm>
              <a:prstGeom prst="rect">
                <a:avLst/>
              </a:prstGeom>
              <a:blipFill>
                <a:blip r:embed="rId8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491303" y="4609050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303" y="4609050"/>
                <a:ext cx="150682" cy="184666"/>
              </a:xfrm>
              <a:prstGeom prst="rect">
                <a:avLst/>
              </a:prstGeom>
              <a:blipFill>
                <a:blip r:embed="rId8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499317" y="4887781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317" y="4887781"/>
                <a:ext cx="150682" cy="184666"/>
              </a:xfrm>
              <a:prstGeom prst="rect">
                <a:avLst/>
              </a:prstGeom>
              <a:blipFill>
                <a:blip r:embed="rId83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499320" y="4334327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320" y="4334327"/>
                <a:ext cx="150682" cy="184666"/>
              </a:xfrm>
              <a:prstGeom prst="rect">
                <a:avLst/>
              </a:prstGeom>
              <a:blipFill>
                <a:blip r:embed="rId83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2" name="Прямая соединительная линия 261"/>
          <p:cNvCxnSpPr/>
          <p:nvPr/>
        </p:nvCxnSpPr>
        <p:spPr>
          <a:xfrm flipH="1" flipV="1">
            <a:off x="7389390" y="4278851"/>
            <a:ext cx="2673" cy="15595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30476" y="5174439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476" y="5174439"/>
                <a:ext cx="150682" cy="184666"/>
              </a:xfrm>
              <a:prstGeom prst="rect">
                <a:avLst/>
              </a:prstGeom>
              <a:blipFill>
                <a:blip r:embed="rId84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32477" y="5531378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477" y="5531378"/>
                <a:ext cx="150682" cy="184666"/>
              </a:xfrm>
              <a:prstGeom prst="rect">
                <a:avLst/>
              </a:prstGeom>
              <a:blipFill>
                <a:blip r:embed="rId8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26351" y="4617113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351" y="4617113"/>
                <a:ext cx="150682" cy="184666"/>
              </a:xfrm>
              <a:prstGeom prst="rect">
                <a:avLst/>
              </a:prstGeom>
              <a:blipFill>
                <a:blip r:embed="rId8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34366" y="4895844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366" y="4895844"/>
                <a:ext cx="150682" cy="184666"/>
              </a:xfrm>
              <a:prstGeom prst="rect">
                <a:avLst/>
              </a:prstGeom>
              <a:blipFill>
                <a:blip r:embed="rId83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34368" y="4342390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368" y="4342390"/>
                <a:ext cx="150682" cy="184666"/>
              </a:xfrm>
              <a:prstGeom prst="rect">
                <a:avLst/>
              </a:prstGeom>
              <a:blipFill>
                <a:blip r:embed="rId8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Овал 35"/>
          <p:cNvSpPr/>
          <p:nvPr/>
        </p:nvSpPr>
        <p:spPr>
          <a:xfrm>
            <a:off x="3197467" y="4310675"/>
            <a:ext cx="754147" cy="1488938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p:sp>
        <p:nvSpPr>
          <p:cNvPr id="286" name="Овал 285"/>
          <p:cNvSpPr/>
          <p:nvPr/>
        </p:nvSpPr>
        <p:spPr>
          <a:xfrm>
            <a:off x="7337653" y="4330153"/>
            <a:ext cx="754147" cy="1488938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p:cxnSp>
        <p:nvCxnSpPr>
          <p:cNvPr id="38" name="Прямая со стрелкой 37"/>
          <p:cNvCxnSpPr>
            <a:stCxn id="36" idx="0"/>
          </p:cNvCxnSpPr>
          <p:nvPr/>
        </p:nvCxnSpPr>
        <p:spPr>
          <a:xfrm flipH="1" flipV="1">
            <a:off x="1189581" y="3955741"/>
            <a:ext cx="2384961" cy="354934"/>
          </a:xfrm>
          <a:prstGeom prst="straightConnector1">
            <a:avLst/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TextBox 287">
            <a:extLst>
              <a:ext uri="{FF2B5EF4-FFF2-40B4-BE49-F238E27FC236}">
                <a16:creationId xmlns:a16="http://schemas.microsoft.com/office/drawing/2014/main" id="{E64389DC-3A52-4AE3-A346-09A38E928D3C}"/>
              </a:ext>
            </a:extLst>
          </p:cNvPr>
          <p:cNvSpPr txBox="1"/>
          <p:nvPr/>
        </p:nvSpPr>
        <p:spPr>
          <a:xfrm>
            <a:off x="96947" y="3827434"/>
            <a:ext cx="1140589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i="1" u="sng" dirty="0"/>
              <a:t>No readiness check task executing</a:t>
            </a:r>
            <a:endParaRPr lang="en-RU" sz="1100" i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163469" y="6576623"/>
                <a:ext cx="298479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(−)</m:t>
                      </m:r>
                      <m:r>
                        <m:rPr>
                          <m:nor/>
                        </m:rPr>
                        <a:rPr lang="ru-RU" sz="12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No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scheduler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check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while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a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job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is</m:t>
                      </m:r>
                      <m:r>
                        <m:rPr>
                          <m:nor/>
                        </m:rPr>
                        <a:rPr lang="en-US" sz="1200" i="1"/>
                        <m:t> </m:t>
                      </m:r>
                      <m:r>
                        <m:rPr>
                          <m:nor/>
                        </m:rPr>
                        <a:rPr lang="en-US" sz="1200" i="1"/>
                        <m:t>executing</m:t>
                      </m:r>
                    </m:oMath>
                  </m:oMathPara>
                </a14:m>
                <a:endParaRPr lang="en-RU" sz="1200" i="1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69" y="6576623"/>
                <a:ext cx="2984791" cy="184666"/>
              </a:xfrm>
              <a:prstGeom prst="rect">
                <a:avLst/>
              </a:prstGeom>
              <a:blipFill>
                <a:blip r:embed="rId86"/>
                <a:stretch>
                  <a:fillRect l="-1633" t="-6667" r="-1224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8820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4551799" y="3135009"/>
            <a:ext cx="787612" cy="289752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12A3ED9D-F66C-A242-CABD-C887D7BB1479}"/>
              </a:ext>
            </a:extLst>
          </p:cNvPr>
          <p:cNvCxnSpPr>
            <a:cxnSpLocks/>
          </p:cNvCxnSpPr>
          <p:nvPr/>
        </p:nvCxnSpPr>
        <p:spPr>
          <a:xfrm>
            <a:off x="193965" y="1637823"/>
            <a:ext cx="11175167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37DC3C49-CE96-4A0E-D539-D1DF535193D1}"/>
              </a:ext>
            </a:extLst>
          </p:cNvPr>
          <p:cNvCxnSpPr>
            <a:cxnSpLocks/>
          </p:cNvCxnSpPr>
          <p:nvPr/>
        </p:nvCxnSpPr>
        <p:spPr>
          <a:xfrm>
            <a:off x="3020580" y="1604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771A61B-F652-721C-FE0A-E35CC4B5A9A5}"/>
              </a:ext>
            </a:extLst>
          </p:cNvPr>
          <p:cNvCxnSpPr>
            <a:cxnSpLocks/>
          </p:cNvCxnSpPr>
          <p:nvPr/>
        </p:nvCxnSpPr>
        <p:spPr>
          <a:xfrm>
            <a:off x="2102035" y="1931804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7D6B795-B4C0-F846-8658-FEAAF9CA8709}"/>
              </a:ext>
            </a:extLst>
          </p:cNvPr>
          <p:cNvCxnSpPr>
            <a:cxnSpLocks/>
          </p:cNvCxnSpPr>
          <p:nvPr/>
        </p:nvCxnSpPr>
        <p:spPr>
          <a:xfrm>
            <a:off x="2040619" y="457059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E139DE-1BBD-2BD7-D872-663D712616DD}"/>
              </a:ext>
            </a:extLst>
          </p:cNvPr>
          <p:cNvCxnSpPr>
            <a:cxnSpLocks/>
          </p:cNvCxnSpPr>
          <p:nvPr/>
        </p:nvCxnSpPr>
        <p:spPr>
          <a:xfrm>
            <a:off x="205264" y="752232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1C3B1-97DD-A364-5709-6743152F854B}"/>
              </a:ext>
            </a:extLst>
          </p:cNvPr>
          <p:cNvCxnSpPr>
            <a:cxnSpLocks/>
          </p:cNvCxnSpPr>
          <p:nvPr/>
        </p:nvCxnSpPr>
        <p:spPr>
          <a:xfrm>
            <a:off x="166255" y="1045627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F87532-B723-96D8-737A-721820918702}"/>
              </a:ext>
            </a:extLst>
          </p:cNvPr>
          <p:cNvCxnSpPr>
            <a:cxnSpLocks/>
          </p:cNvCxnSpPr>
          <p:nvPr/>
        </p:nvCxnSpPr>
        <p:spPr>
          <a:xfrm>
            <a:off x="207818" y="1348751"/>
            <a:ext cx="1140229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DD1B5A-B0FA-7A8F-BD7E-A39D03665270}"/>
              </a:ext>
            </a:extLst>
          </p:cNvPr>
          <p:cNvCxnSpPr>
            <a:cxnSpLocks/>
          </p:cNvCxnSpPr>
          <p:nvPr/>
        </p:nvCxnSpPr>
        <p:spPr>
          <a:xfrm>
            <a:off x="2378483" y="166578"/>
            <a:ext cx="3535" cy="2161899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2D14223-C770-7E9F-8180-628BA05B557D}"/>
              </a:ext>
            </a:extLst>
          </p:cNvPr>
          <p:cNvCxnSpPr>
            <a:cxnSpLocks/>
          </p:cNvCxnSpPr>
          <p:nvPr/>
        </p:nvCxnSpPr>
        <p:spPr>
          <a:xfrm>
            <a:off x="3800863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17CE4C1-8F3B-E139-BBDA-F559D5554A6F}"/>
              </a:ext>
            </a:extLst>
          </p:cNvPr>
          <p:cNvCxnSpPr>
            <a:cxnSpLocks/>
          </p:cNvCxnSpPr>
          <p:nvPr/>
        </p:nvCxnSpPr>
        <p:spPr>
          <a:xfrm flipH="1">
            <a:off x="4569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94A6C9F-F71B-9964-6B44-7DAE6C2B9021}"/>
              </a:ext>
            </a:extLst>
          </p:cNvPr>
          <p:cNvCxnSpPr>
            <a:cxnSpLocks/>
          </p:cNvCxnSpPr>
          <p:nvPr/>
        </p:nvCxnSpPr>
        <p:spPr>
          <a:xfrm>
            <a:off x="5354840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DF1517E-2C4E-DE61-B1C4-D112142F0DAA}"/>
              </a:ext>
            </a:extLst>
          </p:cNvPr>
          <p:cNvCxnSpPr>
            <a:cxnSpLocks/>
          </p:cNvCxnSpPr>
          <p:nvPr/>
        </p:nvCxnSpPr>
        <p:spPr>
          <a:xfrm flipH="1">
            <a:off x="6107604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38DA259-20D7-6C64-9749-209C41020E39}"/>
              </a:ext>
            </a:extLst>
          </p:cNvPr>
          <p:cNvCxnSpPr>
            <a:cxnSpLocks/>
          </p:cNvCxnSpPr>
          <p:nvPr/>
        </p:nvCxnSpPr>
        <p:spPr>
          <a:xfrm>
            <a:off x="6888266" y="16657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7EC50D9-598D-3BC4-E0CB-EC4E06D6EB16}"/>
              </a:ext>
            </a:extLst>
          </p:cNvPr>
          <p:cNvCxnSpPr/>
          <p:nvPr/>
        </p:nvCxnSpPr>
        <p:spPr>
          <a:xfrm>
            <a:off x="7660116" y="16657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DC55248-0F80-75FE-F12C-022EB4EE1244}"/>
              </a:ext>
            </a:extLst>
          </p:cNvPr>
          <p:cNvCxnSpPr/>
          <p:nvPr/>
        </p:nvCxnSpPr>
        <p:spPr>
          <a:xfrm flipV="1">
            <a:off x="380231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630379C-B644-DC7E-CA82-4425713769E1}"/>
              </a:ext>
            </a:extLst>
          </p:cNvPr>
          <p:cNvCxnSpPr>
            <a:cxnSpLocks/>
          </p:cNvCxnSpPr>
          <p:nvPr/>
        </p:nvCxnSpPr>
        <p:spPr>
          <a:xfrm flipV="1">
            <a:off x="5350381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1B1F9DF-709F-9EE8-9C92-79455CE441CD}"/>
              </a:ext>
            </a:extLst>
          </p:cNvPr>
          <p:cNvCxnSpPr>
            <a:cxnSpLocks/>
          </p:cNvCxnSpPr>
          <p:nvPr/>
        </p:nvCxnSpPr>
        <p:spPr>
          <a:xfrm flipV="1">
            <a:off x="4575850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7CDDD5F-7C50-933A-4E66-A720C92B25A1}"/>
              </a:ext>
            </a:extLst>
          </p:cNvPr>
          <p:cNvCxnSpPr>
            <a:cxnSpLocks/>
          </p:cNvCxnSpPr>
          <p:nvPr/>
        </p:nvCxnSpPr>
        <p:spPr>
          <a:xfrm flipV="1">
            <a:off x="6121769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71641A6-6E96-935E-F4BC-0DB246F6F7D6}"/>
              </a:ext>
            </a:extLst>
          </p:cNvPr>
          <p:cNvCxnSpPr>
            <a:cxnSpLocks/>
          </p:cNvCxnSpPr>
          <p:nvPr/>
        </p:nvCxnSpPr>
        <p:spPr>
          <a:xfrm flipV="1">
            <a:off x="689127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B002A578-FA00-502E-186D-2FAE32C368DB}"/>
              </a:ext>
            </a:extLst>
          </p:cNvPr>
          <p:cNvCxnSpPr>
            <a:cxnSpLocks/>
          </p:cNvCxnSpPr>
          <p:nvPr/>
        </p:nvCxnSpPr>
        <p:spPr>
          <a:xfrm flipV="1">
            <a:off x="7662386" y="1642579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1141571" y="759846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571" y="759846"/>
                <a:ext cx="1198533" cy="257186"/>
              </a:xfrm>
              <a:prstGeom prst="rect">
                <a:avLst/>
              </a:prstGeom>
              <a:blipFill>
                <a:blip r:embed="rId2"/>
                <a:stretch>
                  <a:fillRect l="-152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/>
              <p:nvPr/>
            </p:nvSpPr>
            <p:spPr>
              <a:xfrm>
                <a:off x="1147333" y="1055739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BFC4B1-11D5-1726-F1DF-5DFD49BC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333" y="1055739"/>
                <a:ext cx="1198533" cy="257186"/>
              </a:xfrm>
              <a:prstGeom prst="rect">
                <a:avLst/>
              </a:prstGeom>
              <a:blipFill>
                <a:blip r:embed="rId3"/>
                <a:stretch>
                  <a:fillRect l="-152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/>
              <p:nvPr/>
            </p:nvSpPr>
            <p:spPr>
              <a:xfrm>
                <a:off x="3770062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542B38-697F-4A86-9AA9-500D6F47F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062" y="1434319"/>
                <a:ext cx="343043" cy="307777"/>
              </a:xfrm>
              <a:prstGeom prst="rect">
                <a:avLst/>
              </a:prstGeom>
              <a:blipFill>
                <a:blip r:embed="rId4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/>
              <p:nvPr/>
            </p:nvSpPr>
            <p:spPr>
              <a:xfrm>
                <a:off x="4543982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CA1E38-1D8D-68C9-B44B-88E517A4B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982" y="1434319"/>
                <a:ext cx="343043" cy="307777"/>
              </a:xfrm>
              <a:prstGeom prst="rect">
                <a:avLst/>
              </a:prstGeom>
              <a:blipFill>
                <a:blip r:embed="rId5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/>
              <p:nvPr/>
            </p:nvSpPr>
            <p:spPr>
              <a:xfrm>
                <a:off x="5305338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D94A32-5A60-E60F-B3CF-2C20E6FD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338" y="1434319"/>
                <a:ext cx="343043" cy="307777"/>
              </a:xfrm>
              <a:prstGeom prst="rect">
                <a:avLst/>
              </a:prstGeom>
              <a:blipFill>
                <a:blip r:embed="rId6"/>
                <a:stretch>
                  <a:fillRect l="-15789" r="-15789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/>
              <p:nvPr/>
            </p:nvSpPr>
            <p:spPr>
              <a:xfrm>
                <a:off x="6088627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E4AC5-C56F-7987-CDD7-EEC8B402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627" y="1434319"/>
                <a:ext cx="343043" cy="307777"/>
              </a:xfrm>
              <a:prstGeom prst="rect">
                <a:avLst/>
              </a:prstGeom>
              <a:blipFill>
                <a:blip r:embed="rId7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/>
              <p:nvPr/>
            </p:nvSpPr>
            <p:spPr>
              <a:xfrm>
                <a:off x="6797441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4F1392-B21B-281E-35FB-91FF3583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441" y="1434319"/>
                <a:ext cx="343043" cy="307777"/>
              </a:xfrm>
              <a:prstGeom prst="rect">
                <a:avLst/>
              </a:prstGeom>
              <a:blipFill>
                <a:blip r:embed="rId8"/>
                <a:stretch>
                  <a:fillRect l="-17857" r="-1785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/>
              <p:nvPr/>
            </p:nvSpPr>
            <p:spPr>
              <a:xfrm>
                <a:off x="7624268" y="143431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6274C-73FC-FF29-4CD2-A2E623CAB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68" y="1434319"/>
                <a:ext cx="343043" cy="307777"/>
              </a:xfrm>
              <a:prstGeom prst="rect">
                <a:avLst/>
              </a:prstGeom>
              <a:blipFill>
                <a:blip r:embed="rId9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28F8CA6-75B2-05A0-1EA3-DCCC0632BF41}"/>
              </a:ext>
            </a:extLst>
          </p:cNvPr>
          <p:cNvCxnSpPr>
            <a:cxnSpLocks/>
          </p:cNvCxnSpPr>
          <p:nvPr/>
        </p:nvCxnSpPr>
        <p:spPr>
          <a:xfrm>
            <a:off x="2018290" y="1572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/>
              <p:nvPr/>
            </p:nvSpPr>
            <p:spPr>
              <a:xfrm>
                <a:off x="3007817" y="1434319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BF5B99-57BB-423C-07A6-81BA651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17" y="1434319"/>
                <a:ext cx="200375" cy="307777"/>
              </a:xfrm>
              <a:prstGeom prst="rect">
                <a:avLst/>
              </a:prstGeom>
              <a:blipFill>
                <a:blip r:embed="rId10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3019188" y="761808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D98D8D-4459-5C8C-165F-26A6EC38C04C}"/>
              </a:ext>
            </a:extLst>
          </p:cNvPr>
          <p:cNvGrpSpPr/>
          <p:nvPr/>
        </p:nvGrpSpPr>
        <p:grpSpPr>
          <a:xfrm>
            <a:off x="4540138" y="747527"/>
            <a:ext cx="45719" cy="296189"/>
            <a:chOff x="3509152" y="253612"/>
            <a:chExt cx="45719" cy="296189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B98AC11-5086-3453-1905-07328B0EB77B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03E502C-9161-C6F5-F1B7-26FA2B73D9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D2CDD5C-482F-BEB5-6942-3330D205E685}"/>
              </a:ext>
            </a:extLst>
          </p:cNvPr>
          <p:cNvCxnSpPr>
            <a:cxnSpLocks/>
          </p:cNvCxnSpPr>
          <p:nvPr/>
        </p:nvCxnSpPr>
        <p:spPr>
          <a:xfrm>
            <a:off x="8431968" y="15724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03BACD4-4885-9F91-1EA9-A5D51ED1C18F}"/>
              </a:ext>
            </a:extLst>
          </p:cNvPr>
          <p:cNvCxnSpPr/>
          <p:nvPr/>
        </p:nvCxnSpPr>
        <p:spPr>
          <a:xfrm>
            <a:off x="9203818" y="15724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995CD84-A00C-C150-993D-48A196CA4D0E}"/>
              </a:ext>
            </a:extLst>
          </p:cNvPr>
          <p:cNvCxnSpPr>
            <a:cxnSpLocks/>
          </p:cNvCxnSpPr>
          <p:nvPr/>
        </p:nvCxnSpPr>
        <p:spPr>
          <a:xfrm flipV="1">
            <a:off x="843484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7A7A1F3-247B-9044-7D71-A59DAFC77948}"/>
              </a:ext>
            </a:extLst>
          </p:cNvPr>
          <p:cNvCxnSpPr>
            <a:cxnSpLocks/>
          </p:cNvCxnSpPr>
          <p:nvPr/>
        </p:nvCxnSpPr>
        <p:spPr>
          <a:xfrm flipV="1">
            <a:off x="9205958" y="1643925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/>
              <p:nvPr/>
            </p:nvSpPr>
            <p:spPr>
              <a:xfrm>
                <a:off x="8404864" y="1435664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DD97FA8-CF6A-838F-6268-493C9D0E4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864" y="1435664"/>
                <a:ext cx="343043" cy="307777"/>
              </a:xfrm>
              <a:prstGeom prst="rect">
                <a:avLst/>
              </a:prstGeom>
              <a:blipFill>
                <a:blip r:embed="rId11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/>
              <p:nvPr/>
            </p:nvSpPr>
            <p:spPr>
              <a:xfrm>
                <a:off x="9167839" y="1435664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5C3D2C75-60DF-007B-CE3D-4E5CC2B8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839" y="1435664"/>
                <a:ext cx="343043" cy="307777"/>
              </a:xfrm>
              <a:prstGeom prst="rect">
                <a:avLst/>
              </a:prstGeom>
              <a:blipFill>
                <a:blip r:embed="rId12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8FB04C3-EC74-5EA2-C54F-70B063F7BC09}"/>
              </a:ext>
            </a:extLst>
          </p:cNvPr>
          <p:cNvCxnSpPr/>
          <p:nvPr/>
        </p:nvCxnSpPr>
        <p:spPr>
          <a:xfrm>
            <a:off x="9922030" y="166578"/>
            <a:ext cx="0" cy="216000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2187514" y="314173"/>
            <a:ext cx="1176028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RU" sz="1500" b="1" dirty="0"/>
              <a:t>Jobs </a:t>
            </a:r>
            <a:r>
              <a:rPr lang="en-US" sz="1500" b="1" dirty="0"/>
              <a:t>Release</a:t>
            </a:r>
            <a:r>
              <a:rPr lang="en-RU" sz="1500" b="1" dirty="0"/>
              <a:t>   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1D3CBEB-33D7-C0D1-998E-91E411543172}"/>
              </a:ext>
            </a:extLst>
          </p:cNvPr>
          <p:cNvCxnSpPr>
            <a:cxnSpLocks/>
          </p:cNvCxnSpPr>
          <p:nvPr/>
        </p:nvCxnSpPr>
        <p:spPr>
          <a:xfrm>
            <a:off x="9922563" y="148197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99FA927-C547-1E4D-975B-211E9E98AAE7}"/>
              </a:ext>
            </a:extLst>
          </p:cNvPr>
          <p:cNvCxnSpPr/>
          <p:nvPr/>
        </p:nvCxnSpPr>
        <p:spPr>
          <a:xfrm>
            <a:off x="10729630" y="148198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988CBDD-D489-F03F-9F13-F115EECD08F7}"/>
              </a:ext>
            </a:extLst>
          </p:cNvPr>
          <p:cNvCxnSpPr>
            <a:cxnSpLocks/>
          </p:cNvCxnSpPr>
          <p:nvPr/>
        </p:nvCxnSpPr>
        <p:spPr>
          <a:xfrm>
            <a:off x="11369131" y="138866"/>
            <a:ext cx="0" cy="216000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/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CF573C-1585-E8E0-1488-6C90E91B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466" y="1432157"/>
                <a:ext cx="231602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/>
              <p:nvPr/>
            </p:nvSpPr>
            <p:spPr>
              <a:xfrm>
                <a:off x="9928299" y="143609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BF9CE83-8C94-931C-C8B4-FBC137AF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299" y="1436096"/>
                <a:ext cx="343043" cy="307777"/>
              </a:xfrm>
              <a:prstGeom prst="rect">
                <a:avLst/>
              </a:prstGeom>
              <a:blipFill>
                <a:blip r:embed="rId14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/>
              <p:nvPr/>
            </p:nvSpPr>
            <p:spPr>
              <a:xfrm>
                <a:off x="10677211" y="1408741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2EE504E5-AE39-69BE-73CB-FED53C94D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11" y="1408741"/>
                <a:ext cx="485710" cy="307777"/>
              </a:xfrm>
              <a:prstGeom prst="rect">
                <a:avLst/>
              </a:prstGeom>
              <a:blipFill>
                <a:blip r:embed="rId15"/>
                <a:stretch>
                  <a:fillRect l="-12658" r="-1139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3021410" y="105350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5F4EC246-A81B-802A-40DB-697FDE2FB95F}"/>
              </a:ext>
            </a:extLst>
          </p:cNvPr>
          <p:cNvCxnSpPr>
            <a:cxnSpLocks/>
          </p:cNvCxnSpPr>
          <p:nvPr/>
        </p:nvCxnSpPr>
        <p:spPr>
          <a:xfrm flipH="1" flipV="1">
            <a:off x="6887688" y="753731"/>
            <a:ext cx="1346" cy="281191"/>
          </a:xfrm>
          <a:prstGeom prst="line">
            <a:avLst/>
          </a:prstGeom>
          <a:ln w="38100">
            <a:solidFill>
              <a:schemeClr val="tx1"/>
            </a:solidFill>
            <a:headEnd type="none" w="med" len="sm"/>
            <a:tailEnd type="stealth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18FDBC5A-B7C8-4C99-F596-BCF931B026CB}"/>
              </a:ext>
            </a:extLst>
          </p:cNvPr>
          <p:cNvCxnSpPr>
            <a:cxnSpLocks/>
          </p:cNvCxnSpPr>
          <p:nvPr/>
        </p:nvCxnSpPr>
        <p:spPr>
          <a:xfrm flipH="1" flipV="1">
            <a:off x="4568650" y="1060386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C158414-06F3-5F74-8F8D-32251967E649}"/>
              </a:ext>
            </a:extLst>
          </p:cNvPr>
          <p:cNvCxnSpPr>
            <a:cxnSpLocks/>
          </p:cNvCxnSpPr>
          <p:nvPr/>
        </p:nvCxnSpPr>
        <p:spPr>
          <a:xfrm flipH="1" flipV="1">
            <a:off x="6109272" y="1056281"/>
            <a:ext cx="1346" cy="281191"/>
          </a:xfrm>
          <a:prstGeom prst="line">
            <a:avLst/>
          </a:prstGeom>
          <a:ln w="38100">
            <a:headEnd type="none" w="med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CFD841A-E2FA-203A-5376-091431E1971C}"/>
              </a:ext>
            </a:extLst>
          </p:cNvPr>
          <p:cNvCxnSpPr>
            <a:cxnSpLocks/>
          </p:cNvCxnSpPr>
          <p:nvPr/>
        </p:nvCxnSpPr>
        <p:spPr>
          <a:xfrm flipH="1" flipV="1">
            <a:off x="7653351" y="1068115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8D78A1B-E818-252F-2C77-CF994135FA77}"/>
              </a:ext>
            </a:extLst>
          </p:cNvPr>
          <p:cNvCxnSpPr>
            <a:cxnSpLocks/>
          </p:cNvCxnSpPr>
          <p:nvPr/>
        </p:nvCxnSpPr>
        <p:spPr>
          <a:xfrm flipH="1" flipV="1">
            <a:off x="9205124" y="1064010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F9EEC0D3-59B0-89A5-92DF-3DE3163A6154}"/>
              </a:ext>
            </a:extLst>
          </p:cNvPr>
          <p:cNvCxnSpPr>
            <a:cxnSpLocks/>
          </p:cNvCxnSpPr>
          <p:nvPr/>
        </p:nvCxnSpPr>
        <p:spPr>
          <a:xfrm>
            <a:off x="193965" y="3722311"/>
            <a:ext cx="11175167" cy="4551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EBFB2617-5E02-E270-ED62-E617FDC100B1}"/>
              </a:ext>
            </a:extLst>
          </p:cNvPr>
          <p:cNvCxnSpPr>
            <a:cxnSpLocks/>
            <a:endCxn id="607" idx="2"/>
          </p:cNvCxnSpPr>
          <p:nvPr/>
        </p:nvCxnSpPr>
        <p:spPr>
          <a:xfrm flipH="1">
            <a:off x="3019188" y="2244966"/>
            <a:ext cx="1392" cy="157141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6D2AB69C-C593-ABE3-6B63-4985318AC488}"/>
              </a:ext>
            </a:extLst>
          </p:cNvPr>
          <p:cNvCxnSpPr>
            <a:cxnSpLocks/>
          </p:cNvCxnSpPr>
          <p:nvPr/>
        </p:nvCxnSpPr>
        <p:spPr>
          <a:xfrm>
            <a:off x="2040619" y="2541547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B41EF9A9-6CF5-A506-1DFD-3C3C25C1A2C5}"/>
              </a:ext>
            </a:extLst>
          </p:cNvPr>
          <p:cNvCxnSpPr>
            <a:cxnSpLocks/>
          </p:cNvCxnSpPr>
          <p:nvPr/>
        </p:nvCxnSpPr>
        <p:spPr>
          <a:xfrm>
            <a:off x="180110" y="2837041"/>
            <a:ext cx="11526982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6E2F6E19-B8C2-C905-B6FC-1A53C581617A}"/>
              </a:ext>
            </a:extLst>
          </p:cNvPr>
          <p:cNvCxnSpPr>
            <a:cxnSpLocks/>
          </p:cNvCxnSpPr>
          <p:nvPr/>
        </p:nvCxnSpPr>
        <p:spPr>
          <a:xfrm>
            <a:off x="166255" y="3130115"/>
            <a:ext cx="1152698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FD68F11-2D83-2828-AF61-EF670331ED2A}"/>
              </a:ext>
            </a:extLst>
          </p:cNvPr>
          <p:cNvCxnSpPr>
            <a:cxnSpLocks/>
          </p:cNvCxnSpPr>
          <p:nvPr/>
        </p:nvCxnSpPr>
        <p:spPr>
          <a:xfrm>
            <a:off x="207819" y="3433239"/>
            <a:ext cx="11225923" cy="6417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7A165026-D3C0-2909-0CA6-28A44F22FB97}"/>
              </a:ext>
            </a:extLst>
          </p:cNvPr>
          <p:cNvCxnSpPr>
            <a:cxnSpLocks/>
          </p:cNvCxnSpPr>
          <p:nvPr/>
        </p:nvCxnSpPr>
        <p:spPr>
          <a:xfrm flipH="1">
            <a:off x="2364752" y="2251067"/>
            <a:ext cx="13731" cy="1516755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88EF67AF-125A-83C3-492F-F699005E4614}"/>
              </a:ext>
            </a:extLst>
          </p:cNvPr>
          <p:cNvCxnSpPr>
            <a:cxnSpLocks/>
          </p:cNvCxnSpPr>
          <p:nvPr/>
        </p:nvCxnSpPr>
        <p:spPr>
          <a:xfrm>
            <a:off x="3800863" y="2251065"/>
            <a:ext cx="0" cy="147124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42DBEB0D-08B8-01B3-6D9D-CDD2A4DD576E}"/>
              </a:ext>
            </a:extLst>
          </p:cNvPr>
          <p:cNvCxnSpPr>
            <a:cxnSpLocks/>
            <a:endCxn id="296" idx="3"/>
          </p:cNvCxnSpPr>
          <p:nvPr/>
        </p:nvCxnSpPr>
        <p:spPr>
          <a:xfrm flipH="1">
            <a:off x="4551800" y="2251065"/>
            <a:ext cx="6009" cy="102882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644D783-ED6A-F889-4939-DCCA14BA07F7}"/>
              </a:ext>
            </a:extLst>
          </p:cNvPr>
          <p:cNvCxnSpPr>
            <a:cxnSpLocks/>
          </p:cNvCxnSpPr>
          <p:nvPr/>
        </p:nvCxnSpPr>
        <p:spPr>
          <a:xfrm>
            <a:off x="5354840" y="2251066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A0CEA8E7-6C5D-1609-3F97-0F4C9FFFA22F}"/>
              </a:ext>
            </a:extLst>
          </p:cNvPr>
          <p:cNvCxnSpPr>
            <a:cxnSpLocks/>
          </p:cNvCxnSpPr>
          <p:nvPr/>
        </p:nvCxnSpPr>
        <p:spPr>
          <a:xfrm>
            <a:off x="6107604" y="2251066"/>
            <a:ext cx="0" cy="140653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A2D2F7D3-FF0F-00DD-EBAD-A97C1E806E9D}"/>
              </a:ext>
            </a:extLst>
          </p:cNvPr>
          <p:cNvCxnSpPr>
            <a:cxnSpLocks/>
          </p:cNvCxnSpPr>
          <p:nvPr/>
        </p:nvCxnSpPr>
        <p:spPr>
          <a:xfrm>
            <a:off x="6888266" y="2251066"/>
            <a:ext cx="0" cy="1188591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00D75D8F-BBFC-D6D2-F09F-69F2812915C4}"/>
              </a:ext>
            </a:extLst>
          </p:cNvPr>
          <p:cNvCxnSpPr>
            <a:cxnSpLocks/>
          </p:cNvCxnSpPr>
          <p:nvPr/>
        </p:nvCxnSpPr>
        <p:spPr>
          <a:xfrm>
            <a:off x="7660116" y="2251066"/>
            <a:ext cx="0" cy="118859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59C31E1E-41ED-2029-1B7C-61F92EDAA59D}"/>
              </a:ext>
            </a:extLst>
          </p:cNvPr>
          <p:cNvCxnSpPr/>
          <p:nvPr/>
        </p:nvCxnSpPr>
        <p:spPr>
          <a:xfrm flipV="1">
            <a:off x="3802319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CAAB618F-EE4D-E7B6-E380-98CE6E269B2B}"/>
              </a:ext>
            </a:extLst>
          </p:cNvPr>
          <p:cNvCxnSpPr>
            <a:cxnSpLocks/>
          </p:cNvCxnSpPr>
          <p:nvPr/>
        </p:nvCxnSpPr>
        <p:spPr>
          <a:xfrm flipV="1">
            <a:off x="5350381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66D2AC5E-39C4-7D88-3DD1-A4E54DE9E2B3}"/>
              </a:ext>
            </a:extLst>
          </p:cNvPr>
          <p:cNvCxnSpPr>
            <a:cxnSpLocks/>
          </p:cNvCxnSpPr>
          <p:nvPr/>
        </p:nvCxnSpPr>
        <p:spPr>
          <a:xfrm flipV="1">
            <a:off x="4575850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FBACDEB0-9F48-8176-AE77-A96E218C9D98}"/>
              </a:ext>
            </a:extLst>
          </p:cNvPr>
          <p:cNvCxnSpPr>
            <a:cxnSpLocks/>
          </p:cNvCxnSpPr>
          <p:nvPr/>
        </p:nvCxnSpPr>
        <p:spPr>
          <a:xfrm flipV="1">
            <a:off x="6121769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ADA03DE8-7CFB-AA21-4B67-175C588F1B02}"/>
              </a:ext>
            </a:extLst>
          </p:cNvPr>
          <p:cNvCxnSpPr>
            <a:cxnSpLocks/>
          </p:cNvCxnSpPr>
          <p:nvPr/>
        </p:nvCxnSpPr>
        <p:spPr>
          <a:xfrm flipV="1">
            <a:off x="6891276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DE97D22D-9A2F-FE93-F40D-B45A71E2800A}"/>
              </a:ext>
            </a:extLst>
          </p:cNvPr>
          <p:cNvCxnSpPr>
            <a:cxnSpLocks/>
          </p:cNvCxnSpPr>
          <p:nvPr/>
        </p:nvCxnSpPr>
        <p:spPr>
          <a:xfrm flipV="1">
            <a:off x="7662386" y="3727068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/>
              <p:nvPr/>
            </p:nvSpPr>
            <p:spPr>
              <a:xfrm>
                <a:off x="1130369" y="2838790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7" name="TextBox 596">
                <a:extLst>
                  <a:ext uri="{FF2B5EF4-FFF2-40B4-BE49-F238E27FC236}">
                    <a16:creationId xmlns:a16="http://schemas.microsoft.com/office/drawing/2014/main" id="{D4A4E640-8ACC-C948-4987-0ED80C4D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69" y="2838790"/>
                <a:ext cx="1198533" cy="257186"/>
              </a:xfrm>
              <a:prstGeom prst="rect">
                <a:avLst/>
              </a:prstGeom>
              <a:blipFill>
                <a:blip r:embed="rId16"/>
                <a:stretch>
                  <a:fillRect l="-152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/>
              <p:nvPr/>
            </p:nvSpPr>
            <p:spPr>
              <a:xfrm>
                <a:off x="1137117" y="3142224"/>
                <a:ext cx="1198533" cy="257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77D2EC8E-3FF7-C4D6-9B75-A4651663E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117" y="3142224"/>
                <a:ext cx="1198533" cy="257186"/>
              </a:xfrm>
              <a:prstGeom prst="rect">
                <a:avLst/>
              </a:prstGeom>
              <a:blipFill>
                <a:blip r:embed="rId17"/>
                <a:stretch>
                  <a:fillRect l="-2041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/>
              <p:nvPr/>
            </p:nvSpPr>
            <p:spPr>
              <a:xfrm>
                <a:off x="3681246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0" name="TextBox 599">
                <a:extLst>
                  <a:ext uri="{FF2B5EF4-FFF2-40B4-BE49-F238E27FC236}">
                    <a16:creationId xmlns:a16="http://schemas.microsoft.com/office/drawing/2014/main" id="{5D6C624D-0EB1-37C2-A2E2-3741DF13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246" y="3508600"/>
                <a:ext cx="343043" cy="307777"/>
              </a:xfrm>
              <a:prstGeom prst="rect">
                <a:avLst/>
              </a:prstGeom>
              <a:blipFill>
                <a:blip r:embed="rId18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/>
              <p:nvPr/>
            </p:nvSpPr>
            <p:spPr>
              <a:xfrm>
                <a:off x="4455166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1" name="TextBox 600">
                <a:extLst>
                  <a:ext uri="{FF2B5EF4-FFF2-40B4-BE49-F238E27FC236}">
                    <a16:creationId xmlns:a16="http://schemas.microsoft.com/office/drawing/2014/main" id="{CF720FE6-088F-3460-3CAF-48390B9CD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66" y="3508600"/>
                <a:ext cx="343043" cy="307777"/>
              </a:xfrm>
              <a:prstGeom prst="rect">
                <a:avLst/>
              </a:prstGeom>
              <a:blipFill>
                <a:blip r:embed="rId19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/>
              <p:nvPr/>
            </p:nvSpPr>
            <p:spPr>
              <a:xfrm>
                <a:off x="5216521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2" name="TextBox 601">
                <a:extLst>
                  <a:ext uri="{FF2B5EF4-FFF2-40B4-BE49-F238E27FC236}">
                    <a16:creationId xmlns:a16="http://schemas.microsoft.com/office/drawing/2014/main" id="{29D4F695-76B9-812D-BC5E-7F54A77A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521" y="3508600"/>
                <a:ext cx="343043" cy="307777"/>
              </a:xfrm>
              <a:prstGeom prst="rect">
                <a:avLst/>
              </a:prstGeom>
              <a:blipFill>
                <a:blip r:embed="rId20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/>
              <p:nvPr/>
            </p:nvSpPr>
            <p:spPr>
              <a:xfrm>
                <a:off x="5999810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F796E821-23DA-5170-B019-86963492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810" y="3508600"/>
                <a:ext cx="343043" cy="307777"/>
              </a:xfrm>
              <a:prstGeom prst="rect">
                <a:avLst/>
              </a:prstGeom>
              <a:blipFill>
                <a:blip r:embed="rId21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/>
              <p:nvPr/>
            </p:nvSpPr>
            <p:spPr>
              <a:xfrm>
                <a:off x="6858076" y="349759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4609A0FF-7568-63A6-4386-040B15AB5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76" y="3497596"/>
                <a:ext cx="343043" cy="307777"/>
              </a:xfrm>
              <a:prstGeom prst="rect">
                <a:avLst/>
              </a:prstGeom>
              <a:blipFill>
                <a:blip r:embed="rId22"/>
                <a:stretch>
                  <a:fillRect l="-17857" r="-1785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/>
              <p:nvPr/>
            </p:nvSpPr>
            <p:spPr>
              <a:xfrm>
                <a:off x="7535451" y="3508600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A4CAF310-1C3A-4863-BEFD-617935A52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451" y="3508600"/>
                <a:ext cx="343043" cy="307777"/>
              </a:xfrm>
              <a:prstGeom prst="rect">
                <a:avLst/>
              </a:prstGeom>
              <a:blipFill>
                <a:blip r:embed="rId23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FA63E957-FD30-5964-4068-9F468D6C450D}"/>
              </a:ext>
            </a:extLst>
          </p:cNvPr>
          <p:cNvCxnSpPr>
            <a:cxnSpLocks/>
          </p:cNvCxnSpPr>
          <p:nvPr/>
        </p:nvCxnSpPr>
        <p:spPr>
          <a:xfrm>
            <a:off x="2018290" y="2241735"/>
            <a:ext cx="972000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sys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/>
              <p:nvPr/>
            </p:nvSpPr>
            <p:spPr>
              <a:xfrm>
                <a:off x="2919000" y="3508600"/>
                <a:ext cx="2003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23C2F031-56FA-FE60-5E74-A56B0CBF1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000" y="3508600"/>
                <a:ext cx="200375" cy="307777"/>
              </a:xfrm>
              <a:prstGeom prst="rect">
                <a:avLst/>
              </a:prstGeom>
              <a:blipFill>
                <a:blip r:embed="rId24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0" name="Group 609">
            <a:extLst>
              <a:ext uri="{FF2B5EF4-FFF2-40B4-BE49-F238E27FC236}">
                <a16:creationId xmlns:a16="http://schemas.microsoft.com/office/drawing/2014/main" id="{50F3D87A-9E49-4EBE-C3A0-B99369A50C8E}"/>
              </a:ext>
            </a:extLst>
          </p:cNvPr>
          <p:cNvGrpSpPr/>
          <p:nvPr/>
        </p:nvGrpSpPr>
        <p:grpSpPr>
          <a:xfrm>
            <a:off x="4540138" y="2832016"/>
            <a:ext cx="45719" cy="296189"/>
            <a:chOff x="3509152" y="253612"/>
            <a:chExt cx="45719" cy="296189"/>
          </a:xfrm>
        </p:grpSpPr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424EF7F4-FD3C-EE2D-9BF3-4358F2F14471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09B4BC6C-3E2C-7B0E-98D1-696AA3A848E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225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7C3A79DB-D818-762B-A64E-892F1C294C91}"/>
              </a:ext>
            </a:extLst>
          </p:cNvPr>
          <p:cNvCxnSpPr>
            <a:cxnSpLocks/>
          </p:cNvCxnSpPr>
          <p:nvPr/>
        </p:nvCxnSpPr>
        <p:spPr>
          <a:xfrm>
            <a:off x="8431968" y="2241734"/>
            <a:ext cx="0" cy="118302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56EB2A09-1FB8-545F-8E3E-D6DB77C6AEFF}"/>
              </a:ext>
            </a:extLst>
          </p:cNvPr>
          <p:cNvCxnSpPr>
            <a:cxnSpLocks/>
          </p:cNvCxnSpPr>
          <p:nvPr/>
        </p:nvCxnSpPr>
        <p:spPr>
          <a:xfrm>
            <a:off x="9203818" y="2241735"/>
            <a:ext cx="0" cy="1415865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3B835F54-5561-203A-0BE2-FEAE5DB9379E}"/>
              </a:ext>
            </a:extLst>
          </p:cNvPr>
          <p:cNvCxnSpPr>
            <a:cxnSpLocks/>
          </p:cNvCxnSpPr>
          <p:nvPr/>
        </p:nvCxnSpPr>
        <p:spPr>
          <a:xfrm flipV="1">
            <a:off x="8434848" y="37284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11326A-A5D6-6AEF-80C0-B29B830C2941}"/>
              </a:ext>
            </a:extLst>
          </p:cNvPr>
          <p:cNvCxnSpPr>
            <a:cxnSpLocks/>
          </p:cNvCxnSpPr>
          <p:nvPr/>
        </p:nvCxnSpPr>
        <p:spPr>
          <a:xfrm flipV="1">
            <a:off x="9205958" y="3728414"/>
            <a:ext cx="0" cy="8150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/>
              <p:nvPr/>
            </p:nvSpPr>
            <p:spPr>
              <a:xfrm>
                <a:off x="8316047" y="35099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7EC7E30-1E55-940C-5591-92885AD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47" y="3509946"/>
                <a:ext cx="343043" cy="307777"/>
              </a:xfrm>
              <a:prstGeom prst="rect">
                <a:avLst/>
              </a:prstGeom>
              <a:blipFill>
                <a:blip r:embed="rId25"/>
                <a:stretch>
                  <a:fillRect l="-16071" r="-17857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/>
              <p:nvPr/>
            </p:nvSpPr>
            <p:spPr>
              <a:xfrm>
                <a:off x="9079022" y="3509946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23DD7A1-6928-4EF9-97DB-5D1586355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022" y="3509946"/>
                <a:ext cx="343043" cy="307777"/>
              </a:xfrm>
              <a:prstGeom prst="rect">
                <a:avLst/>
              </a:prstGeom>
              <a:blipFill>
                <a:blip r:embed="rId26"/>
                <a:stretch>
                  <a:fillRect l="-15789" r="-15789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C9462C9F-DDE2-C2EB-45BE-98CF04EB9828}"/>
              </a:ext>
            </a:extLst>
          </p:cNvPr>
          <p:cNvCxnSpPr>
            <a:cxnSpLocks/>
          </p:cNvCxnSpPr>
          <p:nvPr/>
        </p:nvCxnSpPr>
        <p:spPr>
          <a:xfrm>
            <a:off x="2982176" y="3436042"/>
            <a:ext cx="8979091" cy="4756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3737D566-4052-769C-D61E-D4C7A0C24DCB}"/>
              </a:ext>
            </a:extLst>
          </p:cNvPr>
          <p:cNvSpPr txBox="1"/>
          <p:nvPr/>
        </p:nvSpPr>
        <p:spPr>
          <a:xfrm>
            <a:off x="2187515" y="2481786"/>
            <a:ext cx="2092304" cy="2308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500" b="1" dirty="0"/>
              <a:t>Release Handling Scenario</a:t>
            </a:r>
            <a:endParaRPr lang="en-RU" sz="1500" b="1" dirty="0"/>
          </a:p>
        </p:txBody>
      </p: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F14D5B1B-B15A-99A3-3B90-5363A6EEF663}"/>
              </a:ext>
            </a:extLst>
          </p:cNvPr>
          <p:cNvCxnSpPr>
            <a:cxnSpLocks/>
          </p:cNvCxnSpPr>
          <p:nvPr/>
        </p:nvCxnSpPr>
        <p:spPr>
          <a:xfrm>
            <a:off x="9920765" y="2305519"/>
            <a:ext cx="0" cy="1192076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3F919D09-1BAC-3C93-03C4-CD47F2358769}"/>
              </a:ext>
            </a:extLst>
          </p:cNvPr>
          <p:cNvCxnSpPr>
            <a:cxnSpLocks/>
            <a:endCxn id="625" idx="1"/>
          </p:cNvCxnSpPr>
          <p:nvPr/>
        </p:nvCxnSpPr>
        <p:spPr>
          <a:xfrm>
            <a:off x="10729630" y="2232686"/>
            <a:ext cx="0" cy="1428619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4D3C4371-D1E7-F652-4EB4-62D016553E25}"/>
              </a:ext>
            </a:extLst>
          </p:cNvPr>
          <p:cNvCxnSpPr>
            <a:cxnSpLocks/>
          </p:cNvCxnSpPr>
          <p:nvPr/>
        </p:nvCxnSpPr>
        <p:spPr>
          <a:xfrm>
            <a:off x="11369131" y="2223354"/>
            <a:ext cx="0" cy="1544467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/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623" name="TextBox 622">
                <a:extLst>
                  <a:ext uri="{FF2B5EF4-FFF2-40B4-BE49-F238E27FC236}">
                    <a16:creationId xmlns:a16="http://schemas.microsoft.com/office/drawing/2014/main" id="{34681A86-F5AD-C66C-C89E-BD6C8C76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6434" y="3552377"/>
                <a:ext cx="231602" cy="43088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/>
              <p:nvPr/>
            </p:nvSpPr>
            <p:spPr>
              <a:xfrm>
                <a:off x="9917687" y="3510379"/>
                <a:ext cx="34304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4" name="TextBox 623">
                <a:extLst>
                  <a:ext uri="{FF2B5EF4-FFF2-40B4-BE49-F238E27FC236}">
                    <a16:creationId xmlns:a16="http://schemas.microsoft.com/office/drawing/2014/main" id="{EEA1060C-658B-9148-5B29-25234B0CA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687" y="3510379"/>
                <a:ext cx="343043" cy="307777"/>
              </a:xfrm>
              <a:prstGeom prst="rect">
                <a:avLst/>
              </a:prstGeom>
              <a:blipFill>
                <a:blip r:embed="rId28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/>
              <p:nvPr/>
            </p:nvSpPr>
            <p:spPr>
              <a:xfrm>
                <a:off x="10729630" y="3507416"/>
                <a:ext cx="4857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2000" dirty="0"/>
              </a:p>
            </p:txBody>
          </p:sp>
        </mc:Choice>
        <mc:Fallback xmlns=""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084838D8-BB13-9779-05D2-C30E083F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630" y="3507416"/>
                <a:ext cx="485710" cy="307777"/>
              </a:xfrm>
              <a:prstGeom prst="rect">
                <a:avLst/>
              </a:prstGeom>
              <a:blipFill>
                <a:blip r:embed="rId29"/>
                <a:stretch>
                  <a:fillRect l="-11250" r="-1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/>
              <p:nvPr/>
            </p:nvSpPr>
            <p:spPr>
              <a:xfrm>
                <a:off x="3044818" y="755073"/>
                <a:ext cx="171457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58" name="TextBox 757">
                <a:extLst>
                  <a:ext uri="{FF2B5EF4-FFF2-40B4-BE49-F238E27FC236}">
                    <a16:creationId xmlns:a16="http://schemas.microsoft.com/office/drawing/2014/main" id="{559EF260-A31A-23B1-E67D-06265D6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18" y="755073"/>
                <a:ext cx="171457" cy="155299"/>
              </a:xfrm>
              <a:prstGeom prst="rect">
                <a:avLst/>
              </a:prstGeom>
              <a:blipFill>
                <a:blip r:embed="rId30"/>
                <a:stretch>
                  <a:fillRect l="-17241" t="-4000" r="-344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/>
              <p:nvPr/>
            </p:nvSpPr>
            <p:spPr>
              <a:xfrm>
                <a:off x="3049442" y="1050636"/>
                <a:ext cx="171457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C041B98E-27A4-D0BE-5D14-305356A13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42" y="1050636"/>
                <a:ext cx="171457" cy="155620"/>
              </a:xfrm>
              <a:prstGeom prst="rect">
                <a:avLst/>
              </a:prstGeom>
              <a:blipFill>
                <a:blip r:embed="rId31"/>
                <a:stretch>
                  <a:fillRect l="-17857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/>
              <p:nvPr/>
            </p:nvSpPr>
            <p:spPr>
              <a:xfrm>
                <a:off x="4600437" y="1046341"/>
                <a:ext cx="174215" cy="155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7" name="TextBox 766">
                <a:extLst>
                  <a:ext uri="{FF2B5EF4-FFF2-40B4-BE49-F238E27FC236}">
                    <a16:creationId xmlns:a16="http://schemas.microsoft.com/office/drawing/2014/main" id="{67ACF787-10F4-945B-147F-03CB2999C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437" y="1046341"/>
                <a:ext cx="174215" cy="155940"/>
              </a:xfrm>
              <a:prstGeom prst="rect">
                <a:avLst/>
              </a:prstGeom>
              <a:blipFill>
                <a:blip r:embed="rId32"/>
                <a:stretch>
                  <a:fillRect l="-21429" t="-4000" r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4871810" y="3220823"/>
                <a:ext cx="138115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71" name="TextBox 770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10" y="3220823"/>
                <a:ext cx="138115" cy="155620"/>
              </a:xfrm>
              <a:prstGeom prst="rect">
                <a:avLst/>
              </a:prstGeom>
              <a:blipFill>
                <a:blip r:embed="rId33"/>
                <a:stretch>
                  <a:fillRect l="-30435" r="-434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6938039" y="752232"/>
                <a:ext cx="174215" cy="155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91" name="TextBox 790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39" y="752232"/>
                <a:ext cx="174215" cy="155620"/>
              </a:xfrm>
              <a:prstGeom prst="rect">
                <a:avLst/>
              </a:prstGeom>
              <a:blipFill>
                <a:blip r:embed="rId34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6152718" y="1050435"/>
                <a:ext cx="174215" cy="156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718" y="1050435"/>
                <a:ext cx="174215" cy="156710"/>
              </a:xfrm>
              <a:prstGeom prst="rect">
                <a:avLst/>
              </a:prstGeom>
              <a:blipFill>
                <a:blip r:embed="rId35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7713348" y="1055526"/>
                <a:ext cx="174215" cy="1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348" y="1055526"/>
                <a:ext cx="174215" cy="155299"/>
              </a:xfrm>
              <a:prstGeom prst="rect">
                <a:avLst/>
              </a:prstGeom>
              <a:blipFill>
                <a:blip r:embed="rId36"/>
                <a:stretch>
                  <a:fillRect l="-17241" t="-3846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9261144" y="1052045"/>
                <a:ext cx="174215" cy="159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144" y="1052045"/>
                <a:ext cx="174215" cy="159083"/>
              </a:xfrm>
              <a:prstGeom prst="rect">
                <a:avLst/>
              </a:prstGeom>
              <a:blipFill>
                <a:blip r:embed="rId37"/>
                <a:stretch>
                  <a:fillRect l="-17241" t="-3846" r="-6897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/>
              <p:nvPr/>
            </p:nvSpPr>
            <p:spPr>
              <a:xfrm>
                <a:off x="10794840" y="1056657"/>
                <a:ext cx="174215" cy="15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A550079-F45F-E96C-8CE9-380EB3B69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840" y="1056657"/>
                <a:ext cx="174215" cy="156902"/>
              </a:xfrm>
              <a:prstGeom prst="rect">
                <a:avLst/>
              </a:prstGeom>
              <a:blipFill>
                <a:blip r:embed="rId38"/>
                <a:stretch>
                  <a:fillRect l="-21429" r="-714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/>
              <p:nvPr/>
            </p:nvSpPr>
            <p:spPr>
              <a:xfrm>
                <a:off x="10774150" y="752342"/>
                <a:ext cx="174215" cy="156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973906D7-E167-E76E-428A-5628F23F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4150" y="752342"/>
                <a:ext cx="174215" cy="156389"/>
              </a:xfrm>
              <a:prstGeom prst="rect">
                <a:avLst/>
              </a:prstGeom>
              <a:blipFill>
                <a:blip r:embed="rId39"/>
                <a:stretch>
                  <a:fillRect l="-17241" r="-34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Connector 90">
            <a:extLst>
              <a:ext uri="{FF2B5EF4-FFF2-40B4-BE49-F238E27FC236}">
                <a16:creationId xmlns:a16="http://schemas.microsoft.com/office/drawing/2014/main" id="{DC6DC92F-EB95-9110-8B93-477E92CE728D}"/>
              </a:ext>
            </a:extLst>
          </p:cNvPr>
          <p:cNvCxnSpPr>
            <a:cxnSpLocks/>
          </p:cNvCxnSpPr>
          <p:nvPr/>
        </p:nvCxnSpPr>
        <p:spPr>
          <a:xfrm flipH="1" flipV="1">
            <a:off x="10734425" y="740229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265">
            <a:extLst>
              <a:ext uri="{FF2B5EF4-FFF2-40B4-BE49-F238E27FC236}">
                <a16:creationId xmlns:a16="http://schemas.microsoft.com/office/drawing/2014/main" id="{AE1EBFED-8B9E-50E2-5688-7E6D53A4BCF1}"/>
              </a:ext>
            </a:extLst>
          </p:cNvPr>
          <p:cNvCxnSpPr>
            <a:cxnSpLocks/>
          </p:cNvCxnSpPr>
          <p:nvPr/>
        </p:nvCxnSpPr>
        <p:spPr>
          <a:xfrm flipH="1" flipV="1">
            <a:off x="10736648" y="1031930"/>
            <a:ext cx="1346" cy="281191"/>
          </a:xfrm>
          <a:prstGeom prst="line">
            <a:avLst/>
          </a:prstGeom>
          <a:ln w="3810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9E9E562-871F-5965-5FCB-CD2281DC8027}"/>
              </a:ext>
            </a:extLst>
          </p:cNvPr>
          <p:cNvSpPr/>
          <p:nvPr/>
        </p:nvSpPr>
        <p:spPr>
          <a:xfrm flipH="1">
            <a:off x="3020658" y="2840701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/>
              <p:nvPr/>
            </p:nvSpPr>
            <p:spPr>
              <a:xfrm>
                <a:off x="3731349" y="2926261"/>
                <a:ext cx="138115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A0521393-9D79-F813-1B0C-93C7ABD86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349" y="2926261"/>
                <a:ext cx="138115" cy="155299"/>
              </a:xfrm>
              <a:prstGeom prst="rect">
                <a:avLst/>
              </a:prstGeom>
              <a:blipFill>
                <a:blip r:embed="rId40"/>
                <a:stretch>
                  <a:fillRect l="-30435" t="-3846" r="-4348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616">
            <a:extLst>
              <a:ext uri="{FF2B5EF4-FFF2-40B4-BE49-F238E27FC236}">
                <a16:creationId xmlns:a16="http://schemas.microsoft.com/office/drawing/2014/main" id="{04CFE8CC-9303-7F73-2161-8DC213D53132}"/>
              </a:ext>
            </a:extLst>
          </p:cNvPr>
          <p:cNvCxnSpPr>
            <a:cxnSpLocks/>
          </p:cNvCxnSpPr>
          <p:nvPr/>
        </p:nvCxnSpPr>
        <p:spPr>
          <a:xfrm>
            <a:off x="3019188" y="1348081"/>
            <a:ext cx="8979091" cy="475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575">
            <a:extLst>
              <a:ext uri="{FF2B5EF4-FFF2-40B4-BE49-F238E27FC236}">
                <a16:creationId xmlns:a16="http://schemas.microsoft.com/office/drawing/2014/main" id="{441C6CA7-7709-DB38-BB54-34093F841868}"/>
              </a:ext>
            </a:extLst>
          </p:cNvPr>
          <p:cNvSpPr/>
          <p:nvPr/>
        </p:nvSpPr>
        <p:spPr>
          <a:xfrm flipH="1">
            <a:off x="6889063" y="2832029"/>
            <a:ext cx="155973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/>
              <p:nvPr/>
            </p:nvSpPr>
            <p:spPr>
              <a:xfrm>
                <a:off x="7583199" y="2913560"/>
                <a:ext cx="140872" cy="155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38DE4B-A40F-A4F0-6365-6FAFEAE34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199" y="2913560"/>
                <a:ext cx="140872" cy="155620"/>
              </a:xfrm>
              <a:prstGeom prst="rect">
                <a:avLst/>
              </a:prstGeom>
              <a:blipFill>
                <a:blip r:embed="rId41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575">
            <a:extLst>
              <a:ext uri="{FF2B5EF4-FFF2-40B4-BE49-F238E27FC236}">
                <a16:creationId xmlns:a16="http://schemas.microsoft.com/office/drawing/2014/main" id="{EF05F576-2D8E-62BD-EE81-EA32F6A2ACD9}"/>
              </a:ext>
            </a:extLst>
          </p:cNvPr>
          <p:cNvSpPr/>
          <p:nvPr/>
        </p:nvSpPr>
        <p:spPr>
          <a:xfrm flipH="1">
            <a:off x="10735780" y="2836968"/>
            <a:ext cx="1421231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/>
              <p:nvPr/>
            </p:nvSpPr>
            <p:spPr>
              <a:xfrm>
                <a:off x="11282024" y="2899134"/>
                <a:ext cx="140872" cy="1563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DF61AD4-03B3-3493-DB49-4FE18D390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024" y="2899134"/>
                <a:ext cx="140872" cy="156389"/>
              </a:xfrm>
              <a:prstGeom prst="rect">
                <a:avLst/>
              </a:prstGeom>
              <a:blipFill>
                <a:blip r:embed="rId42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5193830" y="27327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2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2869110" y="27398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Правая фигурная скобка 10"/>
          <p:cNvSpPr/>
          <p:nvPr/>
        </p:nvSpPr>
        <p:spPr>
          <a:xfrm rot="16200000">
            <a:off x="5656471" y="2409963"/>
            <a:ext cx="142240" cy="760031"/>
          </a:xfrm>
          <a:prstGeom prst="rightBrace">
            <a:avLst>
              <a:gd name="adj1" fmla="val 8333"/>
              <a:gd name="adj2" fmla="val 47880"/>
            </a:avLst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9CA1E38-1D8D-68C9-B44B-88E517A4BBF3}"/>
              </a:ext>
            </a:extLst>
          </p:cNvPr>
          <p:cNvSpPr txBox="1"/>
          <p:nvPr/>
        </p:nvSpPr>
        <p:spPr>
          <a:xfrm>
            <a:off x="5280619" y="2423810"/>
            <a:ext cx="944985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/>
              <a:t>Busy polling</a:t>
            </a:r>
            <a:endParaRPr lang="en-RU" sz="1400" dirty="0"/>
          </a:p>
        </p:txBody>
      </p:sp>
      <p:sp>
        <p:nvSpPr>
          <p:cNvPr id="179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6094466" y="3142900"/>
            <a:ext cx="787612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6412444" y="3209966"/>
                <a:ext cx="140872" cy="1567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444" y="3209966"/>
                <a:ext cx="140872" cy="156710"/>
              </a:xfrm>
              <a:prstGeom prst="rect">
                <a:avLst/>
              </a:prstGeom>
              <a:blipFill>
                <a:blip r:embed="rId43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6730956" y="273980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7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8430432" y="3125941"/>
            <a:ext cx="759738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8757240" y="3217842"/>
                <a:ext cx="140872" cy="1552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240" y="3217842"/>
                <a:ext cx="140872" cy="155299"/>
              </a:xfrm>
              <a:prstGeom prst="rect">
                <a:avLst/>
              </a:prstGeom>
              <a:blipFill>
                <a:blip r:embed="rId44"/>
                <a:stretch>
                  <a:fillRect l="-34783" t="-4000" r="-434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Правая фигурная скобка 211"/>
          <p:cNvSpPr/>
          <p:nvPr/>
        </p:nvSpPr>
        <p:spPr>
          <a:xfrm rot="16200000">
            <a:off x="10247121" y="2393481"/>
            <a:ext cx="133099" cy="766411"/>
          </a:xfrm>
          <a:prstGeom prst="rightBrace">
            <a:avLst>
              <a:gd name="adj1" fmla="val 8333"/>
              <a:gd name="adj2" fmla="val 47880"/>
            </a:avLst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9CA1E38-1D8D-68C9-B44B-88E517A4BBF3}"/>
              </a:ext>
            </a:extLst>
          </p:cNvPr>
          <p:cNvSpPr txBox="1"/>
          <p:nvPr/>
        </p:nvSpPr>
        <p:spPr>
          <a:xfrm>
            <a:off x="9790795" y="2451083"/>
            <a:ext cx="944985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/>
              <a:t>Busy polling</a:t>
            </a:r>
            <a:endParaRPr lang="en-RU" sz="1400" dirty="0"/>
          </a:p>
        </p:txBody>
      </p:sp>
      <p:sp>
        <p:nvSpPr>
          <p:cNvPr id="216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10575944" y="2686833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Правая фигурная скобка 39"/>
          <p:cNvSpPr/>
          <p:nvPr/>
        </p:nvSpPr>
        <p:spPr>
          <a:xfrm rot="5400000">
            <a:off x="4082027" y="2744174"/>
            <a:ext cx="170800" cy="2374823"/>
          </a:xfrm>
          <a:prstGeom prst="rightBrace">
            <a:avLst>
              <a:gd name="adj1" fmla="val 101754"/>
              <a:gd name="adj2" fmla="val 58359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37541" y="4030292"/>
                <a:ext cx="908775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𝑖𝑡𝑒𝑟𝑎𝑡𝑖𝑜𝑛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541" y="4030292"/>
                <a:ext cx="908775" cy="215444"/>
              </a:xfrm>
              <a:prstGeom prst="rect">
                <a:avLst/>
              </a:prstGeom>
              <a:blipFill>
                <a:blip r:embed="rId45"/>
                <a:stretch>
                  <a:fillRect l="-4027" r="-4027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9190169" y="3134972"/>
            <a:ext cx="722366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/>
              <p:nvPr/>
            </p:nvSpPr>
            <p:spPr>
              <a:xfrm>
                <a:off x="9362273" y="3231149"/>
                <a:ext cx="140872" cy="1590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RU" sz="10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AC4398E3-1BBC-AEEE-7F4D-E3D98E55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73" y="3231149"/>
                <a:ext cx="140872" cy="159083"/>
              </a:xfrm>
              <a:prstGeom prst="rect">
                <a:avLst/>
              </a:prstGeom>
              <a:blipFill>
                <a:blip r:embed="rId46"/>
                <a:stretch>
                  <a:fillRect l="-34783" t="-3846" r="-4348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9045891" y="271798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8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9769534" y="2712619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7" name="Freeform 660">
            <a:extLst>
              <a:ext uri="{FF2B5EF4-FFF2-40B4-BE49-F238E27FC236}">
                <a16:creationId xmlns:a16="http://schemas.microsoft.com/office/drawing/2014/main" id="{157A0E8F-EEFC-747F-15AD-F7DDA2738949}"/>
              </a:ext>
            </a:extLst>
          </p:cNvPr>
          <p:cNvSpPr/>
          <p:nvPr/>
        </p:nvSpPr>
        <p:spPr>
          <a:xfrm>
            <a:off x="5946508" y="2717987"/>
            <a:ext cx="153745" cy="1062020"/>
          </a:xfrm>
          <a:custGeom>
            <a:avLst/>
            <a:gdLst>
              <a:gd name="csX0" fmla="*/ 61951 w 195766"/>
              <a:gd name="csY0" fmla="*/ 178 h 936906"/>
              <a:gd name="csX1" fmla="*/ 156736 w 195766"/>
              <a:gd name="csY1" fmla="*/ 11330 h 936906"/>
              <a:gd name="csX2" fmla="*/ 179039 w 195766"/>
              <a:gd name="csY2" fmla="*/ 72661 h 936906"/>
              <a:gd name="csX3" fmla="*/ 195766 w 195766"/>
              <a:gd name="csY3" fmla="*/ 290110 h 936906"/>
              <a:gd name="csX4" fmla="*/ 179039 w 195766"/>
              <a:gd name="csY4" fmla="*/ 591193 h 936906"/>
              <a:gd name="csX5" fmla="*/ 156736 w 195766"/>
              <a:gd name="csY5" fmla="*/ 853247 h 936906"/>
              <a:gd name="csX6" fmla="*/ 45224 w 195766"/>
              <a:gd name="csY6" fmla="*/ 931305 h 936906"/>
              <a:gd name="csX7" fmla="*/ 6195 w 195766"/>
              <a:gd name="csY7" fmla="*/ 725008 h 936906"/>
              <a:gd name="csX8" fmla="*/ 619 w 195766"/>
              <a:gd name="csY8" fmla="*/ 462954 h 936906"/>
              <a:gd name="csX0" fmla="*/ 61951 w 201083"/>
              <a:gd name="csY0" fmla="*/ 178 h 936626"/>
              <a:gd name="csX1" fmla="*/ 156736 w 201083"/>
              <a:gd name="csY1" fmla="*/ 11330 h 936626"/>
              <a:gd name="csX2" fmla="*/ 179039 w 201083"/>
              <a:gd name="csY2" fmla="*/ 72661 h 936626"/>
              <a:gd name="csX3" fmla="*/ 195766 w 201083"/>
              <a:gd name="csY3" fmla="*/ 290110 h 936626"/>
              <a:gd name="csX4" fmla="*/ 198089 w 201083"/>
              <a:gd name="csY4" fmla="*/ 613418 h 936626"/>
              <a:gd name="csX5" fmla="*/ 156736 w 201083"/>
              <a:gd name="csY5" fmla="*/ 853247 h 936626"/>
              <a:gd name="csX6" fmla="*/ 45224 w 201083"/>
              <a:gd name="csY6" fmla="*/ 931305 h 936626"/>
              <a:gd name="csX7" fmla="*/ 6195 w 201083"/>
              <a:gd name="csY7" fmla="*/ 725008 h 936626"/>
              <a:gd name="csX8" fmla="*/ 619 w 201083"/>
              <a:gd name="csY8" fmla="*/ 462954 h 936626"/>
              <a:gd name="csX0" fmla="*/ 61951 w 199907"/>
              <a:gd name="csY0" fmla="*/ 178 h 939906"/>
              <a:gd name="csX1" fmla="*/ 156736 w 199907"/>
              <a:gd name="csY1" fmla="*/ 11330 h 939906"/>
              <a:gd name="csX2" fmla="*/ 179039 w 199907"/>
              <a:gd name="csY2" fmla="*/ 72661 h 939906"/>
              <a:gd name="csX3" fmla="*/ 195766 w 199907"/>
              <a:gd name="csY3" fmla="*/ 290110 h 939906"/>
              <a:gd name="csX4" fmla="*/ 198089 w 199907"/>
              <a:gd name="csY4" fmla="*/ 613418 h 939906"/>
              <a:gd name="csX5" fmla="*/ 172611 w 199907"/>
              <a:gd name="csY5" fmla="*/ 872297 h 939906"/>
              <a:gd name="csX6" fmla="*/ 45224 w 199907"/>
              <a:gd name="csY6" fmla="*/ 931305 h 939906"/>
              <a:gd name="csX7" fmla="*/ 6195 w 199907"/>
              <a:gd name="csY7" fmla="*/ 725008 h 939906"/>
              <a:gd name="csX8" fmla="*/ 619 w 199907"/>
              <a:gd name="csY8" fmla="*/ 462954 h 939906"/>
              <a:gd name="csX0" fmla="*/ 61951 w 199907"/>
              <a:gd name="csY0" fmla="*/ 178 h 936876"/>
              <a:gd name="csX1" fmla="*/ 156736 w 199907"/>
              <a:gd name="csY1" fmla="*/ 11330 h 936876"/>
              <a:gd name="csX2" fmla="*/ 179039 w 199907"/>
              <a:gd name="csY2" fmla="*/ 72661 h 936876"/>
              <a:gd name="csX3" fmla="*/ 195766 w 199907"/>
              <a:gd name="csY3" fmla="*/ 290110 h 936876"/>
              <a:gd name="csX4" fmla="*/ 198089 w 199907"/>
              <a:gd name="csY4" fmla="*/ 613418 h 936876"/>
              <a:gd name="csX5" fmla="*/ 172611 w 199907"/>
              <a:gd name="csY5" fmla="*/ 872297 h 936876"/>
              <a:gd name="csX6" fmla="*/ 45224 w 199907"/>
              <a:gd name="csY6" fmla="*/ 931305 h 936876"/>
              <a:gd name="csX7" fmla="*/ 6195 w 199907"/>
              <a:gd name="csY7" fmla="*/ 769458 h 936876"/>
              <a:gd name="csX8" fmla="*/ 619 w 199907"/>
              <a:gd name="csY8" fmla="*/ 462954 h 936876"/>
              <a:gd name="csX0" fmla="*/ 61951 w 199907"/>
              <a:gd name="csY0" fmla="*/ 178 h 931261"/>
              <a:gd name="csX1" fmla="*/ 156736 w 199907"/>
              <a:gd name="csY1" fmla="*/ 11330 h 931261"/>
              <a:gd name="csX2" fmla="*/ 179039 w 199907"/>
              <a:gd name="csY2" fmla="*/ 72661 h 931261"/>
              <a:gd name="csX3" fmla="*/ 195766 w 199907"/>
              <a:gd name="csY3" fmla="*/ 290110 h 931261"/>
              <a:gd name="csX4" fmla="*/ 198089 w 199907"/>
              <a:gd name="csY4" fmla="*/ 613418 h 931261"/>
              <a:gd name="csX5" fmla="*/ 172611 w 199907"/>
              <a:gd name="csY5" fmla="*/ 872297 h 931261"/>
              <a:gd name="csX6" fmla="*/ 67449 w 199907"/>
              <a:gd name="csY6" fmla="*/ 924955 h 931261"/>
              <a:gd name="csX7" fmla="*/ 6195 w 199907"/>
              <a:gd name="csY7" fmla="*/ 769458 h 931261"/>
              <a:gd name="csX8" fmla="*/ 619 w 199907"/>
              <a:gd name="csY8" fmla="*/ 462954 h 931261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2901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907"/>
              <a:gd name="csY0" fmla="*/ 178 h 932600"/>
              <a:gd name="csX1" fmla="*/ 156736 w 199907"/>
              <a:gd name="csY1" fmla="*/ 11330 h 932600"/>
              <a:gd name="csX2" fmla="*/ 179039 w 199907"/>
              <a:gd name="csY2" fmla="*/ 72661 h 932600"/>
              <a:gd name="csX3" fmla="*/ 195766 w 199907"/>
              <a:gd name="csY3" fmla="*/ 366310 h 932600"/>
              <a:gd name="csX4" fmla="*/ 198089 w 199907"/>
              <a:gd name="csY4" fmla="*/ 613418 h 932600"/>
              <a:gd name="csX5" fmla="*/ 172611 w 199907"/>
              <a:gd name="csY5" fmla="*/ 872297 h 932600"/>
              <a:gd name="csX6" fmla="*/ 67449 w 199907"/>
              <a:gd name="csY6" fmla="*/ 924955 h 932600"/>
              <a:gd name="csX7" fmla="*/ 6195 w 199907"/>
              <a:gd name="csY7" fmla="*/ 769458 h 932600"/>
              <a:gd name="csX8" fmla="*/ 619 w 199907"/>
              <a:gd name="csY8" fmla="*/ 462954 h 932600"/>
              <a:gd name="csX0" fmla="*/ 61951 w 199793"/>
              <a:gd name="csY0" fmla="*/ 4951 h 937373"/>
              <a:gd name="csX1" fmla="*/ 156736 w 199793"/>
              <a:gd name="csY1" fmla="*/ 16103 h 937373"/>
              <a:gd name="csX2" fmla="*/ 182214 w 199793"/>
              <a:gd name="csY2" fmla="*/ 169509 h 937373"/>
              <a:gd name="csX3" fmla="*/ 195766 w 199793"/>
              <a:gd name="csY3" fmla="*/ 371083 h 937373"/>
              <a:gd name="csX4" fmla="*/ 198089 w 199793"/>
              <a:gd name="csY4" fmla="*/ 618191 h 937373"/>
              <a:gd name="csX5" fmla="*/ 172611 w 199793"/>
              <a:gd name="csY5" fmla="*/ 877070 h 937373"/>
              <a:gd name="csX6" fmla="*/ 67449 w 199793"/>
              <a:gd name="csY6" fmla="*/ 929728 h 937373"/>
              <a:gd name="csX7" fmla="*/ 6195 w 199793"/>
              <a:gd name="csY7" fmla="*/ 774231 h 937373"/>
              <a:gd name="csX8" fmla="*/ 619 w 199793"/>
              <a:gd name="csY8" fmla="*/ 467727 h 937373"/>
              <a:gd name="csX0" fmla="*/ 61951 w 199793"/>
              <a:gd name="csY0" fmla="*/ 10 h 932432"/>
              <a:gd name="csX1" fmla="*/ 156736 w 199793"/>
              <a:gd name="csY1" fmla="*/ 42912 h 932432"/>
              <a:gd name="csX2" fmla="*/ 182214 w 199793"/>
              <a:gd name="csY2" fmla="*/ 164568 h 932432"/>
              <a:gd name="csX3" fmla="*/ 195766 w 199793"/>
              <a:gd name="csY3" fmla="*/ 366142 h 932432"/>
              <a:gd name="csX4" fmla="*/ 198089 w 199793"/>
              <a:gd name="csY4" fmla="*/ 613250 h 932432"/>
              <a:gd name="csX5" fmla="*/ 172611 w 199793"/>
              <a:gd name="csY5" fmla="*/ 872129 h 932432"/>
              <a:gd name="csX6" fmla="*/ 67449 w 199793"/>
              <a:gd name="csY6" fmla="*/ 924787 h 932432"/>
              <a:gd name="csX7" fmla="*/ 6195 w 199793"/>
              <a:gd name="csY7" fmla="*/ 769290 h 932432"/>
              <a:gd name="csX8" fmla="*/ 619 w 199793"/>
              <a:gd name="csY8" fmla="*/ 462786 h 932432"/>
              <a:gd name="csX0" fmla="*/ 14326 w 199793"/>
              <a:gd name="csY0" fmla="*/ 15 h 926087"/>
              <a:gd name="csX1" fmla="*/ 156736 w 199793"/>
              <a:gd name="csY1" fmla="*/ 36567 h 926087"/>
              <a:gd name="csX2" fmla="*/ 182214 w 199793"/>
              <a:gd name="csY2" fmla="*/ 158223 h 926087"/>
              <a:gd name="csX3" fmla="*/ 195766 w 199793"/>
              <a:gd name="csY3" fmla="*/ 359797 h 926087"/>
              <a:gd name="csX4" fmla="*/ 198089 w 199793"/>
              <a:gd name="csY4" fmla="*/ 606905 h 926087"/>
              <a:gd name="csX5" fmla="*/ 172611 w 199793"/>
              <a:gd name="csY5" fmla="*/ 865784 h 926087"/>
              <a:gd name="csX6" fmla="*/ 67449 w 199793"/>
              <a:gd name="csY6" fmla="*/ 918442 h 926087"/>
              <a:gd name="csX7" fmla="*/ 6195 w 199793"/>
              <a:gd name="csY7" fmla="*/ 762945 h 926087"/>
              <a:gd name="csX8" fmla="*/ 619 w 199793"/>
              <a:gd name="csY8" fmla="*/ 456441 h 926087"/>
              <a:gd name="csX0" fmla="*/ 14326 w 201152"/>
              <a:gd name="csY0" fmla="*/ 15 h 926087"/>
              <a:gd name="csX1" fmla="*/ 156736 w 201152"/>
              <a:gd name="csY1" fmla="*/ 36567 h 926087"/>
              <a:gd name="csX2" fmla="*/ 182214 w 201152"/>
              <a:gd name="csY2" fmla="*/ 158223 h 926087"/>
              <a:gd name="csX3" fmla="*/ 198941 w 201152"/>
              <a:gd name="csY3" fmla="*/ 423297 h 926087"/>
              <a:gd name="csX4" fmla="*/ 198089 w 201152"/>
              <a:gd name="csY4" fmla="*/ 606905 h 926087"/>
              <a:gd name="csX5" fmla="*/ 172611 w 201152"/>
              <a:gd name="csY5" fmla="*/ 865784 h 926087"/>
              <a:gd name="csX6" fmla="*/ 67449 w 201152"/>
              <a:gd name="csY6" fmla="*/ 918442 h 926087"/>
              <a:gd name="csX7" fmla="*/ 6195 w 201152"/>
              <a:gd name="csY7" fmla="*/ 762945 h 926087"/>
              <a:gd name="csX8" fmla="*/ 619 w 201152"/>
              <a:gd name="csY8" fmla="*/ 456441 h 926087"/>
              <a:gd name="csX0" fmla="*/ 14326 w 200437"/>
              <a:gd name="csY0" fmla="*/ 38 h 926110"/>
              <a:gd name="csX1" fmla="*/ 156736 w 200437"/>
              <a:gd name="csY1" fmla="*/ 36590 h 926110"/>
              <a:gd name="csX2" fmla="*/ 194914 w 200437"/>
              <a:gd name="csY2" fmla="*/ 202696 h 926110"/>
              <a:gd name="csX3" fmla="*/ 198941 w 200437"/>
              <a:gd name="csY3" fmla="*/ 423320 h 926110"/>
              <a:gd name="csX4" fmla="*/ 198089 w 200437"/>
              <a:gd name="csY4" fmla="*/ 606928 h 926110"/>
              <a:gd name="csX5" fmla="*/ 172611 w 200437"/>
              <a:gd name="csY5" fmla="*/ 865807 h 926110"/>
              <a:gd name="csX6" fmla="*/ 67449 w 200437"/>
              <a:gd name="csY6" fmla="*/ 918465 h 926110"/>
              <a:gd name="csX7" fmla="*/ 6195 w 200437"/>
              <a:gd name="csY7" fmla="*/ 762968 h 926110"/>
              <a:gd name="csX8" fmla="*/ 619 w 200437"/>
              <a:gd name="csY8" fmla="*/ 456464 h 926110"/>
              <a:gd name="csX0" fmla="*/ 14326 w 200437"/>
              <a:gd name="csY0" fmla="*/ 280 h 926352"/>
              <a:gd name="csX1" fmla="*/ 140861 w 200437"/>
              <a:gd name="csY1" fmla="*/ 30482 h 926352"/>
              <a:gd name="csX2" fmla="*/ 194914 w 200437"/>
              <a:gd name="csY2" fmla="*/ 202938 h 926352"/>
              <a:gd name="csX3" fmla="*/ 198941 w 200437"/>
              <a:gd name="csY3" fmla="*/ 423562 h 926352"/>
              <a:gd name="csX4" fmla="*/ 198089 w 200437"/>
              <a:gd name="csY4" fmla="*/ 607170 h 926352"/>
              <a:gd name="csX5" fmla="*/ 172611 w 200437"/>
              <a:gd name="csY5" fmla="*/ 866049 h 926352"/>
              <a:gd name="csX6" fmla="*/ 67449 w 200437"/>
              <a:gd name="csY6" fmla="*/ 918707 h 926352"/>
              <a:gd name="csX7" fmla="*/ 6195 w 200437"/>
              <a:gd name="csY7" fmla="*/ 763210 h 926352"/>
              <a:gd name="csX8" fmla="*/ 619 w 200437"/>
              <a:gd name="csY8" fmla="*/ 456706 h 926352"/>
              <a:gd name="csX0" fmla="*/ 14326 w 200437"/>
              <a:gd name="csY0" fmla="*/ 2065 h 928137"/>
              <a:gd name="csX1" fmla="*/ 140861 w 200437"/>
              <a:gd name="csY1" fmla="*/ 32267 h 928137"/>
              <a:gd name="csX2" fmla="*/ 194914 w 200437"/>
              <a:gd name="csY2" fmla="*/ 204723 h 928137"/>
              <a:gd name="csX3" fmla="*/ 198941 w 200437"/>
              <a:gd name="csY3" fmla="*/ 425347 h 928137"/>
              <a:gd name="csX4" fmla="*/ 198089 w 200437"/>
              <a:gd name="csY4" fmla="*/ 608955 h 928137"/>
              <a:gd name="csX5" fmla="*/ 172611 w 200437"/>
              <a:gd name="csY5" fmla="*/ 867834 h 928137"/>
              <a:gd name="csX6" fmla="*/ 67449 w 200437"/>
              <a:gd name="csY6" fmla="*/ 920492 h 928137"/>
              <a:gd name="csX7" fmla="*/ 6195 w 200437"/>
              <a:gd name="csY7" fmla="*/ 764995 h 928137"/>
              <a:gd name="csX8" fmla="*/ 619 w 200437"/>
              <a:gd name="csY8" fmla="*/ 458491 h 928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437" h="928137">
                <a:moveTo>
                  <a:pt x="14326" y="2065"/>
                </a:moveTo>
                <a:cubicBezTo>
                  <a:pt x="51961" y="1601"/>
                  <a:pt x="85363" y="-11034"/>
                  <a:pt x="140861" y="32267"/>
                </a:cubicBezTo>
                <a:cubicBezTo>
                  <a:pt x="196359" y="75568"/>
                  <a:pt x="185234" y="139210"/>
                  <a:pt x="194914" y="204723"/>
                </a:cubicBezTo>
                <a:cubicBezTo>
                  <a:pt x="204594" y="270236"/>
                  <a:pt x="198412" y="357975"/>
                  <a:pt x="198941" y="425347"/>
                </a:cubicBezTo>
                <a:cubicBezTo>
                  <a:pt x="199470" y="492719"/>
                  <a:pt x="202477" y="535207"/>
                  <a:pt x="198089" y="608955"/>
                </a:cubicBezTo>
                <a:cubicBezTo>
                  <a:pt x="193701" y="682703"/>
                  <a:pt x="194384" y="815911"/>
                  <a:pt x="172611" y="867834"/>
                </a:cubicBezTo>
                <a:cubicBezTo>
                  <a:pt x="150838" y="919757"/>
                  <a:pt x="114235" y="940807"/>
                  <a:pt x="67449" y="920492"/>
                </a:cubicBezTo>
                <a:cubicBezTo>
                  <a:pt x="20663" y="900177"/>
                  <a:pt x="13629" y="843054"/>
                  <a:pt x="6195" y="764995"/>
                </a:cubicBezTo>
                <a:cubicBezTo>
                  <a:pt x="-1239" y="686937"/>
                  <a:pt x="-310" y="550489"/>
                  <a:pt x="619" y="458491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3" name="Правая фигурная скобка 182"/>
          <p:cNvSpPr/>
          <p:nvPr/>
        </p:nvSpPr>
        <p:spPr>
          <a:xfrm rot="5400000">
            <a:off x="7972469" y="2751918"/>
            <a:ext cx="134601" cy="2328098"/>
          </a:xfrm>
          <a:prstGeom prst="rightBrace">
            <a:avLst>
              <a:gd name="adj1" fmla="val 101754"/>
              <a:gd name="adj2" fmla="val 58359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396204" y="4016985"/>
                <a:ext cx="9087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𝑖𝑡𝑒𝑟𝑎𝑡𝑖𝑜𝑛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204" y="4016985"/>
                <a:ext cx="908775" cy="215444"/>
              </a:xfrm>
              <a:prstGeom prst="rect">
                <a:avLst/>
              </a:prstGeom>
              <a:blipFill>
                <a:blip r:embed="rId47"/>
                <a:stretch>
                  <a:fillRect l="-4027" r="-4027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/>
              <p:nvPr/>
            </p:nvSpPr>
            <p:spPr>
              <a:xfrm>
                <a:off x="7806928" y="195751"/>
                <a:ext cx="2797369" cy="2571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i="1"/>
                        <m:t>Superloop</m:t>
                      </m:r>
                      <m:r>
                        <m:rPr>
                          <m:nor/>
                        </m:rPr>
                        <a:rPr lang="en-US" sz="1600" i="1"/>
                        <m:t> </m:t>
                      </m:r>
                      <m:r>
                        <m:rPr>
                          <m:nor/>
                        </m:rPr>
                        <a:rPr lang="en-US" sz="1600" i="1"/>
                        <m:t>polling</m:t>
                      </m:r>
                      <m:r>
                        <m:rPr>
                          <m:nor/>
                        </m:rPr>
                        <a:rPr lang="en-US" sz="1600" i="1"/>
                        <m:t> </m:t>
                      </m:r>
                      <m:r>
                        <m:rPr>
                          <m:nor/>
                        </m:rPr>
                        <a:rPr lang="en-US" sz="1600" i="1"/>
                        <m:t>order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EF300A86-C87D-89D3-1B72-E8BE4D3E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928" y="195751"/>
                <a:ext cx="2797369" cy="257186"/>
              </a:xfrm>
              <a:prstGeom prst="rect">
                <a:avLst/>
              </a:prstGeom>
              <a:blipFill>
                <a:blip r:embed="rId48"/>
                <a:stretch>
                  <a:fillRect l="-1961" r="-65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/>
              <p:nvPr/>
            </p:nvSpPr>
            <p:spPr>
              <a:xfrm>
                <a:off x="2399367" y="4894919"/>
                <a:ext cx="485774" cy="247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4551D5-FB39-7618-983D-D6DB9002B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367" y="4894919"/>
                <a:ext cx="485774" cy="247375"/>
              </a:xfrm>
              <a:prstGeom prst="rect">
                <a:avLst/>
              </a:prstGeom>
              <a:blipFill>
                <a:blip r:embed="rId49"/>
                <a:stretch>
                  <a:fillRect l="-8861" r="-2532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/>
              <p:nvPr/>
            </p:nvSpPr>
            <p:spPr>
              <a:xfrm>
                <a:off x="2411791" y="5167643"/>
                <a:ext cx="485774" cy="247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ADD17AD-3054-5BBD-20B8-E0ABEA269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91" y="5167643"/>
                <a:ext cx="485774" cy="247888"/>
              </a:xfrm>
              <a:prstGeom prst="rect">
                <a:avLst/>
              </a:prstGeom>
              <a:blipFill>
                <a:blip r:embed="rId50"/>
                <a:stretch>
                  <a:fillRect l="-8861" r="-253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/>
              <p:nvPr/>
            </p:nvSpPr>
            <p:spPr>
              <a:xfrm>
                <a:off x="2982765" y="4684891"/>
                <a:ext cx="144364" cy="7367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1296CF-B81B-073B-FC7E-FEE4A556E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765" y="4684891"/>
                <a:ext cx="144364" cy="736740"/>
              </a:xfrm>
              <a:prstGeom prst="rect">
                <a:avLst/>
              </a:prstGeom>
              <a:blipFill>
                <a:blip r:embed="rId51"/>
                <a:stretch>
                  <a:fillRect l="-25000" r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/>
              <p:nvPr/>
            </p:nvSpPr>
            <p:spPr>
              <a:xfrm>
                <a:off x="4477720" y="4684891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F120849-1099-8E5D-C25C-851AD241C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720" y="4684891"/>
                <a:ext cx="238847" cy="736740"/>
              </a:xfrm>
              <a:prstGeom prst="rect">
                <a:avLst/>
              </a:prstGeom>
              <a:blipFill>
                <a:blip r:embed="rId52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2451401" y="4652906"/>
                <a:ext cx="40472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𝑐𝑢𝑟</m:t>
                          </m:r>
                        </m:sup>
                      </m:s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401" y="4652906"/>
                <a:ext cx="404726" cy="246221"/>
              </a:xfrm>
              <a:prstGeom prst="rect">
                <a:avLst/>
              </a:prstGeom>
              <a:blipFill>
                <a:blip r:embed="rId53"/>
                <a:stretch>
                  <a:fillRect l="-8955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/>
              <p:nvPr/>
            </p:nvSpPr>
            <p:spPr>
              <a:xfrm>
                <a:off x="5272564" y="4674898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1507FEC-07ED-4565-067B-B38359560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564" y="4674898"/>
                <a:ext cx="238847" cy="736740"/>
              </a:xfrm>
              <a:prstGeom prst="rect">
                <a:avLst/>
              </a:prstGeom>
              <a:blipFill>
                <a:blip r:embed="rId54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/>
              <p:nvPr/>
            </p:nvSpPr>
            <p:spPr>
              <a:xfrm>
                <a:off x="6067151" y="4686545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FA4F57-9017-1B6D-F285-F67B9D4B1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151" y="4686545"/>
                <a:ext cx="238847" cy="736740"/>
              </a:xfrm>
              <a:prstGeom prst="rect">
                <a:avLst/>
              </a:prstGeom>
              <a:blipFill>
                <a:blip r:embed="rId55"/>
                <a:stretch>
                  <a:fillRect l="-17949" r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6812698" y="4690907"/>
                <a:ext cx="238847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98" y="4690907"/>
                <a:ext cx="238847" cy="736740"/>
              </a:xfrm>
              <a:prstGeom prst="rect">
                <a:avLst/>
              </a:prstGeom>
              <a:blipFill>
                <a:blip r:embed="rId56"/>
                <a:stretch>
                  <a:fillRect l="-20513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8365658" y="4687311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658" y="4687311"/>
                <a:ext cx="338234" cy="736740"/>
              </a:xfrm>
              <a:prstGeom prst="rect">
                <a:avLst/>
              </a:prstGeom>
              <a:blipFill>
                <a:blip r:embed="rId57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9136069" y="4695876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069" y="4695876"/>
                <a:ext cx="338234" cy="736740"/>
              </a:xfrm>
              <a:prstGeom prst="rect">
                <a:avLst/>
              </a:prstGeom>
              <a:blipFill>
                <a:blip r:embed="rId58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416295" y="5831160"/>
                <a:ext cx="1366977" cy="193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𝑠𝑘𝑖𝑝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?→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𝑐𝑢𝑟</m:t>
                        </m:r>
                      </m:sup>
                    </m:sSup>
                  </m:oMath>
                </a14:m>
                <a:r>
                  <a:rPr lang="en-US" sz="1200" dirty="0"/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𝑛𝑒𝑥𝑡</m:t>
                        </m:r>
                      </m:sup>
                    </m:sSubSup>
                  </m:oMath>
                </a14:m>
                <a:r>
                  <a:rPr lang="en-US" sz="1200" dirty="0"/>
                  <a:t> </a:t>
                </a:r>
                <a:endParaRPr lang="en-RU" sz="1200" dirty="0"/>
              </a:p>
            </p:txBody>
          </p:sp>
        </mc:Choice>
        <mc:Fallback xmlns="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295" y="5831160"/>
                <a:ext cx="1366977" cy="193515"/>
              </a:xfrm>
              <a:prstGeom prst="rect">
                <a:avLst/>
              </a:prstGeom>
              <a:blipFill>
                <a:blip r:embed="rId59"/>
                <a:stretch>
                  <a:fillRect l="-5333" t="-19355" b="-5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194066" y="5779336"/>
                <a:ext cx="459998" cy="163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1050" dirty="0">
                    <a:solidFill>
                      <a:srgbClr val="FF0000"/>
                    </a:solidFill>
                  </a:rPr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066" y="5779336"/>
                <a:ext cx="459998" cy="163763"/>
              </a:xfrm>
              <a:prstGeom prst="rect">
                <a:avLst/>
              </a:prstGeom>
              <a:blipFill>
                <a:blip r:embed="rId60"/>
                <a:stretch>
                  <a:fillRect l="-10526" t="-22222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130397" y="5863810"/>
                <a:ext cx="461601" cy="167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397" y="5863810"/>
                <a:ext cx="461601" cy="167097"/>
              </a:xfrm>
              <a:prstGeom prst="rect">
                <a:avLst/>
              </a:prstGeom>
              <a:blipFill>
                <a:blip r:embed="rId61"/>
                <a:stretch>
                  <a:fillRect l="-10667" t="-18519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4388332" y="5864396"/>
                <a:ext cx="459998" cy="163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332" y="5864396"/>
                <a:ext cx="459998" cy="163506"/>
              </a:xfrm>
              <a:prstGeom prst="rect">
                <a:avLst/>
              </a:prstGeom>
              <a:blipFill>
                <a:blip r:embed="rId62"/>
                <a:stretch>
                  <a:fillRect l="-10667" t="-22222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6684389" y="5865757"/>
                <a:ext cx="459998" cy="163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ru-RU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389" y="5865757"/>
                <a:ext cx="459998" cy="163122"/>
              </a:xfrm>
              <a:prstGeom prst="rect">
                <a:avLst/>
              </a:prstGeom>
              <a:blipFill>
                <a:blip r:embed="rId63"/>
                <a:stretch>
                  <a:fillRect l="-12000" t="-22222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198075" y="5958151"/>
                <a:ext cx="476862" cy="172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n-US" sz="1050" b="1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075" y="5958151"/>
                <a:ext cx="476862" cy="172868"/>
              </a:xfrm>
              <a:prstGeom prst="rect">
                <a:avLst/>
              </a:prstGeom>
              <a:blipFill>
                <a:blip r:embed="rId64"/>
                <a:stretch>
                  <a:fillRect l="-10256" t="-17241" b="-44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8321421" y="5859502"/>
                <a:ext cx="459998" cy="1642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ru-RU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421" y="5859502"/>
                <a:ext cx="459998" cy="164276"/>
              </a:xfrm>
              <a:prstGeom prst="rect">
                <a:avLst/>
              </a:prstGeom>
              <a:blipFill>
                <a:blip r:embed="rId65"/>
                <a:stretch>
                  <a:fillRect l="-10526" t="-22222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1339017" y="5476758"/>
                <a:ext cx="1520160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𝑚𝑖𝑠𝑠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?→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𝑐𝑢𝑟</m:t>
                        </m:r>
                      </m:sup>
                    </m:sSup>
                  </m:oMath>
                </a14:m>
                <a:r>
                  <a:rPr lang="en-US" sz="1200" dirty="0"/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12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RU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RU" sz="12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017" y="5476758"/>
                <a:ext cx="1520160" cy="199542"/>
              </a:xfrm>
              <a:prstGeom prst="rect">
                <a:avLst/>
              </a:prstGeom>
              <a:blipFill>
                <a:blip r:embed="rId66"/>
                <a:stretch>
                  <a:fillRect l="-3614" t="-15152" r="-1606" b="-48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4188530" y="5513282"/>
                <a:ext cx="708784" cy="163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530" y="5513282"/>
                <a:ext cx="708784" cy="163186"/>
              </a:xfrm>
              <a:prstGeom prst="rect">
                <a:avLst/>
              </a:prstGeom>
              <a:blipFill>
                <a:blip r:embed="rId67"/>
                <a:stretch>
                  <a:fillRect l="-6897" t="-22222" r="-2586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5077747" y="5519441"/>
                <a:ext cx="708784" cy="163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1050" dirty="0">
                    <a:solidFill>
                      <a:srgbClr val="FF0000"/>
                    </a:solidFill>
                  </a:rPr>
                  <a:t> 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05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>
                    <a:solidFill>
                      <a:srgbClr val="FF0000"/>
                    </a:solidFill>
                  </a:rPr>
                  <a:t> </a:t>
                </a:r>
                <a:endParaRPr lang="en-RU" sz="105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747" y="5519441"/>
                <a:ext cx="708784" cy="163443"/>
              </a:xfrm>
              <a:prstGeom prst="rect">
                <a:avLst/>
              </a:prstGeom>
              <a:blipFill>
                <a:blip r:embed="rId68"/>
                <a:stretch>
                  <a:fillRect l="-6897" t="-22222" r="-1724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6605976" y="5530156"/>
                <a:ext cx="711670" cy="164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976" y="5530156"/>
                <a:ext cx="711670" cy="164597"/>
              </a:xfrm>
              <a:prstGeom prst="rect">
                <a:avLst/>
              </a:prstGeom>
              <a:blipFill>
                <a:blip r:embed="rId69"/>
                <a:stretch>
                  <a:fillRect l="-7759" t="-22222" r="-1724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8203281" y="5529879"/>
                <a:ext cx="711670" cy="163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281" y="5529879"/>
                <a:ext cx="711670" cy="163506"/>
              </a:xfrm>
              <a:prstGeom prst="rect">
                <a:avLst/>
              </a:prstGeom>
              <a:blipFill>
                <a:blip r:embed="rId70"/>
                <a:stretch>
                  <a:fillRect l="-6897" t="-22222" r="-1724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/>
              <p:nvPr/>
            </p:nvSpPr>
            <p:spPr>
              <a:xfrm>
                <a:off x="9872525" y="4695339"/>
                <a:ext cx="338234" cy="736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RU" sz="1400" dirty="0"/>
              </a:p>
            </p:txBody>
          </p:sp>
        </mc:Choice>
        <mc:Fallback xmlns="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4F9DCDFD-4301-64A7-153F-B3ED6A940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525" y="4695339"/>
                <a:ext cx="338234" cy="736740"/>
              </a:xfrm>
              <a:prstGeom prst="rect">
                <a:avLst/>
              </a:prstGeom>
              <a:blipFill>
                <a:blip r:embed="rId71"/>
                <a:stretch>
                  <a:fillRect l="-10909" r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028867" y="5533288"/>
                <a:ext cx="711670" cy="163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8867" y="5533288"/>
                <a:ext cx="711670" cy="163122"/>
              </a:xfrm>
              <a:prstGeom prst="rect">
                <a:avLst/>
              </a:prstGeom>
              <a:blipFill>
                <a:blip r:embed="rId72"/>
                <a:stretch>
                  <a:fillRect l="-6838" t="-23077" r="-855" b="-5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Прямая соединительная линия 15"/>
          <p:cNvCxnSpPr/>
          <p:nvPr/>
        </p:nvCxnSpPr>
        <p:spPr>
          <a:xfrm>
            <a:off x="1290699" y="4870428"/>
            <a:ext cx="10272361" cy="529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Прямая соединительная линия 218"/>
          <p:cNvCxnSpPr/>
          <p:nvPr/>
        </p:nvCxnSpPr>
        <p:spPr>
          <a:xfrm flipV="1">
            <a:off x="1284683" y="5178943"/>
            <a:ext cx="10291585" cy="1566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Прямая соединительная линия 223"/>
          <p:cNvCxnSpPr/>
          <p:nvPr/>
        </p:nvCxnSpPr>
        <p:spPr>
          <a:xfrm>
            <a:off x="1296714" y="5441075"/>
            <a:ext cx="10266345" cy="2255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Прямая соединительная линия 224"/>
          <p:cNvCxnSpPr/>
          <p:nvPr/>
        </p:nvCxnSpPr>
        <p:spPr>
          <a:xfrm flipV="1">
            <a:off x="1296715" y="5748742"/>
            <a:ext cx="10281942" cy="4641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Прямая соединительная линия 225"/>
          <p:cNvCxnSpPr/>
          <p:nvPr/>
        </p:nvCxnSpPr>
        <p:spPr>
          <a:xfrm>
            <a:off x="1300627" y="6131019"/>
            <a:ext cx="10275640" cy="4803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Прямая соединительная линия 234"/>
          <p:cNvCxnSpPr/>
          <p:nvPr/>
        </p:nvCxnSpPr>
        <p:spPr>
          <a:xfrm flipV="1">
            <a:off x="2897565" y="4617979"/>
            <a:ext cx="0" cy="15405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Прямая соединительная линия 235"/>
          <p:cNvCxnSpPr/>
          <p:nvPr/>
        </p:nvCxnSpPr>
        <p:spPr>
          <a:xfrm flipV="1">
            <a:off x="3216020" y="4617979"/>
            <a:ext cx="0" cy="15405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Прямая соединительная линия 236"/>
          <p:cNvCxnSpPr/>
          <p:nvPr/>
        </p:nvCxnSpPr>
        <p:spPr>
          <a:xfrm flipV="1">
            <a:off x="4986207" y="4617979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Прямая соединительная линия 237"/>
          <p:cNvCxnSpPr/>
          <p:nvPr/>
        </p:nvCxnSpPr>
        <p:spPr>
          <a:xfrm flipV="1">
            <a:off x="5894091" y="4617979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Прямая соединительная линия 238"/>
          <p:cNvCxnSpPr/>
          <p:nvPr/>
        </p:nvCxnSpPr>
        <p:spPr>
          <a:xfrm flipV="1">
            <a:off x="6528220" y="4612335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Прямая соединительная линия 239"/>
          <p:cNvCxnSpPr/>
          <p:nvPr/>
        </p:nvCxnSpPr>
        <p:spPr>
          <a:xfrm flipH="1" flipV="1">
            <a:off x="8082437" y="4626240"/>
            <a:ext cx="2673" cy="15595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Прямая соединительная линия 240"/>
          <p:cNvCxnSpPr/>
          <p:nvPr/>
        </p:nvCxnSpPr>
        <p:spPr>
          <a:xfrm flipV="1">
            <a:off x="8966178" y="4684471"/>
            <a:ext cx="0" cy="149042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Прямая соединительная линия 241"/>
          <p:cNvCxnSpPr/>
          <p:nvPr/>
        </p:nvCxnSpPr>
        <p:spPr>
          <a:xfrm flipH="1" flipV="1">
            <a:off x="9740536" y="4626240"/>
            <a:ext cx="19474" cy="156276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819853" y="5523256"/>
                <a:ext cx="711670" cy="167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endParaRPr lang="en-RU" sz="105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9853" y="5523256"/>
                <a:ext cx="711670" cy="167097"/>
              </a:xfrm>
              <a:prstGeom prst="rect">
                <a:avLst/>
              </a:prstGeom>
              <a:blipFill>
                <a:blip r:embed="rId73"/>
                <a:stretch>
                  <a:fillRect l="-6838" t="-18519" r="-855" b="-5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9872525" y="5846692"/>
                <a:ext cx="461601" cy="1647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 sz="1050" dirty="0">
                    <a:solidFill>
                      <a:schemeClr val="accent6">
                        <a:lumMod val="75000"/>
                      </a:schemeClr>
                    </a:solidFill>
                  </a:rPr>
                  <a:t> &lt;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</m:oMath>
                </a14:m>
                <a:r>
                  <a:rPr lang="en-US" sz="1050" dirty="0"/>
                  <a:t> </a:t>
                </a:r>
                <a:endParaRPr lang="en-RU" sz="105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525" y="5846692"/>
                <a:ext cx="461601" cy="164789"/>
              </a:xfrm>
              <a:prstGeom prst="rect">
                <a:avLst/>
              </a:prstGeom>
              <a:blipFill>
                <a:blip r:embed="rId74"/>
                <a:stretch>
                  <a:fillRect l="-10667" t="-22222" b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7" name="Прямая соединительная линия 246"/>
          <p:cNvCxnSpPr/>
          <p:nvPr/>
        </p:nvCxnSpPr>
        <p:spPr>
          <a:xfrm>
            <a:off x="1339016" y="4623585"/>
            <a:ext cx="10237251" cy="607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Прямая соединительная линия 247"/>
          <p:cNvCxnSpPr/>
          <p:nvPr/>
        </p:nvCxnSpPr>
        <p:spPr>
          <a:xfrm flipV="1">
            <a:off x="4133974" y="4619979"/>
            <a:ext cx="0" cy="15610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40767" y="5509750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767" y="5509750"/>
                <a:ext cx="150682" cy="184666"/>
              </a:xfrm>
              <a:prstGeom prst="rect">
                <a:avLst/>
              </a:prstGeom>
              <a:blipFill>
                <a:blip r:embed="rId75"/>
                <a:stretch>
                  <a:fillRect l="-8000" r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42768" y="5866689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768" y="5866689"/>
                <a:ext cx="150682" cy="184666"/>
              </a:xfrm>
              <a:prstGeom prst="rect">
                <a:avLst/>
              </a:prstGeom>
              <a:blipFill>
                <a:blip r:embed="rId76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36644" y="4952423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644" y="4952423"/>
                <a:ext cx="150682" cy="184666"/>
              </a:xfrm>
              <a:prstGeom prst="rect">
                <a:avLst/>
              </a:prstGeom>
              <a:blipFill>
                <a:blip r:embed="rId76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44658" y="5231154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658" y="5231154"/>
                <a:ext cx="150682" cy="184666"/>
              </a:xfrm>
              <a:prstGeom prst="rect">
                <a:avLst/>
              </a:prstGeom>
              <a:blipFill>
                <a:blip r:embed="rId7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3544661" y="4677699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661" y="4677699"/>
                <a:ext cx="150682" cy="184666"/>
              </a:xfrm>
              <a:prstGeom prst="rect">
                <a:avLst/>
              </a:prstGeom>
              <a:blipFill>
                <a:blip r:embed="rId77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2" name="Прямая соединительная линия 261"/>
          <p:cNvCxnSpPr/>
          <p:nvPr/>
        </p:nvCxnSpPr>
        <p:spPr>
          <a:xfrm flipH="1" flipV="1">
            <a:off x="7434731" y="4622225"/>
            <a:ext cx="2673" cy="15595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75817" y="5517813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817" y="5517813"/>
                <a:ext cx="150682" cy="184666"/>
              </a:xfrm>
              <a:prstGeom prst="rect">
                <a:avLst/>
              </a:prstGeom>
              <a:blipFill>
                <a:blip r:embed="rId78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77818" y="5874752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818" y="5874752"/>
                <a:ext cx="150682" cy="184666"/>
              </a:xfrm>
              <a:prstGeom prst="rect">
                <a:avLst/>
              </a:prstGeom>
              <a:blipFill>
                <a:blip r:embed="rId7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71693" y="4960486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693" y="4960486"/>
                <a:ext cx="150682" cy="184666"/>
              </a:xfrm>
              <a:prstGeom prst="rect">
                <a:avLst/>
              </a:prstGeom>
              <a:blipFill>
                <a:blip r:embed="rId75"/>
                <a:stretch>
                  <a:fillRect l="-4000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79707" y="5239216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707" y="5239216"/>
                <a:ext cx="150682" cy="184666"/>
              </a:xfrm>
              <a:prstGeom prst="rect">
                <a:avLst/>
              </a:prstGeom>
              <a:blipFill>
                <a:blip r:embed="rId77"/>
                <a:stretch>
                  <a:fillRect l="-8000" r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7679709" y="4685763"/>
                <a:ext cx="1506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RU" sz="12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709" y="4685763"/>
                <a:ext cx="150682" cy="184666"/>
              </a:xfrm>
              <a:prstGeom prst="rect">
                <a:avLst/>
              </a:prstGeom>
              <a:blipFill>
                <a:blip r:embed="rId75"/>
                <a:stretch>
                  <a:fillRect l="-8000" r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Прямоугольник 61"/>
          <p:cNvSpPr/>
          <p:nvPr/>
        </p:nvSpPr>
        <p:spPr>
          <a:xfrm>
            <a:off x="2913595" y="4663776"/>
            <a:ext cx="289193" cy="1457289"/>
          </a:xfrm>
          <a:prstGeom prst="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17"/>
          </a:p>
        </p:txBody>
      </p:sp>
      <p:cxnSp>
        <p:nvCxnSpPr>
          <p:cNvPr id="64" name="Прямая со стрелкой 63"/>
          <p:cNvCxnSpPr>
            <a:stCxn id="62" idx="2"/>
          </p:cNvCxnSpPr>
          <p:nvPr/>
        </p:nvCxnSpPr>
        <p:spPr>
          <a:xfrm flipH="1">
            <a:off x="2345865" y="6121065"/>
            <a:ext cx="712326" cy="46021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/>
              <p:nvPr/>
            </p:nvSpPr>
            <p:spPr>
              <a:xfrm>
                <a:off x="2074775" y="6577702"/>
                <a:ext cx="38170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𝑖𝑛𝑖𝑡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E64389DC-3A52-4AE3-A346-09A38E928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775" y="6577702"/>
                <a:ext cx="381708" cy="246221"/>
              </a:xfrm>
              <a:prstGeom prst="rect">
                <a:avLst/>
              </a:prstGeom>
              <a:blipFill>
                <a:blip r:embed="rId79"/>
                <a:stretch>
                  <a:fillRect l="-11111" r="-9524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982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Box 301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7841345" y="173542"/>
            <a:ext cx="3318665" cy="24622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600" dirty="0"/>
              <a:t>Simplified pseudocode of the </a:t>
            </a:r>
            <a:r>
              <a:rPr lang="en-US" sz="1600" dirty="0" err="1"/>
              <a:t>superloop</a:t>
            </a:r>
            <a:endParaRPr lang="en-RU" sz="15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03C96D16-4935-5AE5-9CA2-0C7A8A588C43}"/>
              </a:ext>
            </a:extLst>
          </p:cNvPr>
          <p:cNvSpPr txBox="1"/>
          <p:nvPr/>
        </p:nvSpPr>
        <p:spPr>
          <a:xfrm>
            <a:off x="2177" y="-34981"/>
            <a:ext cx="3911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RU" sz="2000" dirty="0"/>
              <a:t>Superloop Scheduler: Key Principles</a:t>
            </a:r>
          </a:p>
        </p:txBody>
      </p:sp>
      <p:sp>
        <p:nvSpPr>
          <p:cNvPr id="317" name="Rectangle 769">
            <a:extLst>
              <a:ext uri="{FF2B5EF4-FFF2-40B4-BE49-F238E27FC236}">
                <a16:creationId xmlns:a16="http://schemas.microsoft.com/office/drawing/2014/main" id="{18EFE200-5563-F534-DD92-98D5A8C2F86E}"/>
              </a:ext>
            </a:extLst>
          </p:cNvPr>
          <p:cNvSpPr/>
          <p:nvPr/>
        </p:nvSpPr>
        <p:spPr>
          <a:xfrm flipH="1">
            <a:off x="10089534" y="5440025"/>
            <a:ext cx="629844" cy="289752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1E2B97C9-D84C-05A6-CBF1-D706C261225B}"/>
              </a:ext>
            </a:extLst>
          </p:cNvPr>
          <p:cNvGrpSpPr/>
          <p:nvPr/>
        </p:nvGrpSpPr>
        <p:grpSpPr>
          <a:xfrm>
            <a:off x="7063995" y="5406726"/>
            <a:ext cx="4800288" cy="1019036"/>
            <a:chOff x="7063995" y="5406726"/>
            <a:chExt cx="4800288" cy="1019036"/>
          </a:xfrm>
        </p:grpSpPr>
        <p:sp>
          <p:nvSpPr>
            <p:cNvPr id="313" name="Rectangle 769">
              <a:extLst>
                <a:ext uri="{FF2B5EF4-FFF2-40B4-BE49-F238E27FC236}">
                  <a16:creationId xmlns:a16="http://schemas.microsoft.com/office/drawing/2014/main" id="{18EFE200-5563-F534-DD92-98D5A8C2F86E}"/>
                </a:ext>
              </a:extLst>
            </p:cNvPr>
            <p:cNvSpPr/>
            <p:nvPr/>
          </p:nvSpPr>
          <p:spPr>
            <a:xfrm flipH="1">
              <a:off x="7632450" y="5406726"/>
              <a:ext cx="561752" cy="289752"/>
            </a:xfrm>
            <a:prstGeom prst="rect">
              <a:avLst/>
            </a:prstGeom>
            <a:pattFill prst="wdUpDiag">
              <a:fgClr>
                <a:srgbClr val="C00000"/>
              </a:fgClr>
              <a:bgClr>
                <a:schemeClr val="bg1"/>
              </a:bgClr>
            </a:pattFill>
            <a:ln w="12700" cmpd="sng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TextBox 313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8250919" y="5451831"/>
                  <a:ext cx="550087" cy="19069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𝑚𝑖𝑠𝑠</m:t>
                        </m:r>
                      </m:oMath>
                    </m:oMathPara>
                  </a14:m>
                  <a:endParaRPr lang="en-RU" sz="1200" dirty="0"/>
                </a:p>
              </p:txBody>
            </p:sp>
          </mc:Choice>
          <mc:Fallback xmlns="">
            <p:sp>
              <p:nvSpPr>
                <p:cNvPr id="314" name="TextBox 313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0919" y="5451831"/>
                  <a:ext cx="550087" cy="190693"/>
                </a:xfrm>
                <a:prstGeom prst="rect">
                  <a:avLst/>
                </a:prstGeom>
                <a:blipFill>
                  <a:blip r:embed="rId2"/>
                  <a:stretch>
                    <a:fillRect l="-6593" r="-5495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5" name="Straight Connector 90">
              <a:extLst>
                <a:ext uri="{FF2B5EF4-FFF2-40B4-BE49-F238E27FC236}">
                  <a16:creationId xmlns:a16="http://schemas.microsoft.com/office/drawing/2014/main" id="{DC6DC92F-EB95-9110-8B93-477E92CE72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9552" y="5416613"/>
              <a:ext cx="1346" cy="281191"/>
            </a:xfrm>
            <a:prstGeom prst="line">
              <a:avLst/>
            </a:prstGeom>
            <a:ln w="3810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6" name="TextBox 315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9096528" y="5457847"/>
                  <a:ext cx="80829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𝐽𝑜𝑏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𝑟𝑒𝑙𝑒𝑎𝑠𝑒</m:t>
                        </m:r>
                      </m:oMath>
                    </m:oMathPara>
                  </a14:m>
                  <a:endParaRPr lang="en-RU" sz="1200" i="1" dirty="0"/>
                </a:p>
              </p:txBody>
            </p:sp>
          </mc:Choice>
          <mc:Fallback xmlns="">
            <p:sp>
              <p:nvSpPr>
                <p:cNvPr id="316" name="TextBox 315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6528" y="5457847"/>
                  <a:ext cx="808298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6015" t="-3226" r="-3759" b="-258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10825921" y="5460698"/>
                  <a:ext cx="85792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𝐽𝑜𝑏</m:t>
                      </m:r>
                    </m:oMath>
                  </a14:m>
                  <a:r>
                    <a:rPr lang="en-US" sz="1200" dirty="0"/>
                    <a:t> </a:t>
                  </a:r>
                  <a:r>
                    <a:rPr lang="en-US" sz="1200" i="1" dirty="0"/>
                    <a:t>execution</a:t>
                  </a:r>
                  <a:endParaRPr lang="en-RU" sz="1200" i="1" dirty="0"/>
                </a:p>
              </p:txBody>
            </p:sp>
          </mc:Choice>
          <mc:Fallback xmlns=""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5921" y="5460698"/>
                  <a:ext cx="857927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8511" t="-26667" r="-9220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0" name="Правая фигурная скобка 319"/>
            <p:cNvSpPr/>
            <p:nvPr/>
          </p:nvSpPr>
          <p:spPr>
            <a:xfrm>
              <a:off x="7063995" y="5746169"/>
              <a:ext cx="164223" cy="662577"/>
            </a:xfrm>
            <a:prstGeom prst="rightBrace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sz="2117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7392004" y="5892791"/>
                  <a:ext cx="190116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200" i="1"/>
                          <m:t>Busy</m:t>
                        </m:r>
                        <m:r>
                          <m:rPr>
                            <m:nor/>
                          </m:rPr>
                          <a:rPr lang="en-US" sz="1200" i="1"/>
                          <m:t> </m:t>
                        </m:r>
                        <m:r>
                          <m:rPr>
                            <m:nor/>
                          </m:rPr>
                          <a:rPr lang="en-US" sz="1200" i="1"/>
                          <m:t>polling</m:t>
                        </m:r>
                        <m:r>
                          <m:rPr>
                            <m:nor/>
                          </m:rPr>
                          <a:rPr lang="en-US" sz="1200" i="1"/>
                          <m:t>: </m:t>
                        </m:r>
                      </m:oMath>
                    </m:oMathPara>
                  </a14:m>
                  <a:endParaRPr lang="en-US" sz="1200" i="1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200" i="1"/>
                          <m:t>repeated</m:t>
                        </m:r>
                        <m:r>
                          <m:rPr>
                            <m:nor/>
                          </m:rPr>
                          <a:rPr lang="en-US" sz="1200" i="1"/>
                          <m:t> </m:t>
                        </m:r>
                        <m:r>
                          <m:rPr>
                            <m:nor/>
                          </m:rPr>
                          <a:rPr lang="en-US" sz="1200" i="1"/>
                          <m:t>while</m:t>
                        </m:r>
                        <m:r>
                          <m:rPr>
                            <m:nor/>
                          </m:rPr>
                          <a:rPr lang="en-US" sz="1200" i="1"/>
                          <m:t> </m:t>
                        </m:r>
                        <m:r>
                          <m:rPr>
                            <m:nor/>
                          </m:rPr>
                          <a:rPr lang="en-US" sz="1200" i="1"/>
                          <m:t>loop</m:t>
                        </m:r>
                        <m:r>
                          <m:rPr>
                            <m:nor/>
                          </m:rPr>
                          <a:rPr lang="en-US" sz="1200" i="1"/>
                          <m:t> </m:t>
                        </m:r>
                        <m:r>
                          <m:rPr>
                            <m:nor/>
                          </m:rPr>
                          <a:rPr lang="en-US" sz="1200" i="1"/>
                          <m:t>iterations</m:t>
                        </m:r>
                      </m:oMath>
                    </m:oMathPara>
                  </a14:m>
                  <a:endParaRPr lang="en-RU" sz="1200" i="1" dirty="0"/>
                </a:p>
              </p:txBody>
            </p:sp>
          </mc:Choice>
          <mc:Fallback xmlns=""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2004" y="5892791"/>
                  <a:ext cx="1901161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251" r="-1929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8" name="Freeform 660">
              <a:extLst>
                <a:ext uri="{FF2B5EF4-FFF2-40B4-BE49-F238E27FC236}">
                  <a16:creationId xmlns:a16="http://schemas.microsoft.com/office/drawing/2014/main" id="{157A0E8F-EEFC-747F-15AD-F7DDA2738949}"/>
                </a:ext>
              </a:extLst>
            </p:cNvPr>
            <p:cNvSpPr/>
            <p:nvPr/>
          </p:nvSpPr>
          <p:spPr>
            <a:xfrm>
              <a:off x="9811031" y="5833557"/>
              <a:ext cx="114717" cy="592205"/>
            </a:xfrm>
            <a:custGeom>
              <a:avLst/>
              <a:gdLst>
                <a:gd name="csX0" fmla="*/ 61951 w 195766"/>
                <a:gd name="csY0" fmla="*/ 178 h 936906"/>
                <a:gd name="csX1" fmla="*/ 156736 w 195766"/>
                <a:gd name="csY1" fmla="*/ 11330 h 936906"/>
                <a:gd name="csX2" fmla="*/ 179039 w 195766"/>
                <a:gd name="csY2" fmla="*/ 72661 h 936906"/>
                <a:gd name="csX3" fmla="*/ 195766 w 195766"/>
                <a:gd name="csY3" fmla="*/ 290110 h 936906"/>
                <a:gd name="csX4" fmla="*/ 179039 w 195766"/>
                <a:gd name="csY4" fmla="*/ 591193 h 936906"/>
                <a:gd name="csX5" fmla="*/ 156736 w 195766"/>
                <a:gd name="csY5" fmla="*/ 853247 h 936906"/>
                <a:gd name="csX6" fmla="*/ 45224 w 195766"/>
                <a:gd name="csY6" fmla="*/ 931305 h 936906"/>
                <a:gd name="csX7" fmla="*/ 6195 w 195766"/>
                <a:gd name="csY7" fmla="*/ 725008 h 936906"/>
                <a:gd name="csX8" fmla="*/ 619 w 195766"/>
                <a:gd name="csY8" fmla="*/ 462954 h 936906"/>
                <a:gd name="csX0" fmla="*/ 61951 w 201083"/>
                <a:gd name="csY0" fmla="*/ 178 h 936626"/>
                <a:gd name="csX1" fmla="*/ 156736 w 201083"/>
                <a:gd name="csY1" fmla="*/ 11330 h 936626"/>
                <a:gd name="csX2" fmla="*/ 179039 w 201083"/>
                <a:gd name="csY2" fmla="*/ 72661 h 936626"/>
                <a:gd name="csX3" fmla="*/ 195766 w 201083"/>
                <a:gd name="csY3" fmla="*/ 290110 h 936626"/>
                <a:gd name="csX4" fmla="*/ 198089 w 201083"/>
                <a:gd name="csY4" fmla="*/ 613418 h 936626"/>
                <a:gd name="csX5" fmla="*/ 156736 w 201083"/>
                <a:gd name="csY5" fmla="*/ 853247 h 936626"/>
                <a:gd name="csX6" fmla="*/ 45224 w 201083"/>
                <a:gd name="csY6" fmla="*/ 931305 h 936626"/>
                <a:gd name="csX7" fmla="*/ 6195 w 201083"/>
                <a:gd name="csY7" fmla="*/ 725008 h 936626"/>
                <a:gd name="csX8" fmla="*/ 619 w 201083"/>
                <a:gd name="csY8" fmla="*/ 462954 h 936626"/>
                <a:gd name="csX0" fmla="*/ 61951 w 199907"/>
                <a:gd name="csY0" fmla="*/ 178 h 939906"/>
                <a:gd name="csX1" fmla="*/ 156736 w 199907"/>
                <a:gd name="csY1" fmla="*/ 11330 h 939906"/>
                <a:gd name="csX2" fmla="*/ 179039 w 199907"/>
                <a:gd name="csY2" fmla="*/ 72661 h 939906"/>
                <a:gd name="csX3" fmla="*/ 195766 w 199907"/>
                <a:gd name="csY3" fmla="*/ 290110 h 939906"/>
                <a:gd name="csX4" fmla="*/ 198089 w 199907"/>
                <a:gd name="csY4" fmla="*/ 613418 h 939906"/>
                <a:gd name="csX5" fmla="*/ 172611 w 199907"/>
                <a:gd name="csY5" fmla="*/ 872297 h 939906"/>
                <a:gd name="csX6" fmla="*/ 45224 w 199907"/>
                <a:gd name="csY6" fmla="*/ 931305 h 939906"/>
                <a:gd name="csX7" fmla="*/ 6195 w 199907"/>
                <a:gd name="csY7" fmla="*/ 725008 h 939906"/>
                <a:gd name="csX8" fmla="*/ 619 w 199907"/>
                <a:gd name="csY8" fmla="*/ 462954 h 939906"/>
                <a:gd name="csX0" fmla="*/ 61951 w 199907"/>
                <a:gd name="csY0" fmla="*/ 178 h 936876"/>
                <a:gd name="csX1" fmla="*/ 156736 w 199907"/>
                <a:gd name="csY1" fmla="*/ 11330 h 936876"/>
                <a:gd name="csX2" fmla="*/ 179039 w 199907"/>
                <a:gd name="csY2" fmla="*/ 72661 h 936876"/>
                <a:gd name="csX3" fmla="*/ 195766 w 199907"/>
                <a:gd name="csY3" fmla="*/ 290110 h 936876"/>
                <a:gd name="csX4" fmla="*/ 198089 w 199907"/>
                <a:gd name="csY4" fmla="*/ 613418 h 936876"/>
                <a:gd name="csX5" fmla="*/ 172611 w 199907"/>
                <a:gd name="csY5" fmla="*/ 872297 h 936876"/>
                <a:gd name="csX6" fmla="*/ 45224 w 199907"/>
                <a:gd name="csY6" fmla="*/ 931305 h 936876"/>
                <a:gd name="csX7" fmla="*/ 6195 w 199907"/>
                <a:gd name="csY7" fmla="*/ 769458 h 936876"/>
                <a:gd name="csX8" fmla="*/ 619 w 199907"/>
                <a:gd name="csY8" fmla="*/ 462954 h 936876"/>
                <a:gd name="csX0" fmla="*/ 61951 w 199907"/>
                <a:gd name="csY0" fmla="*/ 178 h 931261"/>
                <a:gd name="csX1" fmla="*/ 156736 w 199907"/>
                <a:gd name="csY1" fmla="*/ 11330 h 931261"/>
                <a:gd name="csX2" fmla="*/ 179039 w 199907"/>
                <a:gd name="csY2" fmla="*/ 72661 h 931261"/>
                <a:gd name="csX3" fmla="*/ 195766 w 199907"/>
                <a:gd name="csY3" fmla="*/ 290110 h 931261"/>
                <a:gd name="csX4" fmla="*/ 198089 w 199907"/>
                <a:gd name="csY4" fmla="*/ 613418 h 931261"/>
                <a:gd name="csX5" fmla="*/ 172611 w 199907"/>
                <a:gd name="csY5" fmla="*/ 872297 h 931261"/>
                <a:gd name="csX6" fmla="*/ 67449 w 199907"/>
                <a:gd name="csY6" fmla="*/ 924955 h 931261"/>
                <a:gd name="csX7" fmla="*/ 6195 w 199907"/>
                <a:gd name="csY7" fmla="*/ 769458 h 931261"/>
                <a:gd name="csX8" fmla="*/ 619 w 199907"/>
                <a:gd name="csY8" fmla="*/ 462954 h 931261"/>
                <a:gd name="csX0" fmla="*/ 61951 w 199907"/>
                <a:gd name="csY0" fmla="*/ 178 h 932600"/>
                <a:gd name="csX1" fmla="*/ 156736 w 199907"/>
                <a:gd name="csY1" fmla="*/ 11330 h 932600"/>
                <a:gd name="csX2" fmla="*/ 179039 w 199907"/>
                <a:gd name="csY2" fmla="*/ 72661 h 932600"/>
                <a:gd name="csX3" fmla="*/ 195766 w 199907"/>
                <a:gd name="csY3" fmla="*/ 290110 h 932600"/>
                <a:gd name="csX4" fmla="*/ 198089 w 199907"/>
                <a:gd name="csY4" fmla="*/ 613418 h 932600"/>
                <a:gd name="csX5" fmla="*/ 172611 w 199907"/>
                <a:gd name="csY5" fmla="*/ 872297 h 932600"/>
                <a:gd name="csX6" fmla="*/ 67449 w 199907"/>
                <a:gd name="csY6" fmla="*/ 924955 h 932600"/>
                <a:gd name="csX7" fmla="*/ 6195 w 199907"/>
                <a:gd name="csY7" fmla="*/ 769458 h 932600"/>
                <a:gd name="csX8" fmla="*/ 619 w 199907"/>
                <a:gd name="csY8" fmla="*/ 462954 h 932600"/>
                <a:gd name="csX0" fmla="*/ 61951 w 199907"/>
                <a:gd name="csY0" fmla="*/ 178 h 932600"/>
                <a:gd name="csX1" fmla="*/ 156736 w 199907"/>
                <a:gd name="csY1" fmla="*/ 11330 h 932600"/>
                <a:gd name="csX2" fmla="*/ 179039 w 199907"/>
                <a:gd name="csY2" fmla="*/ 72661 h 932600"/>
                <a:gd name="csX3" fmla="*/ 195766 w 199907"/>
                <a:gd name="csY3" fmla="*/ 366310 h 932600"/>
                <a:gd name="csX4" fmla="*/ 198089 w 199907"/>
                <a:gd name="csY4" fmla="*/ 613418 h 932600"/>
                <a:gd name="csX5" fmla="*/ 172611 w 199907"/>
                <a:gd name="csY5" fmla="*/ 872297 h 932600"/>
                <a:gd name="csX6" fmla="*/ 67449 w 199907"/>
                <a:gd name="csY6" fmla="*/ 924955 h 932600"/>
                <a:gd name="csX7" fmla="*/ 6195 w 199907"/>
                <a:gd name="csY7" fmla="*/ 769458 h 932600"/>
                <a:gd name="csX8" fmla="*/ 619 w 199907"/>
                <a:gd name="csY8" fmla="*/ 462954 h 932600"/>
                <a:gd name="csX0" fmla="*/ 61951 w 199793"/>
                <a:gd name="csY0" fmla="*/ 4951 h 937373"/>
                <a:gd name="csX1" fmla="*/ 156736 w 199793"/>
                <a:gd name="csY1" fmla="*/ 16103 h 937373"/>
                <a:gd name="csX2" fmla="*/ 182214 w 199793"/>
                <a:gd name="csY2" fmla="*/ 169509 h 937373"/>
                <a:gd name="csX3" fmla="*/ 195766 w 199793"/>
                <a:gd name="csY3" fmla="*/ 371083 h 937373"/>
                <a:gd name="csX4" fmla="*/ 198089 w 199793"/>
                <a:gd name="csY4" fmla="*/ 618191 h 937373"/>
                <a:gd name="csX5" fmla="*/ 172611 w 199793"/>
                <a:gd name="csY5" fmla="*/ 877070 h 937373"/>
                <a:gd name="csX6" fmla="*/ 67449 w 199793"/>
                <a:gd name="csY6" fmla="*/ 929728 h 937373"/>
                <a:gd name="csX7" fmla="*/ 6195 w 199793"/>
                <a:gd name="csY7" fmla="*/ 774231 h 937373"/>
                <a:gd name="csX8" fmla="*/ 619 w 199793"/>
                <a:gd name="csY8" fmla="*/ 467727 h 937373"/>
                <a:gd name="csX0" fmla="*/ 61951 w 199793"/>
                <a:gd name="csY0" fmla="*/ 10 h 932432"/>
                <a:gd name="csX1" fmla="*/ 156736 w 199793"/>
                <a:gd name="csY1" fmla="*/ 42912 h 932432"/>
                <a:gd name="csX2" fmla="*/ 182214 w 199793"/>
                <a:gd name="csY2" fmla="*/ 164568 h 932432"/>
                <a:gd name="csX3" fmla="*/ 195766 w 199793"/>
                <a:gd name="csY3" fmla="*/ 366142 h 932432"/>
                <a:gd name="csX4" fmla="*/ 198089 w 199793"/>
                <a:gd name="csY4" fmla="*/ 613250 h 932432"/>
                <a:gd name="csX5" fmla="*/ 172611 w 199793"/>
                <a:gd name="csY5" fmla="*/ 872129 h 932432"/>
                <a:gd name="csX6" fmla="*/ 67449 w 199793"/>
                <a:gd name="csY6" fmla="*/ 924787 h 932432"/>
                <a:gd name="csX7" fmla="*/ 6195 w 199793"/>
                <a:gd name="csY7" fmla="*/ 769290 h 932432"/>
                <a:gd name="csX8" fmla="*/ 619 w 199793"/>
                <a:gd name="csY8" fmla="*/ 462786 h 932432"/>
                <a:gd name="csX0" fmla="*/ 14326 w 199793"/>
                <a:gd name="csY0" fmla="*/ 15 h 926087"/>
                <a:gd name="csX1" fmla="*/ 156736 w 199793"/>
                <a:gd name="csY1" fmla="*/ 36567 h 926087"/>
                <a:gd name="csX2" fmla="*/ 182214 w 199793"/>
                <a:gd name="csY2" fmla="*/ 158223 h 926087"/>
                <a:gd name="csX3" fmla="*/ 195766 w 199793"/>
                <a:gd name="csY3" fmla="*/ 359797 h 926087"/>
                <a:gd name="csX4" fmla="*/ 198089 w 199793"/>
                <a:gd name="csY4" fmla="*/ 606905 h 926087"/>
                <a:gd name="csX5" fmla="*/ 172611 w 199793"/>
                <a:gd name="csY5" fmla="*/ 865784 h 926087"/>
                <a:gd name="csX6" fmla="*/ 67449 w 199793"/>
                <a:gd name="csY6" fmla="*/ 918442 h 926087"/>
                <a:gd name="csX7" fmla="*/ 6195 w 199793"/>
                <a:gd name="csY7" fmla="*/ 762945 h 926087"/>
                <a:gd name="csX8" fmla="*/ 619 w 199793"/>
                <a:gd name="csY8" fmla="*/ 456441 h 926087"/>
                <a:gd name="csX0" fmla="*/ 14326 w 201152"/>
                <a:gd name="csY0" fmla="*/ 15 h 926087"/>
                <a:gd name="csX1" fmla="*/ 156736 w 201152"/>
                <a:gd name="csY1" fmla="*/ 36567 h 926087"/>
                <a:gd name="csX2" fmla="*/ 182214 w 201152"/>
                <a:gd name="csY2" fmla="*/ 158223 h 926087"/>
                <a:gd name="csX3" fmla="*/ 198941 w 201152"/>
                <a:gd name="csY3" fmla="*/ 423297 h 926087"/>
                <a:gd name="csX4" fmla="*/ 198089 w 201152"/>
                <a:gd name="csY4" fmla="*/ 606905 h 926087"/>
                <a:gd name="csX5" fmla="*/ 172611 w 201152"/>
                <a:gd name="csY5" fmla="*/ 865784 h 926087"/>
                <a:gd name="csX6" fmla="*/ 67449 w 201152"/>
                <a:gd name="csY6" fmla="*/ 918442 h 926087"/>
                <a:gd name="csX7" fmla="*/ 6195 w 201152"/>
                <a:gd name="csY7" fmla="*/ 762945 h 926087"/>
                <a:gd name="csX8" fmla="*/ 619 w 201152"/>
                <a:gd name="csY8" fmla="*/ 456441 h 926087"/>
                <a:gd name="csX0" fmla="*/ 14326 w 200437"/>
                <a:gd name="csY0" fmla="*/ 38 h 926110"/>
                <a:gd name="csX1" fmla="*/ 156736 w 200437"/>
                <a:gd name="csY1" fmla="*/ 36590 h 926110"/>
                <a:gd name="csX2" fmla="*/ 194914 w 200437"/>
                <a:gd name="csY2" fmla="*/ 202696 h 926110"/>
                <a:gd name="csX3" fmla="*/ 198941 w 200437"/>
                <a:gd name="csY3" fmla="*/ 423320 h 926110"/>
                <a:gd name="csX4" fmla="*/ 198089 w 200437"/>
                <a:gd name="csY4" fmla="*/ 606928 h 926110"/>
                <a:gd name="csX5" fmla="*/ 172611 w 200437"/>
                <a:gd name="csY5" fmla="*/ 865807 h 926110"/>
                <a:gd name="csX6" fmla="*/ 67449 w 200437"/>
                <a:gd name="csY6" fmla="*/ 918465 h 926110"/>
                <a:gd name="csX7" fmla="*/ 6195 w 200437"/>
                <a:gd name="csY7" fmla="*/ 762968 h 926110"/>
                <a:gd name="csX8" fmla="*/ 619 w 200437"/>
                <a:gd name="csY8" fmla="*/ 456464 h 926110"/>
                <a:gd name="csX0" fmla="*/ 14326 w 200437"/>
                <a:gd name="csY0" fmla="*/ 280 h 926352"/>
                <a:gd name="csX1" fmla="*/ 140861 w 200437"/>
                <a:gd name="csY1" fmla="*/ 30482 h 926352"/>
                <a:gd name="csX2" fmla="*/ 194914 w 200437"/>
                <a:gd name="csY2" fmla="*/ 202938 h 926352"/>
                <a:gd name="csX3" fmla="*/ 198941 w 200437"/>
                <a:gd name="csY3" fmla="*/ 423562 h 926352"/>
                <a:gd name="csX4" fmla="*/ 198089 w 200437"/>
                <a:gd name="csY4" fmla="*/ 607170 h 926352"/>
                <a:gd name="csX5" fmla="*/ 172611 w 200437"/>
                <a:gd name="csY5" fmla="*/ 866049 h 926352"/>
                <a:gd name="csX6" fmla="*/ 67449 w 200437"/>
                <a:gd name="csY6" fmla="*/ 918707 h 926352"/>
                <a:gd name="csX7" fmla="*/ 6195 w 200437"/>
                <a:gd name="csY7" fmla="*/ 763210 h 926352"/>
                <a:gd name="csX8" fmla="*/ 619 w 200437"/>
                <a:gd name="csY8" fmla="*/ 456706 h 926352"/>
                <a:gd name="csX0" fmla="*/ 14326 w 200437"/>
                <a:gd name="csY0" fmla="*/ 2065 h 928137"/>
                <a:gd name="csX1" fmla="*/ 140861 w 200437"/>
                <a:gd name="csY1" fmla="*/ 32267 h 928137"/>
                <a:gd name="csX2" fmla="*/ 194914 w 200437"/>
                <a:gd name="csY2" fmla="*/ 204723 h 928137"/>
                <a:gd name="csX3" fmla="*/ 198941 w 200437"/>
                <a:gd name="csY3" fmla="*/ 425347 h 928137"/>
                <a:gd name="csX4" fmla="*/ 198089 w 200437"/>
                <a:gd name="csY4" fmla="*/ 608955 h 928137"/>
                <a:gd name="csX5" fmla="*/ 172611 w 200437"/>
                <a:gd name="csY5" fmla="*/ 867834 h 928137"/>
                <a:gd name="csX6" fmla="*/ 67449 w 200437"/>
                <a:gd name="csY6" fmla="*/ 920492 h 928137"/>
                <a:gd name="csX7" fmla="*/ 6195 w 200437"/>
                <a:gd name="csY7" fmla="*/ 764995 h 928137"/>
                <a:gd name="csX8" fmla="*/ 619 w 200437"/>
                <a:gd name="csY8" fmla="*/ 458491 h 928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437" h="928137">
                  <a:moveTo>
                    <a:pt x="14326" y="2065"/>
                  </a:moveTo>
                  <a:cubicBezTo>
                    <a:pt x="51961" y="1601"/>
                    <a:pt x="85363" y="-11034"/>
                    <a:pt x="140861" y="32267"/>
                  </a:cubicBezTo>
                  <a:cubicBezTo>
                    <a:pt x="196359" y="75568"/>
                    <a:pt x="185234" y="139210"/>
                    <a:pt x="194914" y="204723"/>
                  </a:cubicBezTo>
                  <a:cubicBezTo>
                    <a:pt x="204594" y="270236"/>
                    <a:pt x="198412" y="357975"/>
                    <a:pt x="198941" y="425347"/>
                  </a:cubicBezTo>
                  <a:cubicBezTo>
                    <a:pt x="199470" y="492719"/>
                    <a:pt x="202477" y="535207"/>
                    <a:pt x="198089" y="608955"/>
                  </a:cubicBezTo>
                  <a:cubicBezTo>
                    <a:pt x="193701" y="682703"/>
                    <a:pt x="194384" y="815911"/>
                    <a:pt x="172611" y="867834"/>
                  </a:cubicBezTo>
                  <a:cubicBezTo>
                    <a:pt x="150838" y="919757"/>
                    <a:pt x="114235" y="940807"/>
                    <a:pt x="67449" y="920492"/>
                  </a:cubicBezTo>
                  <a:cubicBezTo>
                    <a:pt x="20663" y="900177"/>
                    <a:pt x="13629" y="843054"/>
                    <a:pt x="6195" y="764995"/>
                  </a:cubicBezTo>
                  <a:cubicBezTo>
                    <a:pt x="-1239" y="686937"/>
                    <a:pt x="-310" y="550489"/>
                    <a:pt x="619" y="458491"/>
                  </a:cubicBezTo>
                </a:path>
              </a:pathLst>
            </a:cu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117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/>
                <p:nvPr/>
              </p:nvSpPr>
              <p:spPr>
                <a:xfrm>
                  <a:off x="10090336" y="5811923"/>
                  <a:ext cx="1773947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One</m:t>
                        </m:r>
                        <m:r>
                          <a:rPr lang="en-US" sz="12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while</m:t>
                        </m:r>
                        <m:r>
                          <a:rPr lang="en-US" sz="12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loop</m:t>
                        </m:r>
                        <m:r>
                          <a:rPr lang="en-US" sz="12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iteration</m:t>
                        </m:r>
                      </m:oMath>
                    </m:oMathPara>
                  </a14:m>
                  <a:endParaRPr lang="ru-RU" sz="1200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Check</m:t>
                        </m:r>
                        <m:r>
                          <a:rPr lang="en-US" sz="12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task</m:t>
                        </m:r>
                        <m:r>
                          <a:rPr lang="en-US" sz="12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set</m:t>
                        </m:r>
                      </m:oMath>
                    </m:oMathPara>
                  </a14:m>
                  <a:endParaRPr lang="en-US" sz="1200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If</m:t>
                        </m:r>
                        <m:r>
                          <a:rPr lang="en-US" sz="12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ready</m:t>
                        </m:r>
                        <m:r>
                          <a:rPr lang="en-US" sz="120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launch</m:t>
                        </m:r>
                      </m:oMath>
                    </m:oMathPara>
                  </a14:m>
                  <a:endParaRPr lang="en-US" sz="12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E64389DC-3A52-4AE3-A346-09A38E928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90336" y="5811923"/>
                  <a:ext cx="1773947" cy="553998"/>
                </a:xfrm>
                <a:prstGeom prst="rect">
                  <a:avLst/>
                </a:prstGeom>
                <a:blipFill>
                  <a:blip r:embed="rId6"/>
                  <a:stretch>
                    <a:fillRect l="-2405" r="-687" b="-109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6F05A9D-7F97-BFEF-99EF-53A6B9212D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8356" y="501908"/>
            <a:ext cx="4346730" cy="4466258"/>
          </a:xfrm>
          <a:prstGeom prst="rect">
            <a:avLst/>
          </a:prstGeom>
        </p:spPr>
      </p:pic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7DA4CC56-9CB9-7A3F-DF27-19DC42207B01}"/>
              </a:ext>
            </a:extLst>
          </p:cNvPr>
          <p:cNvGrpSpPr/>
          <p:nvPr/>
        </p:nvGrpSpPr>
        <p:grpSpPr>
          <a:xfrm>
            <a:off x="162463" y="4603689"/>
            <a:ext cx="6301889" cy="2044046"/>
            <a:chOff x="85861" y="4361891"/>
            <a:chExt cx="6301889" cy="20440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4AAAE2B-116F-E375-D5A5-F9861CA83C89}"/>
                    </a:ext>
                  </a:extLst>
                </p:cNvPr>
                <p:cNvSpPr txBox="1"/>
                <p:nvPr/>
              </p:nvSpPr>
              <p:spPr>
                <a:xfrm>
                  <a:off x="2320567" y="4502273"/>
                  <a:ext cx="145251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𝑐𝑢𝑟𝑟𝑒𝑛𝑡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𝑠𝑦𝑠𝑡𝑒𝑚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𝑡𝑖𝑚𝑒</m:t>
                        </m:r>
                      </m:oMath>
                    </m:oMathPara>
                  </a14:m>
                  <a:endParaRPr lang="en-RU" sz="1200" i="1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4AAAE2B-116F-E375-D5A5-F9861CA83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567" y="4502273"/>
                  <a:ext cx="1452514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1674" r="-1674" b="-258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7" name="Группа 76"/>
            <p:cNvGrpSpPr/>
            <p:nvPr/>
          </p:nvGrpSpPr>
          <p:grpSpPr>
            <a:xfrm>
              <a:off x="235029" y="4836518"/>
              <a:ext cx="6152721" cy="1569419"/>
              <a:chOff x="235029" y="4836518"/>
              <a:chExt cx="6152721" cy="156941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CC4551D5-FB39-7618-983D-D6DB9002B2A7}"/>
                      </a:ext>
                    </a:extLst>
                  </p:cNvPr>
                  <p:cNvSpPr txBox="1"/>
                  <p:nvPr/>
                </p:nvSpPr>
                <p:spPr>
                  <a:xfrm>
                    <a:off x="1349713" y="5137149"/>
                    <a:ext cx="485774" cy="24737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𝑛𝑒𝑥𝑡</m:t>
                              </m:r>
                            </m:sup>
                          </m:sSubSup>
                        </m:oMath>
                      </m:oMathPara>
                    </a14:m>
                    <a:endParaRPr lang="en-RU" sz="1600" dirty="0"/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CC4551D5-FB39-7618-983D-D6DB9002B2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9713" y="5137149"/>
                    <a:ext cx="485774" cy="24737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8750" r="-1250"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2ADD17AD-3054-5BBD-20B8-E0ABEA26968C}"/>
                      </a:ext>
                    </a:extLst>
                  </p:cNvPr>
                  <p:cNvSpPr txBox="1"/>
                  <p:nvPr/>
                </p:nvSpPr>
                <p:spPr>
                  <a:xfrm>
                    <a:off x="1362138" y="5409874"/>
                    <a:ext cx="485774" cy="247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𝑛𝑒𝑥𝑡</m:t>
                              </m:r>
                            </m:sup>
                          </m:sSubSup>
                        </m:oMath>
                      </m:oMathPara>
                    </a14:m>
                    <a:endParaRPr lang="en-RU" sz="1600" dirty="0"/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2ADD17AD-3054-5BBD-20B8-E0ABEA2696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2138" y="5409874"/>
                    <a:ext cx="485774" cy="24788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7500" r="-1250"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C71296CF-B81B-073B-FC7E-FEE4A556E580}"/>
                      </a:ext>
                    </a:extLst>
                  </p:cNvPr>
                  <p:cNvSpPr txBox="1"/>
                  <p:nvPr/>
                </p:nvSpPr>
                <p:spPr>
                  <a:xfrm>
                    <a:off x="2278532" y="4900606"/>
                    <a:ext cx="144364" cy="73674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C71296CF-B81B-073B-FC7E-FEE4A556E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8532" y="4900606"/>
                    <a:ext cx="144364" cy="73674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5000" r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F120849-1099-8E5D-C25C-851AD241C82E}"/>
                      </a:ext>
                    </a:extLst>
                  </p:cNvPr>
                  <p:cNvSpPr txBox="1"/>
                  <p:nvPr/>
                </p:nvSpPr>
                <p:spPr>
                  <a:xfrm>
                    <a:off x="3428066" y="4900606"/>
                    <a:ext cx="238847" cy="7367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F120849-1099-8E5D-C25C-851AD241C8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8066" y="4900606"/>
                    <a:ext cx="238847" cy="73674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0513" r="-153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1401747" y="4877089"/>
                    <a:ext cx="40472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𝑐𝑢𝑟</m:t>
                              </m:r>
                            </m:sup>
                          </m:sSup>
                        </m:oMath>
                      </m:oMathPara>
                    </a14:m>
                    <a:endParaRPr lang="en-RU" sz="1600" dirty="0"/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1747" y="4877089"/>
                    <a:ext cx="404726" cy="24622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0606" b="-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71507FEC-07ED-4565-067B-B38359560EB1}"/>
                      </a:ext>
                    </a:extLst>
                  </p:cNvPr>
                  <p:cNvSpPr txBox="1"/>
                  <p:nvPr/>
                </p:nvSpPr>
                <p:spPr>
                  <a:xfrm>
                    <a:off x="4222910" y="4899081"/>
                    <a:ext cx="238847" cy="7367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40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71507FEC-07ED-4565-067B-B38359560E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2910" y="4899081"/>
                    <a:ext cx="238847" cy="73674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7949" r="-179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63FA4F57-9017-1B6D-F285-F67B9D4B1D00}"/>
                      </a:ext>
                    </a:extLst>
                  </p:cNvPr>
                  <p:cNvSpPr txBox="1"/>
                  <p:nvPr/>
                </p:nvSpPr>
                <p:spPr>
                  <a:xfrm>
                    <a:off x="5017498" y="4910727"/>
                    <a:ext cx="238847" cy="7367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40</m:t>
                          </m:r>
                        </m:oMath>
                      </m:oMathPara>
                    </a14:m>
                    <a:endParaRPr lang="en-US" sz="1400" i="1" dirty="0">
                      <a:latin typeface="Cambria Math" panose="02040503050406030204" pitchFamily="18" charset="0"/>
                    </a:endParaRPr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40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63FA4F57-9017-1B6D-F285-F67B9D4B1D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7498" y="4910727"/>
                    <a:ext cx="238847" cy="73674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513" r="-153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TextBox 121">
                    <a:extLst>
                      <a:ext uri="{FF2B5EF4-FFF2-40B4-BE49-F238E27FC236}">
                        <a16:creationId xmlns:a16="http://schemas.microsoft.com/office/drawing/2014/main" id="{4F9DCDFD-4301-64A7-153F-B3ED6A940197}"/>
                      </a:ext>
                    </a:extLst>
                  </p:cNvPr>
                  <p:cNvSpPr txBox="1"/>
                  <p:nvPr/>
                </p:nvSpPr>
                <p:spPr>
                  <a:xfrm>
                    <a:off x="5763044" y="4915089"/>
                    <a:ext cx="238847" cy="7367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oMath>
                      </m:oMathPara>
                    </a14:m>
                    <a:endParaRPr lang="en-US" sz="1400" i="1" dirty="0">
                      <a:latin typeface="Cambria Math" panose="02040503050406030204" pitchFamily="18" charset="0"/>
                    </a:endParaRPr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60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122" name="TextBox 121">
                    <a:extLst>
                      <a:ext uri="{FF2B5EF4-FFF2-40B4-BE49-F238E27FC236}">
                        <a16:creationId xmlns:a16="http://schemas.microsoft.com/office/drawing/2014/main" id="{4F9DCDFD-4301-64A7-153F-B3ED6A9401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3044" y="4915089"/>
                    <a:ext cx="238847" cy="73674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0513" r="-153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0" name="TextBox 249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366641" y="6055342"/>
                    <a:ext cx="1366977" cy="19351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𝑠𝑘𝑖𝑝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?→ </m:t>
                        </m:r>
                        <m:sSup>
                          <m:sSup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𝑐𝑢𝑟</m:t>
                            </m:r>
                          </m:sup>
                        </m:sSup>
                      </m:oMath>
                    </a14:m>
                    <a:r>
                      <a:rPr lang="en-US" sz="1200" dirty="0"/>
                      <a:t> &gt;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𝑛𝑒𝑥𝑡</m:t>
                            </m:r>
                          </m:sup>
                        </m:sSubSup>
                      </m:oMath>
                    </a14:m>
                    <a:r>
                      <a:rPr lang="en-US" sz="1200" dirty="0"/>
                      <a:t> </a:t>
                    </a:r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250" name="TextBox 249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6641" y="6055342"/>
                    <a:ext cx="1366977" cy="19351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5357" t="-18750" b="-468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2" name="TextBox 251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4150429" y="6033598"/>
                    <a:ext cx="459998" cy="16376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ru-RU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a14:m>
                    <a:r>
                      <a:rPr lang="en-US" sz="1050" dirty="0">
                        <a:solidFill>
                          <a:srgbClr val="FF0000"/>
                        </a:solidFill>
                      </a:rPr>
                      <a:t> &gt;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sz="1050" dirty="0"/>
                      <a:t> </a:t>
                    </a:r>
                    <a:endParaRPr lang="en-RU" sz="1050" dirty="0"/>
                  </a:p>
                </p:txBody>
              </p:sp>
            </mc:Choice>
            <mc:Fallback xmlns="">
              <p:sp>
                <p:nvSpPr>
                  <p:cNvPr id="252" name="TextBox 251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50429" y="6033598"/>
                    <a:ext cx="459998" cy="16376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10526" t="-22222" b="-518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679" y="6088579"/>
                    <a:ext cx="459998" cy="16350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&lt;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sz="1050" dirty="0"/>
                      <a:t> </a:t>
                    </a:r>
                    <a:endParaRPr lang="en-RU" sz="1050" dirty="0"/>
                  </a:p>
                </p:txBody>
              </p:sp>
            </mc:Choice>
            <mc:Fallback xmlns=""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679" y="6088579"/>
                    <a:ext cx="459998" cy="163506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0526" t="-22222" b="-518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5634736" y="6089940"/>
                    <a:ext cx="459998" cy="16312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ru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&lt;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oMath>
                    </a14:m>
                    <a:r>
                      <a:rPr lang="en-US" sz="1050" dirty="0"/>
                      <a:t> </a:t>
                    </a:r>
                    <a:endParaRPr lang="en-RU" sz="1050" dirty="0"/>
                  </a:p>
                </p:txBody>
              </p:sp>
            </mc:Choice>
            <mc:Fallback xmlns=""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34736" y="6089940"/>
                    <a:ext cx="459998" cy="16312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12000" t="-23077" b="-5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4148422" y="6182333"/>
                    <a:ext cx="476862" cy="17286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ru-RU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oMath>
                    </a14:m>
                    <a:r>
                      <a:rPr lang="en-US" sz="1050" b="1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&lt;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105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sz="105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bSup>
                      </m:oMath>
                    </a14:m>
                    <a:r>
                      <a:rPr lang="en-US" sz="1050" dirty="0"/>
                      <a:t> </a:t>
                    </a:r>
                    <a:endParaRPr lang="en-RU" sz="1050" dirty="0"/>
                  </a:p>
                </p:txBody>
              </p:sp>
            </mc:Choice>
            <mc:Fallback xmlns=""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8422" y="6182333"/>
                    <a:ext cx="476862" cy="172868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10256" t="-17857" b="-46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289363" y="5700940"/>
                    <a:ext cx="1520160" cy="19954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𝑚𝑖𝑠𝑠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?→ </m:t>
                        </m:r>
                        <m:sSup>
                          <m:sSup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𝑐𝑢𝑟</m:t>
                            </m:r>
                          </m:sup>
                        </m:sSup>
                      </m:oMath>
                    </a14:m>
                    <a:r>
                      <a:rPr lang="en-US" sz="1200" dirty="0"/>
                      <a:t> &gt;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sz="12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oMath>
                    </a14:m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363" y="5700940"/>
                    <a:ext cx="1520160" cy="19954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3213" t="-15152" r="-1606" b="-454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3138876" y="5737465"/>
                    <a:ext cx="708784" cy="16318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a14:m>
                    <a:r>
                      <a: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&lt;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105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05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a14:m>
                    <a:r>
                      <a:rPr lang="en-US" sz="1050" dirty="0"/>
                      <a:t> </a:t>
                    </a:r>
                    <a:endParaRPr lang="en-RU" sz="1050" dirty="0"/>
                  </a:p>
                </p:txBody>
              </p:sp>
            </mc:Choice>
            <mc:Fallback xmlns=""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8876" y="5737465"/>
                    <a:ext cx="708784" cy="163186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6838" t="-22222" r="-1709" b="-481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4028093" y="5743624"/>
                    <a:ext cx="708784" cy="1634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a14:m>
                    <a:r>
                      <a:rPr lang="en-US" sz="1050" dirty="0">
                        <a:solidFill>
                          <a:srgbClr val="FF0000"/>
                        </a:solidFill>
                      </a:rPr>
                      <a:t> &gt;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10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0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a14:m>
                    <a:r>
                      <a:rPr lang="en-US" sz="1050" dirty="0">
                        <a:solidFill>
                          <a:srgbClr val="FF0000"/>
                        </a:solidFill>
                      </a:rPr>
                      <a:t> </a:t>
                    </a:r>
                    <a:endParaRPr lang="en-RU" sz="105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8093" y="5743624"/>
                    <a:ext cx="708784" cy="16344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6838" t="-22222" r="-855" b="-481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5556323" y="5754338"/>
                    <a:ext cx="711670" cy="1645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a14:m>
                    <a:r>
                      <a: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&lt;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a:rPr lang="en-US" sz="105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05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a14:m>
                    <a:r>
                      <a: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</a:t>
                    </a:r>
                    <a:endParaRPr lang="en-RU" sz="1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56323" y="5754338"/>
                    <a:ext cx="711670" cy="16459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6838" t="-22222" r="-855" b="-481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Прямая соединительная линия 15"/>
              <p:cNvCxnSpPr/>
              <p:nvPr/>
            </p:nvCxnSpPr>
            <p:spPr>
              <a:xfrm>
                <a:off x="241045" y="5094611"/>
                <a:ext cx="6144032" cy="32345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Прямая соединительная линия 218"/>
              <p:cNvCxnSpPr/>
              <p:nvPr/>
            </p:nvCxnSpPr>
            <p:spPr>
              <a:xfrm>
                <a:off x="235029" y="5418794"/>
                <a:ext cx="6150048" cy="12148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4" name="Прямая соединительная линия 223"/>
              <p:cNvCxnSpPr/>
              <p:nvPr/>
            </p:nvCxnSpPr>
            <p:spPr>
              <a:xfrm flipV="1">
                <a:off x="247061" y="5658551"/>
                <a:ext cx="6138016" cy="6706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5" name="Прямая соединительная линия 224"/>
              <p:cNvCxnSpPr/>
              <p:nvPr/>
            </p:nvCxnSpPr>
            <p:spPr>
              <a:xfrm>
                <a:off x="247061" y="6019338"/>
                <a:ext cx="6138016" cy="943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Прямая соединительная линия 225"/>
              <p:cNvCxnSpPr/>
              <p:nvPr/>
            </p:nvCxnSpPr>
            <p:spPr>
              <a:xfrm>
                <a:off x="250974" y="6355201"/>
                <a:ext cx="6134103" cy="2657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5" name="Прямая соединительная линия 234"/>
              <p:cNvCxnSpPr/>
              <p:nvPr/>
            </p:nvCxnSpPr>
            <p:spPr>
              <a:xfrm flipV="1">
                <a:off x="1847912" y="4842162"/>
                <a:ext cx="0" cy="154055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7" name="Прямая соединительная линия 236"/>
              <p:cNvCxnSpPr/>
              <p:nvPr/>
            </p:nvCxnSpPr>
            <p:spPr>
              <a:xfrm flipV="1">
                <a:off x="3936554" y="4842162"/>
                <a:ext cx="0" cy="156107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8" name="Прямая соединительная линия 237"/>
              <p:cNvCxnSpPr/>
              <p:nvPr/>
            </p:nvCxnSpPr>
            <p:spPr>
              <a:xfrm flipV="1">
                <a:off x="4844438" y="4842162"/>
                <a:ext cx="0" cy="156107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9" name="Прямая соединительная линия 238"/>
              <p:cNvCxnSpPr/>
              <p:nvPr/>
            </p:nvCxnSpPr>
            <p:spPr>
              <a:xfrm flipV="1">
                <a:off x="5478567" y="4836518"/>
                <a:ext cx="0" cy="156107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7" name="Прямая соединительная линия 246"/>
              <p:cNvCxnSpPr/>
              <p:nvPr/>
            </p:nvCxnSpPr>
            <p:spPr>
              <a:xfrm>
                <a:off x="289363" y="4847768"/>
                <a:ext cx="6095714" cy="7958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8" name="Прямая соединительная линия 247"/>
              <p:cNvCxnSpPr/>
              <p:nvPr/>
            </p:nvCxnSpPr>
            <p:spPr>
              <a:xfrm flipV="1">
                <a:off x="3084321" y="4844162"/>
                <a:ext cx="0" cy="156107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2" name="Прямая соединительная линия 261"/>
              <p:cNvCxnSpPr/>
              <p:nvPr/>
            </p:nvCxnSpPr>
            <p:spPr>
              <a:xfrm flipH="1" flipV="1">
                <a:off x="6385077" y="4846407"/>
                <a:ext cx="2673" cy="155953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4" name="TextBox 303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5061531" y="5734665"/>
                    <a:ext cx="15068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304" name="TextBox 303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1531" y="5734665"/>
                    <a:ext cx="150682" cy="184666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8000" r="-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6" name="TextBox 305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5064079" y="6104942"/>
                    <a:ext cx="15068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306" name="TextBox 305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4079" y="6104942"/>
                    <a:ext cx="150682" cy="184666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4000" r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7" name="TextBox 306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2284548" y="5740438"/>
                    <a:ext cx="15068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307" name="TextBox 306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4548" y="5740438"/>
                    <a:ext cx="150682" cy="184666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4000" r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8" name="TextBox 307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/>
                  <p:nvPr/>
                </p:nvSpPr>
                <p:spPr>
                  <a:xfrm>
                    <a:off x="2275221" y="6105032"/>
                    <a:ext cx="15068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308" name="TextBox 307">
                    <a:extLst>
                      <a:ext uri="{FF2B5EF4-FFF2-40B4-BE49-F238E27FC236}">
                        <a16:creationId xmlns:a16="http://schemas.microsoft.com/office/drawing/2014/main" id="{E64389DC-3A52-4AE3-A346-09A38E928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5221" y="6105032"/>
                    <a:ext cx="150682" cy="184666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8000" r="-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Прямая со стрелкой 7">
              <a:extLst>
                <a:ext uri="{FF2B5EF4-FFF2-40B4-BE49-F238E27FC236}">
                  <a16:creationId xmlns:a16="http://schemas.microsoft.com/office/drawing/2014/main" id="{A5A415E3-A0FD-54BF-4692-38BE1279F383}"/>
                </a:ext>
              </a:extLst>
            </p:cNvPr>
            <p:cNvCxnSpPr>
              <a:cxnSpLocks/>
              <a:stCxn id="67" idx="0"/>
              <a:endCxn id="9" idx="1"/>
            </p:cNvCxnSpPr>
            <p:nvPr/>
          </p:nvCxnSpPr>
          <p:spPr>
            <a:xfrm flipV="1">
              <a:off x="1604110" y="4594606"/>
              <a:ext cx="716457" cy="2824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3F1DBEDF-4787-92D0-39D3-15AF024866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3132" y="4592669"/>
              <a:ext cx="593068" cy="675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>
              <a:extLst>
                <a:ext uri="{FF2B5EF4-FFF2-40B4-BE49-F238E27FC236}">
                  <a16:creationId xmlns:a16="http://schemas.microsoft.com/office/drawing/2014/main" id="{B088A5FB-0355-1008-3EF4-58195A2376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599" y="4601135"/>
              <a:ext cx="584601" cy="9266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290C0F4-FB57-2646-34E1-0DC54011EC9F}"/>
                    </a:ext>
                  </a:extLst>
                </p:cNvPr>
                <p:cNvSpPr txBox="1"/>
                <p:nvPr/>
              </p:nvSpPr>
              <p:spPr>
                <a:xfrm>
                  <a:off x="85861" y="4361891"/>
                  <a:ext cx="1941557" cy="19043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𝑛𝑒𝑥𝑡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𝑟𝑒𝑙𝑒𝑎𝑠𝑒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𝑡𝑖𝑚𝑒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𝑡𝑎𝑠𝑘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en-RU" sz="1200" i="1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290C0F4-FB57-2646-34E1-0DC54011EC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61" y="4361891"/>
                  <a:ext cx="1941557" cy="190437"/>
                </a:xfrm>
                <a:prstGeom prst="rect">
                  <a:avLst/>
                </a:prstGeom>
                <a:blipFill>
                  <a:blip r:embed="rId30"/>
                  <a:stretch>
                    <a:fillRect l="-1258" r="-1258" b="-322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BA86217A-FAE8-FFFE-2703-3B5B64EF2094}"/>
              </a:ext>
            </a:extLst>
          </p:cNvPr>
          <p:cNvGrpSpPr/>
          <p:nvPr/>
        </p:nvGrpSpPr>
        <p:grpSpPr>
          <a:xfrm>
            <a:off x="115004" y="322603"/>
            <a:ext cx="6144635" cy="4100665"/>
            <a:chOff x="115003" y="322601"/>
            <a:chExt cx="6144635" cy="41006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BA99D56-3F27-E7E3-B00D-FCEBFB0F5ED6}"/>
                    </a:ext>
                  </a:extLst>
                </p:cNvPr>
                <p:cNvSpPr txBox="1"/>
                <p:nvPr/>
              </p:nvSpPr>
              <p:spPr>
                <a:xfrm>
                  <a:off x="240835" y="322601"/>
                  <a:ext cx="1387175" cy="2431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RU" sz="14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BA99D56-3F27-E7E3-B00D-FCEBFB0F5E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835" y="322601"/>
                  <a:ext cx="1387175" cy="243143"/>
                </a:xfrm>
                <a:prstGeom prst="rect">
                  <a:avLst/>
                </a:prstGeom>
                <a:blipFill>
                  <a:blip r:embed="rId31"/>
                  <a:stretch>
                    <a:fillRect l="-1762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Группа 41">
              <a:extLst>
                <a:ext uri="{FF2B5EF4-FFF2-40B4-BE49-F238E27FC236}">
                  <a16:creationId xmlns:a16="http://schemas.microsoft.com/office/drawing/2014/main" id="{B2F650EF-3CE6-4647-F433-AA77167B2C75}"/>
                </a:ext>
              </a:extLst>
            </p:cNvPr>
            <p:cNvGrpSpPr/>
            <p:nvPr/>
          </p:nvGrpSpPr>
          <p:grpSpPr>
            <a:xfrm>
              <a:off x="115003" y="368786"/>
              <a:ext cx="6144635" cy="4054481"/>
              <a:chOff x="115003" y="368786"/>
              <a:chExt cx="6144635" cy="4054481"/>
            </a:xfrm>
          </p:grpSpPr>
          <p:grpSp>
            <p:nvGrpSpPr>
              <p:cNvPr id="49" name="Группа 48"/>
              <p:cNvGrpSpPr/>
              <p:nvPr/>
            </p:nvGrpSpPr>
            <p:grpSpPr>
              <a:xfrm>
                <a:off x="115003" y="368786"/>
                <a:ext cx="6047746" cy="4054481"/>
                <a:chOff x="1042283" y="160477"/>
                <a:chExt cx="6047746" cy="4054481"/>
              </a:xfrm>
            </p:grpSpPr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B17CE4C1-8F3B-E139-BBDA-F559D5554A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59693" y="166577"/>
                  <a:ext cx="10147" cy="3274108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Rectangle 769">
                  <a:extLst>
                    <a:ext uri="{FF2B5EF4-FFF2-40B4-BE49-F238E27FC236}">
                      <a16:creationId xmlns:a16="http://schemas.microsoft.com/office/drawing/2014/main" id="{18EFE200-5563-F534-DD92-98D5A8C2F86E}"/>
                    </a:ext>
                  </a:extLst>
                </p:cNvPr>
                <p:cNvSpPr/>
                <p:nvPr/>
              </p:nvSpPr>
              <p:spPr>
                <a:xfrm flipH="1">
                  <a:off x="4551798" y="3135009"/>
                  <a:ext cx="787612" cy="289752"/>
                </a:xfrm>
                <a:prstGeom prst="rect">
                  <a:avLst/>
                </a:prstGeom>
                <a:pattFill prst="wdUpDiag">
                  <a:fgClr>
                    <a:srgbClr val="C00000"/>
                  </a:fgClr>
                  <a:bgClr>
                    <a:schemeClr val="bg1"/>
                  </a:bgClr>
                </a:pattFill>
                <a:ln w="12700" cmpd="sng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12A3ED9D-F66C-A242-CABD-C887D7BB14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2283" y="1577938"/>
                  <a:ext cx="5867181" cy="10267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37DC3C49-CE96-4A0E-D539-D1DF535193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0580" y="160477"/>
                  <a:ext cx="0" cy="2160000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A8E139DE-1BBD-2BD7-D872-663D712616DD}"/>
                    </a:ext>
                  </a:extLst>
                </p:cNvPr>
                <p:cNvCxnSpPr>
                  <a:cxnSpLocks/>
                  <a:endCxn id="206" idx="0"/>
                </p:cNvCxnSpPr>
                <p:nvPr/>
              </p:nvCxnSpPr>
              <p:spPr>
                <a:xfrm flipV="1">
                  <a:off x="1048633" y="744600"/>
                  <a:ext cx="5954289" cy="21664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9DF1C3B1-97DD-A364-5709-6743152F85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2283" y="1037279"/>
                  <a:ext cx="5845983" cy="29809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5DF87532-B723-96D8-737A-7218209187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30369" y="1353092"/>
                  <a:ext cx="5783286" cy="0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92D14223-C770-7E9F-8180-628BA05B55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863" y="166577"/>
                  <a:ext cx="0" cy="2160000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494A6C9F-F71B-9964-6B44-7DAE6C2B90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4840" y="166577"/>
                  <a:ext cx="0" cy="2160000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2DF1517E-2C4E-DE61-B1C4-D112142F0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07604" y="166577"/>
                  <a:ext cx="0" cy="2160000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238DA259-20D7-6C64-9749-209C41020E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8266" y="166577"/>
                  <a:ext cx="0" cy="2160000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3DC55248-0F80-75FE-F12C-022EB4EE1244}"/>
                    </a:ext>
                  </a:extLst>
                </p:cNvPr>
                <p:cNvCxnSpPr/>
                <p:nvPr/>
              </p:nvCxnSpPr>
              <p:spPr>
                <a:xfrm flipV="1">
                  <a:off x="3802319" y="1642579"/>
                  <a:ext cx="0" cy="815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5630379C-B644-DC7E-CA82-4425713769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50381" y="1642579"/>
                  <a:ext cx="0" cy="815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E1B1F9DF-709F-9EE8-9C92-79455CE441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75850" y="1642579"/>
                  <a:ext cx="0" cy="815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77CDDD5F-7C50-933A-4E66-A720C92B25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21769" y="1642579"/>
                  <a:ext cx="0" cy="815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271641A6-6E96-935E-F4BC-0DB246F6F7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91276" y="1642579"/>
                  <a:ext cx="0" cy="815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EF300A86-C87D-89D3-1B72-E8BE4D3E5E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04943" y="783910"/>
                      <a:ext cx="1046505" cy="22506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RU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ru-RU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d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EF300A86-C87D-89D3-1B72-E8BE4D3E5E2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04943" y="783910"/>
                      <a:ext cx="1046505" cy="225062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 l="-2326" b="-2702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54BFC4B1-11D5-1726-F1DF-5DFD49BCAC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0705" y="1079803"/>
                      <a:ext cx="1046505" cy="22506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RU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ru-RU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d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54BFC4B1-11D5-1726-F1DF-5DFD49BCAC7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0705" y="1079803"/>
                      <a:ext cx="1046505" cy="225062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 l="-2326" b="-2702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02542B38-697F-4A86-9AA9-500D6F47F25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70062" y="1434317"/>
                      <a:ext cx="343043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02542B38-697F-4A86-9AA9-500D6F47F25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70062" y="1434317"/>
                      <a:ext cx="343043" cy="307777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 l="-15789" r="-15789" b="-58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29CA1E38-1D8D-68C9-B44B-88E517A4BB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43982" y="1434317"/>
                      <a:ext cx="343043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20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29CA1E38-1D8D-68C9-B44B-88E517A4BB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43982" y="1434317"/>
                      <a:ext cx="343043" cy="307777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 l="-15789" r="-15789" b="-58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01D94A32-5A60-E60F-B3CF-2C20E6FD48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05338" y="1434317"/>
                      <a:ext cx="343043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30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01D94A32-5A60-E60F-B3CF-2C20E6FD484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05338" y="1434317"/>
                      <a:ext cx="343043" cy="307777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 l="-16071" r="-17857" b="-58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25DE4AC5-C56F-7987-CDD7-EEC8B402E4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88626" y="1434317"/>
                      <a:ext cx="343043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40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25DE4AC5-C56F-7987-CDD7-EEC8B402E47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88626" y="1434317"/>
                      <a:ext cx="343043" cy="307777"/>
                    </a:xfrm>
                    <a:prstGeom prst="rect">
                      <a:avLst/>
                    </a:prstGeom>
                    <a:blipFill>
                      <a:blip r:embed="rId37"/>
                      <a:stretch>
                        <a:fillRect l="-17857" r="-16071" b="-58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4" name="TextBox 163">
                      <a:extLst>
                        <a:ext uri="{FF2B5EF4-FFF2-40B4-BE49-F238E27FC236}">
                          <a16:creationId xmlns:a16="http://schemas.microsoft.com/office/drawing/2014/main" id="{1BBF5B99-57BB-423C-07A6-81BA6517BF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07816" y="1434317"/>
                      <a:ext cx="200375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164" name="TextBox 163">
                      <a:extLst>
                        <a:ext uri="{FF2B5EF4-FFF2-40B4-BE49-F238E27FC236}">
                          <a16:creationId xmlns:a16="http://schemas.microsoft.com/office/drawing/2014/main" id="{1BBF5B99-57BB-423C-07A6-81BA6517BF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07816" y="1434317"/>
                      <a:ext cx="200375" cy="307777"/>
                    </a:xfrm>
                    <a:prstGeom prst="rect">
                      <a:avLst/>
                    </a:prstGeom>
                    <a:blipFill>
                      <a:blip r:embed="rId38"/>
                      <a:stretch>
                        <a:fillRect l="-27273" r="-30303" b="-58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DC6DC92F-EB95-9110-8B93-477E92CE72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187" y="761807"/>
                  <a:ext cx="1346" cy="281191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headEnd type="none" w="med" len="sm"/>
                  <a:tailEnd type="stealth" w="med" len="me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49D98D8D-4459-5C8C-165F-26A6EC38C04C}"/>
                    </a:ext>
                  </a:extLst>
                </p:cNvPr>
                <p:cNvGrpSpPr/>
                <p:nvPr/>
              </p:nvGrpSpPr>
              <p:grpSpPr>
                <a:xfrm>
                  <a:off x="4540137" y="747527"/>
                  <a:ext cx="45719" cy="296189"/>
                  <a:chOff x="3509152" y="253612"/>
                  <a:chExt cx="45719" cy="296189"/>
                </a:xfrm>
              </p:grpSpPr>
              <p:sp>
                <p:nvSpPr>
                  <p:cNvPr id="201" name="Rectangle 200">
                    <a:extLst>
                      <a:ext uri="{FF2B5EF4-FFF2-40B4-BE49-F238E27FC236}">
                        <a16:creationId xmlns:a16="http://schemas.microsoft.com/office/drawing/2014/main" id="{EB98AC11-5086-3453-1905-07328B0EB77B}"/>
                      </a:ext>
                    </a:extLst>
                  </p:cNvPr>
                  <p:cNvSpPr/>
                  <p:nvPr/>
                </p:nvSpPr>
                <p:spPr>
                  <a:xfrm flipH="1">
                    <a:off x="3509152" y="253612"/>
                    <a:ext cx="45719" cy="289752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 cmpd="sng">
                    <a:noFill/>
                    <a:prstDash val="solid"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cxnSp>
                <p:nvCxnSpPr>
                  <p:cNvPr id="178" name="Straight Connector 177">
                    <a:extLst>
                      <a:ext uri="{FF2B5EF4-FFF2-40B4-BE49-F238E27FC236}">
                        <a16:creationId xmlns:a16="http://schemas.microsoft.com/office/drawing/2014/main" id="{E03E502C-9161-C6F5-F1B7-26FA2B73D9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32011" y="253612"/>
                    <a:ext cx="0" cy="296189"/>
                  </a:xfrm>
                  <a:prstGeom prst="line">
                    <a:avLst/>
                  </a:prstGeom>
                  <a:ln w="22225" cmpd="sng">
                    <a:solidFill>
                      <a:schemeClr val="tx1"/>
                    </a:solidFill>
                    <a:prstDash val="sysDot"/>
                    <a:headEnd type="none" w="med" len="lg"/>
                    <a:tailEnd type="none" w="med" len="sm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9C9CA49-8AFA-4F0A-3AE4-F3F6C7A4C6B3}"/>
                    </a:ext>
                  </a:extLst>
                </p:cNvPr>
                <p:cNvSpPr txBox="1"/>
                <p:nvPr/>
              </p:nvSpPr>
              <p:spPr>
                <a:xfrm>
                  <a:off x="2187514" y="374333"/>
                  <a:ext cx="1176989" cy="2308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RU" sz="1500" b="1" dirty="0"/>
                    <a:t>Job </a:t>
                  </a:r>
                  <a:r>
                    <a:rPr lang="en-US" sz="1500" b="1" dirty="0"/>
                    <a:t>Releases</a:t>
                  </a:r>
                  <a:r>
                    <a:rPr lang="en-RU" sz="1500" b="1" dirty="0"/>
                    <a:t>    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EDCF573C-1585-E8E0-1488-6C90E91B4B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97995" y="1457439"/>
                      <a:ext cx="231602" cy="43088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RU" sz="2800" dirty="0"/>
                    </a:p>
                  </p:txBody>
                </p:sp>
              </mc:Choice>
              <mc:Fallback xmlns="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EDCF573C-1585-E8E0-1488-6C90E91B4B8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97995" y="1457439"/>
                      <a:ext cx="231602" cy="430887"/>
                    </a:xfrm>
                    <a:prstGeom prst="rect">
                      <a:avLst/>
                    </a:prstGeom>
                    <a:blipFill>
                      <a:blip r:embed="rId3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AE1EBFED-8B9E-50E2-5688-7E6D53A4BC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21409" y="1053508"/>
                  <a:ext cx="1346" cy="281191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headEnd type="none" w="med" len="sm"/>
                  <a:tailEnd type="stealth" w="med" len="me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18FDBC5A-B7C8-4C99-F596-BCF931B026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68649" y="1060385"/>
                  <a:ext cx="1346" cy="281191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headEnd type="none" w="med" len="sm"/>
                  <a:tailEnd type="stealth" w="med" len="me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AC158414-06F3-5F74-8F8D-32251967E6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109271" y="1056280"/>
                  <a:ext cx="1346" cy="281191"/>
                </a:xfrm>
                <a:prstGeom prst="line">
                  <a:avLst/>
                </a:prstGeom>
                <a:ln w="38100">
                  <a:headEnd type="none" w="med" len="sm"/>
                  <a:tailEnd type="stealth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Straight Connector 577">
                  <a:extLst>
                    <a:ext uri="{FF2B5EF4-FFF2-40B4-BE49-F238E27FC236}">
                      <a16:creationId xmlns:a16="http://schemas.microsoft.com/office/drawing/2014/main" id="{EBFB2617-5E02-E270-ED62-E617FDC100B1}"/>
                    </a:ext>
                  </a:extLst>
                </p:cNvPr>
                <p:cNvCxnSpPr>
                  <a:cxnSpLocks/>
                  <a:endCxn id="607" idx="2"/>
                </p:cNvCxnSpPr>
                <p:nvPr/>
              </p:nvCxnSpPr>
              <p:spPr>
                <a:xfrm flipH="1">
                  <a:off x="3019187" y="2244965"/>
                  <a:ext cx="1393" cy="1571411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Straight Connector 580">
                  <a:extLst>
                    <a:ext uri="{FF2B5EF4-FFF2-40B4-BE49-F238E27FC236}">
                      <a16:creationId xmlns:a16="http://schemas.microsoft.com/office/drawing/2014/main" id="{B41EF9A9-6CF5-A506-1DFD-3C3C25C1A2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2283" y="2832015"/>
                  <a:ext cx="5836007" cy="25571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2" name="Straight Connector 581">
                  <a:extLst>
                    <a:ext uri="{FF2B5EF4-FFF2-40B4-BE49-F238E27FC236}">
                      <a16:creationId xmlns:a16="http://schemas.microsoft.com/office/drawing/2014/main" id="{6E2F6E19-B8C2-C905-B6FC-1A53C5816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2283" y="3144195"/>
                  <a:ext cx="5836007" cy="930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3" name="Straight Connector 582">
                  <a:extLst>
                    <a:ext uri="{FF2B5EF4-FFF2-40B4-BE49-F238E27FC236}">
                      <a16:creationId xmlns:a16="http://schemas.microsoft.com/office/drawing/2014/main" id="{5FD68F11-2D83-2828-AF61-EF670331ED2A}"/>
                    </a:ext>
                  </a:extLst>
                </p:cNvPr>
                <p:cNvCxnSpPr>
                  <a:cxnSpLocks/>
                  <a:endCxn id="623" idx="0"/>
                </p:cNvCxnSpPr>
                <p:nvPr/>
              </p:nvCxnSpPr>
              <p:spPr>
                <a:xfrm>
                  <a:off x="1042283" y="3437614"/>
                  <a:ext cx="5840177" cy="6143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5" name="Straight Connector 584">
                  <a:extLst>
                    <a:ext uri="{FF2B5EF4-FFF2-40B4-BE49-F238E27FC236}">
                      <a16:creationId xmlns:a16="http://schemas.microsoft.com/office/drawing/2014/main" id="{88EF67AF-125A-83C3-492F-F699005E46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863" y="2251065"/>
                  <a:ext cx="0" cy="1471246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7" name="Straight Connector 586">
                  <a:extLst>
                    <a:ext uri="{FF2B5EF4-FFF2-40B4-BE49-F238E27FC236}">
                      <a16:creationId xmlns:a16="http://schemas.microsoft.com/office/drawing/2014/main" id="{2644D783-ED6A-F889-4939-DCCA14BA07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4840" y="2251065"/>
                  <a:ext cx="0" cy="1406535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8" name="Straight Connector 587">
                  <a:extLst>
                    <a:ext uri="{FF2B5EF4-FFF2-40B4-BE49-F238E27FC236}">
                      <a16:creationId xmlns:a16="http://schemas.microsoft.com/office/drawing/2014/main" id="{A0CEA8E7-6C5D-1609-3F97-0F4C9FFFA2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7604" y="2251065"/>
                  <a:ext cx="0" cy="1406535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9" name="Straight Connector 588">
                  <a:extLst>
                    <a:ext uri="{FF2B5EF4-FFF2-40B4-BE49-F238E27FC236}">
                      <a16:creationId xmlns:a16="http://schemas.microsoft.com/office/drawing/2014/main" id="{A2D2F7D3-FF0F-00DD-EBAD-A97C1E806E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78290" y="2251065"/>
                  <a:ext cx="9976" cy="1516756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Straight Connector 590">
                  <a:extLst>
                    <a:ext uri="{FF2B5EF4-FFF2-40B4-BE49-F238E27FC236}">
                      <a16:creationId xmlns:a16="http://schemas.microsoft.com/office/drawing/2014/main" id="{59C31E1E-41ED-2029-1B7C-61F92EDAA59D}"/>
                    </a:ext>
                  </a:extLst>
                </p:cNvPr>
                <p:cNvCxnSpPr/>
                <p:nvPr/>
              </p:nvCxnSpPr>
              <p:spPr>
                <a:xfrm flipV="1">
                  <a:off x="3802319" y="3727067"/>
                  <a:ext cx="0" cy="815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Straight Connector 591">
                  <a:extLst>
                    <a:ext uri="{FF2B5EF4-FFF2-40B4-BE49-F238E27FC236}">
                      <a16:creationId xmlns:a16="http://schemas.microsoft.com/office/drawing/2014/main" id="{CAAB618F-EE4D-E7B6-E380-98CE6E269B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50381" y="3727067"/>
                  <a:ext cx="0" cy="815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592">
                  <a:extLst>
                    <a:ext uri="{FF2B5EF4-FFF2-40B4-BE49-F238E27FC236}">
                      <a16:creationId xmlns:a16="http://schemas.microsoft.com/office/drawing/2014/main" id="{66D2AC5E-39C4-7D88-3DD1-A4E54DE9E2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75850" y="3727067"/>
                  <a:ext cx="0" cy="815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Straight Connector 593">
                  <a:extLst>
                    <a:ext uri="{FF2B5EF4-FFF2-40B4-BE49-F238E27FC236}">
                      <a16:creationId xmlns:a16="http://schemas.microsoft.com/office/drawing/2014/main" id="{FBACDEB0-9F48-8176-AE77-A96E218C9D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21769" y="3727067"/>
                  <a:ext cx="0" cy="815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Straight Connector 594">
                  <a:extLst>
                    <a:ext uri="{FF2B5EF4-FFF2-40B4-BE49-F238E27FC236}">
                      <a16:creationId xmlns:a16="http://schemas.microsoft.com/office/drawing/2014/main" id="{ADA03DE8-7CFB-AA21-4B67-175C588F1B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91276" y="3727067"/>
                  <a:ext cx="0" cy="815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7" name="TextBox 596">
                      <a:extLst>
                        <a:ext uri="{FF2B5EF4-FFF2-40B4-BE49-F238E27FC236}">
                          <a16:creationId xmlns:a16="http://schemas.microsoft.com/office/drawing/2014/main" id="{D4A4E640-8ACC-C948-4987-0ED80C4DAA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93742" y="2862854"/>
                      <a:ext cx="1046505" cy="22506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RU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ru-RU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d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597" name="TextBox 596">
                      <a:extLst>
                        <a:ext uri="{FF2B5EF4-FFF2-40B4-BE49-F238E27FC236}">
                          <a16:creationId xmlns:a16="http://schemas.microsoft.com/office/drawing/2014/main" id="{D4A4E640-8ACC-C948-4987-0ED80C4DAA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93742" y="2862854"/>
                      <a:ext cx="1046505" cy="225062"/>
                    </a:xfrm>
                    <a:prstGeom prst="rect">
                      <a:avLst/>
                    </a:prstGeom>
                    <a:blipFill>
                      <a:blip r:embed="rId40"/>
                      <a:stretch>
                        <a:fillRect l="-1744" b="-2702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8" name="TextBox 597">
                      <a:extLst>
                        <a:ext uri="{FF2B5EF4-FFF2-40B4-BE49-F238E27FC236}">
                          <a16:creationId xmlns:a16="http://schemas.microsoft.com/office/drawing/2014/main" id="{77D2EC8E-3FF7-C4D6-9B75-A4651663EC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00489" y="3166288"/>
                      <a:ext cx="1046505" cy="22506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RU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ru-RU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d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598" name="TextBox 597">
                      <a:extLst>
                        <a:ext uri="{FF2B5EF4-FFF2-40B4-BE49-F238E27FC236}">
                          <a16:creationId xmlns:a16="http://schemas.microsoft.com/office/drawing/2014/main" id="{77D2EC8E-3FF7-C4D6-9B75-A4651663EC6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00489" y="3166288"/>
                      <a:ext cx="1046505" cy="225062"/>
                    </a:xfrm>
                    <a:prstGeom prst="rect">
                      <a:avLst/>
                    </a:prstGeom>
                    <a:blipFill>
                      <a:blip r:embed="rId41"/>
                      <a:stretch>
                        <a:fillRect l="-1744" b="-30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0" name="TextBox 599">
                      <a:extLst>
                        <a:ext uri="{FF2B5EF4-FFF2-40B4-BE49-F238E27FC236}">
                          <a16:creationId xmlns:a16="http://schemas.microsoft.com/office/drawing/2014/main" id="{5D6C624D-0EB1-37C2-A2E2-3741DF1384A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81245" y="3508599"/>
                      <a:ext cx="343043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600" name="TextBox 599">
                      <a:extLst>
                        <a:ext uri="{FF2B5EF4-FFF2-40B4-BE49-F238E27FC236}">
                          <a16:creationId xmlns:a16="http://schemas.microsoft.com/office/drawing/2014/main" id="{5D6C624D-0EB1-37C2-A2E2-3741DF1384A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81245" y="3508599"/>
                      <a:ext cx="343043" cy="307777"/>
                    </a:xfrm>
                    <a:prstGeom prst="rect">
                      <a:avLst/>
                    </a:prstGeom>
                    <a:blipFill>
                      <a:blip r:embed="rId42"/>
                      <a:stretch>
                        <a:fillRect l="-17857" r="-16071" b="-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1" name="TextBox 600">
                      <a:extLst>
                        <a:ext uri="{FF2B5EF4-FFF2-40B4-BE49-F238E27FC236}">
                          <a16:creationId xmlns:a16="http://schemas.microsoft.com/office/drawing/2014/main" id="{CF720FE6-088F-3460-3CAF-48390B9CD1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55165" y="3508599"/>
                      <a:ext cx="343043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601" name="TextBox 600">
                      <a:extLst>
                        <a:ext uri="{FF2B5EF4-FFF2-40B4-BE49-F238E27FC236}">
                          <a16:creationId xmlns:a16="http://schemas.microsoft.com/office/drawing/2014/main" id="{CF720FE6-088F-3460-3CAF-48390B9CD1D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55165" y="3508599"/>
                      <a:ext cx="343043" cy="307777"/>
                    </a:xfrm>
                    <a:prstGeom prst="rect">
                      <a:avLst/>
                    </a:prstGeom>
                    <a:blipFill>
                      <a:blip r:embed="rId43"/>
                      <a:stretch>
                        <a:fillRect l="-17857" r="-16071" b="-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2" name="TextBox 601">
                      <a:extLst>
                        <a:ext uri="{FF2B5EF4-FFF2-40B4-BE49-F238E27FC236}">
                          <a16:creationId xmlns:a16="http://schemas.microsoft.com/office/drawing/2014/main" id="{29D4F695-76B9-812D-BC5E-7F54A77A9C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16521" y="3508599"/>
                      <a:ext cx="343043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602" name="TextBox 601">
                      <a:extLst>
                        <a:ext uri="{FF2B5EF4-FFF2-40B4-BE49-F238E27FC236}">
                          <a16:creationId xmlns:a16="http://schemas.microsoft.com/office/drawing/2014/main" id="{29D4F695-76B9-812D-BC5E-7F54A77A9CB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16521" y="3508599"/>
                      <a:ext cx="343043" cy="307777"/>
                    </a:xfrm>
                    <a:prstGeom prst="rect">
                      <a:avLst/>
                    </a:prstGeom>
                    <a:blipFill>
                      <a:blip r:embed="rId44"/>
                      <a:stretch>
                        <a:fillRect l="-17857" r="-16071" b="-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3" name="TextBox 602">
                      <a:extLst>
                        <a:ext uri="{FF2B5EF4-FFF2-40B4-BE49-F238E27FC236}">
                          <a16:creationId xmlns:a16="http://schemas.microsoft.com/office/drawing/2014/main" id="{F796E821-23DA-5170-B019-86963492C4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9809" y="3508599"/>
                      <a:ext cx="343043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603" name="TextBox 602">
                      <a:extLst>
                        <a:ext uri="{FF2B5EF4-FFF2-40B4-BE49-F238E27FC236}">
                          <a16:creationId xmlns:a16="http://schemas.microsoft.com/office/drawing/2014/main" id="{F796E821-23DA-5170-B019-86963492C4B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99809" y="3508599"/>
                      <a:ext cx="343043" cy="307777"/>
                    </a:xfrm>
                    <a:prstGeom prst="rect">
                      <a:avLst/>
                    </a:prstGeom>
                    <a:blipFill>
                      <a:blip r:embed="rId45"/>
                      <a:stretch>
                        <a:fillRect l="-16071" r="-17857" b="-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7" name="TextBox 606">
                      <a:extLst>
                        <a:ext uri="{FF2B5EF4-FFF2-40B4-BE49-F238E27FC236}">
                          <a16:creationId xmlns:a16="http://schemas.microsoft.com/office/drawing/2014/main" id="{23C2F031-56FA-FE60-5E74-A56B0CBF1C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8999" y="3508599"/>
                      <a:ext cx="200375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607" name="TextBox 606">
                      <a:extLst>
                        <a:ext uri="{FF2B5EF4-FFF2-40B4-BE49-F238E27FC236}">
                          <a16:creationId xmlns:a16="http://schemas.microsoft.com/office/drawing/2014/main" id="{23C2F031-56FA-FE60-5E74-A56B0CBF1C6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18999" y="3508599"/>
                      <a:ext cx="200375" cy="307777"/>
                    </a:xfrm>
                    <a:prstGeom prst="rect">
                      <a:avLst/>
                    </a:prstGeom>
                    <a:blipFill>
                      <a:blip r:embed="rId46"/>
                      <a:stretch>
                        <a:fillRect l="-30303" r="-27273" b="-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10" name="Group 609">
                  <a:extLst>
                    <a:ext uri="{FF2B5EF4-FFF2-40B4-BE49-F238E27FC236}">
                      <a16:creationId xmlns:a16="http://schemas.microsoft.com/office/drawing/2014/main" id="{50F3D87A-9E49-4EBE-C3A0-B99369A50C8E}"/>
                    </a:ext>
                  </a:extLst>
                </p:cNvPr>
                <p:cNvGrpSpPr/>
                <p:nvPr/>
              </p:nvGrpSpPr>
              <p:grpSpPr>
                <a:xfrm>
                  <a:off x="4540137" y="2832015"/>
                  <a:ext cx="45719" cy="296189"/>
                  <a:chOff x="3509152" y="253612"/>
                  <a:chExt cx="45719" cy="296189"/>
                </a:xfrm>
              </p:grpSpPr>
              <p:sp>
                <p:nvSpPr>
                  <p:cNvPr id="663" name="Rectangle 662">
                    <a:extLst>
                      <a:ext uri="{FF2B5EF4-FFF2-40B4-BE49-F238E27FC236}">
                        <a16:creationId xmlns:a16="http://schemas.microsoft.com/office/drawing/2014/main" id="{424EF7F4-FD3C-EE2D-9BF3-4358F2F14471}"/>
                      </a:ext>
                    </a:extLst>
                  </p:cNvPr>
                  <p:cNvSpPr/>
                  <p:nvPr/>
                </p:nvSpPr>
                <p:spPr>
                  <a:xfrm flipH="1">
                    <a:off x="3509152" y="253612"/>
                    <a:ext cx="45719" cy="289752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 cmpd="sng">
                    <a:noFill/>
                    <a:prstDash val="solid"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cxnSp>
                <p:nvCxnSpPr>
                  <p:cNvPr id="664" name="Straight Connector 663">
                    <a:extLst>
                      <a:ext uri="{FF2B5EF4-FFF2-40B4-BE49-F238E27FC236}">
                        <a16:creationId xmlns:a16="http://schemas.microsoft.com/office/drawing/2014/main" id="{09B4BC6C-3E2C-7B0E-98D1-696AA3A848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32011" y="253612"/>
                    <a:ext cx="0" cy="296189"/>
                  </a:xfrm>
                  <a:prstGeom prst="line">
                    <a:avLst/>
                  </a:prstGeom>
                  <a:ln w="22225" cmpd="sng">
                    <a:solidFill>
                      <a:schemeClr val="tx1"/>
                    </a:solidFill>
                    <a:prstDash val="sysDot"/>
                    <a:headEnd type="none" w="med" len="lg"/>
                    <a:tailEnd type="none" w="med" len="sm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19" name="TextBox 618">
                  <a:extLst>
                    <a:ext uri="{FF2B5EF4-FFF2-40B4-BE49-F238E27FC236}">
                      <a16:creationId xmlns:a16="http://schemas.microsoft.com/office/drawing/2014/main" id="{3737D566-4052-769C-D61E-D4C7A0C24DCB}"/>
                    </a:ext>
                  </a:extLst>
                </p:cNvPr>
                <p:cNvSpPr txBox="1"/>
                <p:nvPr/>
              </p:nvSpPr>
              <p:spPr>
                <a:xfrm>
                  <a:off x="2187514" y="2481786"/>
                  <a:ext cx="1490986" cy="2308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500" b="1" dirty="0"/>
                    <a:t>Execution scenario</a:t>
                  </a:r>
                  <a:endParaRPr lang="en-RU" sz="1500" b="1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3" name="TextBox 622">
                      <a:extLst>
                        <a:ext uri="{FF2B5EF4-FFF2-40B4-BE49-F238E27FC236}">
                          <a16:creationId xmlns:a16="http://schemas.microsoft.com/office/drawing/2014/main" id="{34681A86-F5AD-C66C-C89E-BD6C8C7651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66659" y="3443757"/>
                      <a:ext cx="231602" cy="43088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RU" sz="2800" dirty="0"/>
                    </a:p>
                  </p:txBody>
                </p:sp>
              </mc:Choice>
              <mc:Fallback xmlns="">
                <p:sp>
                  <p:nvSpPr>
                    <p:cNvPr id="623" name="TextBox 622">
                      <a:extLst>
                        <a:ext uri="{FF2B5EF4-FFF2-40B4-BE49-F238E27FC236}">
                          <a16:creationId xmlns:a16="http://schemas.microsoft.com/office/drawing/2014/main" id="{34681A86-F5AD-C66C-C89E-BD6C8C7651B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66659" y="3443757"/>
                      <a:ext cx="231602" cy="430887"/>
                    </a:xfrm>
                    <a:prstGeom prst="rect">
                      <a:avLst/>
                    </a:prstGeom>
                    <a:blipFill>
                      <a:blip r:embed="rId4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8" name="TextBox 757">
                      <a:extLst>
                        <a:ext uri="{FF2B5EF4-FFF2-40B4-BE49-F238E27FC236}">
                          <a16:creationId xmlns:a16="http://schemas.microsoft.com/office/drawing/2014/main" id="{559EF260-A31A-23B1-E67D-06265D64B0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44817" y="755072"/>
                      <a:ext cx="171457" cy="1552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758" name="TextBox 757">
                      <a:extLst>
                        <a:ext uri="{FF2B5EF4-FFF2-40B4-BE49-F238E27FC236}">
                          <a16:creationId xmlns:a16="http://schemas.microsoft.com/office/drawing/2014/main" id="{559EF260-A31A-23B1-E67D-06265D64B09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44817" y="755072"/>
                      <a:ext cx="171457" cy="155299"/>
                    </a:xfrm>
                    <a:prstGeom prst="rect">
                      <a:avLst/>
                    </a:prstGeom>
                    <a:blipFill>
                      <a:blip r:embed="rId48"/>
                      <a:stretch>
                        <a:fillRect l="-17857" t="-3846" r="-7143" b="-153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0" name="TextBox 759">
                      <a:extLst>
                        <a:ext uri="{FF2B5EF4-FFF2-40B4-BE49-F238E27FC236}">
                          <a16:creationId xmlns:a16="http://schemas.microsoft.com/office/drawing/2014/main" id="{C041B98E-27A4-D0BE-5D14-305356A135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49441" y="1050636"/>
                      <a:ext cx="171457" cy="1556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760" name="TextBox 759">
                      <a:extLst>
                        <a:ext uri="{FF2B5EF4-FFF2-40B4-BE49-F238E27FC236}">
                          <a16:creationId xmlns:a16="http://schemas.microsoft.com/office/drawing/2014/main" id="{C041B98E-27A4-D0BE-5D14-305356A1356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49441" y="1050636"/>
                      <a:ext cx="171457" cy="155620"/>
                    </a:xfrm>
                    <a:prstGeom prst="rect">
                      <a:avLst/>
                    </a:prstGeom>
                    <a:blipFill>
                      <a:blip r:embed="rId49"/>
                      <a:stretch>
                        <a:fillRect l="-17857" t="-4000" r="-7143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7" name="TextBox 766">
                      <a:extLst>
                        <a:ext uri="{FF2B5EF4-FFF2-40B4-BE49-F238E27FC236}">
                          <a16:creationId xmlns:a16="http://schemas.microsoft.com/office/drawing/2014/main" id="{67ACF787-10F4-945B-147F-03CB2999CC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00436" y="1046340"/>
                      <a:ext cx="174215" cy="15594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ru-RU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767" name="TextBox 766">
                      <a:extLst>
                        <a:ext uri="{FF2B5EF4-FFF2-40B4-BE49-F238E27FC236}">
                          <a16:creationId xmlns:a16="http://schemas.microsoft.com/office/drawing/2014/main" id="{67ACF787-10F4-945B-147F-03CB2999CC9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00436" y="1046340"/>
                      <a:ext cx="174215" cy="155940"/>
                    </a:xfrm>
                    <a:prstGeom prst="rect">
                      <a:avLst/>
                    </a:prstGeom>
                    <a:blipFill>
                      <a:blip r:embed="rId50"/>
                      <a:stretch>
                        <a:fillRect l="-21429" t="-4000" r="-7143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71" name="TextBox 770">
                      <a:extLst>
                        <a:ext uri="{FF2B5EF4-FFF2-40B4-BE49-F238E27FC236}">
                          <a16:creationId xmlns:a16="http://schemas.microsoft.com/office/drawing/2014/main" id="{AC4398E3-1BBC-AEEE-7F4D-E3D98E5566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71809" y="3220822"/>
                      <a:ext cx="138115" cy="1556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771" name="TextBox 770">
                      <a:extLst>
                        <a:ext uri="{FF2B5EF4-FFF2-40B4-BE49-F238E27FC236}">
                          <a16:creationId xmlns:a16="http://schemas.microsoft.com/office/drawing/2014/main" id="{AC4398E3-1BBC-AEEE-7F4D-E3D98E5566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1809" y="3220822"/>
                      <a:ext cx="138115" cy="155620"/>
                    </a:xfrm>
                    <a:prstGeom prst="rect">
                      <a:avLst/>
                    </a:prstGeom>
                    <a:blipFill>
                      <a:blip r:embed="rId51"/>
                      <a:stretch>
                        <a:fillRect l="-30435" t="-4000" r="-4348" b="-3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0" name="TextBox 269">
                      <a:extLst>
                        <a:ext uri="{FF2B5EF4-FFF2-40B4-BE49-F238E27FC236}">
                          <a16:creationId xmlns:a16="http://schemas.microsoft.com/office/drawing/2014/main" id="{2A550079-F45F-E96C-8CE9-380EB3B69E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52717" y="1050435"/>
                      <a:ext cx="174215" cy="15671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270" name="TextBox 269">
                      <a:extLst>
                        <a:ext uri="{FF2B5EF4-FFF2-40B4-BE49-F238E27FC236}">
                          <a16:creationId xmlns:a16="http://schemas.microsoft.com/office/drawing/2014/main" id="{2A550079-F45F-E96C-8CE9-380EB3B69E1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52717" y="1050435"/>
                      <a:ext cx="174215" cy="156710"/>
                    </a:xfrm>
                    <a:prstGeom prst="rect">
                      <a:avLst/>
                    </a:prstGeom>
                    <a:blipFill>
                      <a:blip r:embed="rId52"/>
                      <a:stretch>
                        <a:fillRect l="-17241" r="-3448" b="-153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76" name="Rectangle 575">
                  <a:extLst>
                    <a:ext uri="{FF2B5EF4-FFF2-40B4-BE49-F238E27FC236}">
                      <a16:creationId xmlns:a16="http://schemas.microsoft.com/office/drawing/2014/main" id="{09E9E562-871F-5965-5FCB-CD2281DC8027}"/>
                    </a:ext>
                  </a:extLst>
                </p:cNvPr>
                <p:cNvSpPr/>
                <p:nvPr/>
              </p:nvSpPr>
              <p:spPr>
                <a:xfrm flipH="1">
                  <a:off x="3020657" y="2840701"/>
                  <a:ext cx="1559732" cy="289752"/>
                </a:xfrm>
                <a:prstGeom prst="rect">
                  <a:avLst/>
                </a:prstGeom>
                <a:solidFill>
                  <a:srgbClr val="C00000"/>
                </a:solidFill>
                <a:ln w="12700" cmpd="sng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9" name="TextBox 768">
                      <a:extLst>
                        <a:ext uri="{FF2B5EF4-FFF2-40B4-BE49-F238E27FC236}">
                          <a16:creationId xmlns:a16="http://schemas.microsoft.com/office/drawing/2014/main" id="{A0521393-9D79-F813-1B0C-93C7ABD86E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1348" y="2926261"/>
                      <a:ext cx="138115" cy="1552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769" name="TextBox 768">
                      <a:extLst>
                        <a:ext uri="{FF2B5EF4-FFF2-40B4-BE49-F238E27FC236}">
                          <a16:creationId xmlns:a16="http://schemas.microsoft.com/office/drawing/2014/main" id="{A0521393-9D79-F813-1B0C-93C7ABD86E9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31348" y="2926261"/>
                      <a:ext cx="138115" cy="155299"/>
                    </a:xfrm>
                    <a:prstGeom prst="rect">
                      <a:avLst/>
                    </a:prstGeom>
                    <a:blipFill>
                      <a:blip r:embed="rId53"/>
                      <a:stretch>
                        <a:fillRect l="-34783" t="-3846" r="-4348" b="-307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5" name="Straight Arrow Connector 616">
                  <a:extLst>
                    <a:ext uri="{FF2B5EF4-FFF2-40B4-BE49-F238E27FC236}">
                      <a16:creationId xmlns:a16="http://schemas.microsoft.com/office/drawing/2014/main" id="{04CFE8CC-9303-7F73-2161-8DC213D531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9187" y="1348081"/>
                  <a:ext cx="3894468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stealth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Freeform 660">
                  <a:extLst>
                    <a:ext uri="{FF2B5EF4-FFF2-40B4-BE49-F238E27FC236}">
                      <a16:creationId xmlns:a16="http://schemas.microsoft.com/office/drawing/2014/main" id="{157A0E8F-EEFC-747F-15AD-F7DDA2738949}"/>
                    </a:ext>
                  </a:extLst>
                </p:cNvPr>
                <p:cNvSpPr/>
                <p:nvPr/>
              </p:nvSpPr>
              <p:spPr>
                <a:xfrm>
                  <a:off x="2869110" y="2739807"/>
                  <a:ext cx="153745" cy="1062020"/>
                </a:xfrm>
                <a:custGeom>
                  <a:avLst/>
                  <a:gdLst>
                    <a:gd name="csX0" fmla="*/ 61951 w 195766"/>
                    <a:gd name="csY0" fmla="*/ 178 h 936906"/>
                    <a:gd name="csX1" fmla="*/ 156736 w 195766"/>
                    <a:gd name="csY1" fmla="*/ 11330 h 936906"/>
                    <a:gd name="csX2" fmla="*/ 179039 w 195766"/>
                    <a:gd name="csY2" fmla="*/ 72661 h 936906"/>
                    <a:gd name="csX3" fmla="*/ 195766 w 195766"/>
                    <a:gd name="csY3" fmla="*/ 290110 h 936906"/>
                    <a:gd name="csX4" fmla="*/ 179039 w 195766"/>
                    <a:gd name="csY4" fmla="*/ 591193 h 936906"/>
                    <a:gd name="csX5" fmla="*/ 156736 w 195766"/>
                    <a:gd name="csY5" fmla="*/ 853247 h 936906"/>
                    <a:gd name="csX6" fmla="*/ 45224 w 195766"/>
                    <a:gd name="csY6" fmla="*/ 931305 h 936906"/>
                    <a:gd name="csX7" fmla="*/ 6195 w 195766"/>
                    <a:gd name="csY7" fmla="*/ 725008 h 936906"/>
                    <a:gd name="csX8" fmla="*/ 619 w 195766"/>
                    <a:gd name="csY8" fmla="*/ 462954 h 936906"/>
                    <a:gd name="csX0" fmla="*/ 61951 w 201083"/>
                    <a:gd name="csY0" fmla="*/ 178 h 936626"/>
                    <a:gd name="csX1" fmla="*/ 156736 w 201083"/>
                    <a:gd name="csY1" fmla="*/ 11330 h 936626"/>
                    <a:gd name="csX2" fmla="*/ 179039 w 201083"/>
                    <a:gd name="csY2" fmla="*/ 72661 h 936626"/>
                    <a:gd name="csX3" fmla="*/ 195766 w 201083"/>
                    <a:gd name="csY3" fmla="*/ 290110 h 936626"/>
                    <a:gd name="csX4" fmla="*/ 198089 w 201083"/>
                    <a:gd name="csY4" fmla="*/ 613418 h 936626"/>
                    <a:gd name="csX5" fmla="*/ 156736 w 201083"/>
                    <a:gd name="csY5" fmla="*/ 853247 h 936626"/>
                    <a:gd name="csX6" fmla="*/ 45224 w 201083"/>
                    <a:gd name="csY6" fmla="*/ 931305 h 936626"/>
                    <a:gd name="csX7" fmla="*/ 6195 w 201083"/>
                    <a:gd name="csY7" fmla="*/ 725008 h 936626"/>
                    <a:gd name="csX8" fmla="*/ 619 w 201083"/>
                    <a:gd name="csY8" fmla="*/ 462954 h 936626"/>
                    <a:gd name="csX0" fmla="*/ 61951 w 199907"/>
                    <a:gd name="csY0" fmla="*/ 178 h 939906"/>
                    <a:gd name="csX1" fmla="*/ 156736 w 199907"/>
                    <a:gd name="csY1" fmla="*/ 11330 h 939906"/>
                    <a:gd name="csX2" fmla="*/ 179039 w 199907"/>
                    <a:gd name="csY2" fmla="*/ 72661 h 939906"/>
                    <a:gd name="csX3" fmla="*/ 195766 w 199907"/>
                    <a:gd name="csY3" fmla="*/ 290110 h 939906"/>
                    <a:gd name="csX4" fmla="*/ 198089 w 199907"/>
                    <a:gd name="csY4" fmla="*/ 613418 h 939906"/>
                    <a:gd name="csX5" fmla="*/ 172611 w 199907"/>
                    <a:gd name="csY5" fmla="*/ 872297 h 939906"/>
                    <a:gd name="csX6" fmla="*/ 45224 w 199907"/>
                    <a:gd name="csY6" fmla="*/ 931305 h 939906"/>
                    <a:gd name="csX7" fmla="*/ 6195 w 199907"/>
                    <a:gd name="csY7" fmla="*/ 725008 h 939906"/>
                    <a:gd name="csX8" fmla="*/ 619 w 199907"/>
                    <a:gd name="csY8" fmla="*/ 462954 h 939906"/>
                    <a:gd name="csX0" fmla="*/ 61951 w 199907"/>
                    <a:gd name="csY0" fmla="*/ 178 h 936876"/>
                    <a:gd name="csX1" fmla="*/ 156736 w 199907"/>
                    <a:gd name="csY1" fmla="*/ 11330 h 936876"/>
                    <a:gd name="csX2" fmla="*/ 179039 w 199907"/>
                    <a:gd name="csY2" fmla="*/ 72661 h 936876"/>
                    <a:gd name="csX3" fmla="*/ 195766 w 199907"/>
                    <a:gd name="csY3" fmla="*/ 290110 h 936876"/>
                    <a:gd name="csX4" fmla="*/ 198089 w 199907"/>
                    <a:gd name="csY4" fmla="*/ 613418 h 936876"/>
                    <a:gd name="csX5" fmla="*/ 172611 w 199907"/>
                    <a:gd name="csY5" fmla="*/ 872297 h 936876"/>
                    <a:gd name="csX6" fmla="*/ 45224 w 199907"/>
                    <a:gd name="csY6" fmla="*/ 931305 h 936876"/>
                    <a:gd name="csX7" fmla="*/ 6195 w 199907"/>
                    <a:gd name="csY7" fmla="*/ 769458 h 936876"/>
                    <a:gd name="csX8" fmla="*/ 619 w 199907"/>
                    <a:gd name="csY8" fmla="*/ 462954 h 936876"/>
                    <a:gd name="csX0" fmla="*/ 61951 w 199907"/>
                    <a:gd name="csY0" fmla="*/ 178 h 931261"/>
                    <a:gd name="csX1" fmla="*/ 156736 w 199907"/>
                    <a:gd name="csY1" fmla="*/ 11330 h 931261"/>
                    <a:gd name="csX2" fmla="*/ 179039 w 199907"/>
                    <a:gd name="csY2" fmla="*/ 72661 h 931261"/>
                    <a:gd name="csX3" fmla="*/ 195766 w 199907"/>
                    <a:gd name="csY3" fmla="*/ 290110 h 931261"/>
                    <a:gd name="csX4" fmla="*/ 198089 w 199907"/>
                    <a:gd name="csY4" fmla="*/ 613418 h 931261"/>
                    <a:gd name="csX5" fmla="*/ 172611 w 199907"/>
                    <a:gd name="csY5" fmla="*/ 872297 h 931261"/>
                    <a:gd name="csX6" fmla="*/ 67449 w 199907"/>
                    <a:gd name="csY6" fmla="*/ 924955 h 931261"/>
                    <a:gd name="csX7" fmla="*/ 6195 w 199907"/>
                    <a:gd name="csY7" fmla="*/ 769458 h 931261"/>
                    <a:gd name="csX8" fmla="*/ 619 w 199907"/>
                    <a:gd name="csY8" fmla="*/ 462954 h 931261"/>
                    <a:gd name="csX0" fmla="*/ 61951 w 199907"/>
                    <a:gd name="csY0" fmla="*/ 178 h 932600"/>
                    <a:gd name="csX1" fmla="*/ 156736 w 199907"/>
                    <a:gd name="csY1" fmla="*/ 11330 h 932600"/>
                    <a:gd name="csX2" fmla="*/ 179039 w 199907"/>
                    <a:gd name="csY2" fmla="*/ 72661 h 932600"/>
                    <a:gd name="csX3" fmla="*/ 195766 w 199907"/>
                    <a:gd name="csY3" fmla="*/ 290110 h 932600"/>
                    <a:gd name="csX4" fmla="*/ 198089 w 199907"/>
                    <a:gd name="csY4" fmla="*/ 613418 h 932600"/>
                    <a:gd name="csX5" fmla="*/ 172611 w 199907"/>
                    <a:gd name="csY5" fmla="*/ 872297 h 932600"/>
                    <a:gd name="csX6" fmla="*/ 67449 w 199907"/>
                    <a:gd name="csY6" fmla="*/ 924955 h 932600"/>
                    <a:gd name="csX7" fmla="*/ 6195 w 199907"/>
                    <a:gd name="csY7" fmla="*/ 769458 h 932600"/>
                    <a:gd name="csX8" fmla="*/ 619 w 199907"/>
                    <a:gd name="csY8" fmla="*/ 462954 h 932600"/>
                    <a:gd name="csX0" fmla="*/ 61951 w 199907"/>
                    <a:gd name="csY0" fmla="*/ 178 h 932600"/>
                    <a:gd name="csX1" fmla="*/ 156736 w 199907"/>
                    <a:gd name="csY1" fmla="*/ 11330 h 932600"/>
                    <a:gd name="csX2" fmla="*/ 179039 w 199907"/>
                    <a:gd name="csY2" fmla="*/ 72661 h 932600"/>
                    <a:gd name="csX3" fmla="*/ 195766 w 199907"/>
                    <a:gd name="csY3" fmla="*/ 366310 h 932600"/>
                    <a:gd name="csX4" fmla="*/ 198089 w 199907"/>
                    <a:gd name="csY4" fmla="*/ 613418 h 932600"/>
                    <a:gd name="csX5" fmla="*/ 172611 w 199907"/>
                    <a:gd name="csY5" fmla="*/ 872297 h 932600"/>
                    <a:gd name="csX6" fmla="*/ 67449 w 199907"/>
                    <a:gd name="csY6" fmla="*/ 924955 h 932600"/>
                    <a:gd name="csX7" fmla="*/ 6195 w 199907"/>
                    <a:gd name="csY7" fmla="*/ 769458 h 932600"/>
                    <a:gd name="csX8" fmla="*/ 619 w 199907"/>
                    <a:gd name="csY8" fmla="*/ 462954 h 932600"/>
                    <a:gd name="csX0" fmla="*/ 61951 w 199793"/>
                    <a:gd name="csY0" fmla="*/ 4951 h 937373"/>
                    <a:gd name="csX1" fmla="*/ 156736 w 199793"/>
                    <a:gd name="csY1" fmla="*/ 16103 h 937373"/>
                    <a:gd name="csX2" fmla="*/ 182214 w 199793"/>
                    <a:gd name="csY2" fmla="*/ 169509 h 937373"/>
                    <a:gd name="csX3" fmla="*/ 195766 w 199793"/>
                    <a:gd name="csY3" fmla="*/ 371083 h 937373"/>
                    <a:gd name="csX4" fmla="*/ 198089 w 199793"/>
                    <a:gd name="csY4" fmla="*/ 618191 h 937373"/>
                    <a:gd name="csX5" fmla="*/ 172611 w 199793"/>
                    <a:gd name="csY5" fmla="*/ 877070 h 937373"/>
                    <a:gd name="csX6" fmla="*/ 67449 w 199793"/>
                    <a:gd name="csY6" fmla="*/ 929728 h 937373"/>
                    <a:gd name="csX7" fmla="*/ 6195 w 199793"/>
                    <a:gd name="csY7" fmla="*/ 774231 h 937373"/>
                    <a:gd name="csX8" fmla="*/ 619 w 199793"/>
                    <a:gd name="csY8" fmla="*/ 467727 h 937373"/>
                    <a:gd name="csX0" fmla="*/ 61951 w 199793"/>
                    <a:gd name="csY0" fmla="*/ 10 h 932432"/>
                    <a:gd name="csX1" fmla="*/ 156736 w 199793"/>
                    <a:gd name="csY1" fmla="*/ 42912 h 932432"/>
                    <a:gd name="csX2" fmla="*/ 182214 w 199793"/>
                    <a:gd name="csY2" fmla="*/ 164568 h 932432"/>
                    <a:gd name="csX3" fmla="*/ 195766 w 199793"/>
                    <a:gd name="csY3" fmla="*/ 366142 h 932432"/>
                    <a:gd name="csX4" fmla="*/ 198089 w 199793"/>
                    <a:gd name="csY4" fmla="*/ 613250 h 932432"/>
                    <a:gd name="csX5" fmla="*/ 172611 w 199793"/>
                    <a:gd name="csY5" fmla="*/ 872129 h 932432"/>
                    <a:gd name="csX6" fmla="*/ 67449 w 199793"/>
                    <a:gd name="csY6" fmla="*/ 924787 h 932432"/>
                    <a:gd name="csX7" fmla="*/ 6195 w 199793"/>
                    <a:gd name="csY7" fmla="*/ 769290 h 932432"/>
                    <a:gd name="csX8" fmla="*/ 619 w 199793"/>
                    <a:gd name="csY8" fmla="*/ 462786 h 932432"/>
                    <a:gd name="csX0" fmla="*/ 14326 w 199793"/>
                    <a:gd name="csY0" fmla="*/ 15 h 926087"/>
                    <a:gd name="csX1" fmla="*/ 156736 w 199793"/>
                    <a:gd name="csY1" fmla="*/ 36567 h 926087"/>
                    <a:gd name="csX2" fmla="*/ 182214 w 199793"/>
                    <a:gd name="csY2" fmla="*/ 158223 h 926087"/>
                    <a:gd name="csX3" fmla="*/ 195766 w 199793"/>
                    <a:gd name="csY3" fmla="*/ 359797 h 926087"/>
                    <a:gd name="csX4" fmla="*/ 198089 w 199793"/>
                    <a:gd name="csY4" fmla="*/ 606905 h 926087"/>
                    <a:gd name="csX5" fmla="*/ 172611 w 199793"/>
                    <a:gd name="csY5" fmla="*/ 865784 h 926087"/>
                    <a:gd name="csX6" fmla="*/ 67449 w 199793"/>
                    <a:gd name="csY6" fmla="*/ 918442 h 926087"/>
                    <a:gd name="csX7" fmla="*/ 6195 w 199793"/>
                    <a:gd name="csY7" fmla="*/ 762945 h 926087"/>
                    <a:gd name="csX8" fmla="*/ 619 w 199793"/>
                    <a:gd name="csY8" fmla="*/ 456441 h 926087"/>
                    <a:gd name="csX0" fmla="*/ 14326 w 201152"/>
                    <a:gd name="csY0" fmla="*/ 15 h 926087"/>
                    <a:gd name="csX1" fmla="*/ 156736 w 201152"/>
                    <a:gd name="csY1" fmla="*/ 36567 h 926087"/>
                    <a:gd name="csX2" fmla="*/ 182214 w 201152"/>
                    <a:gd name="csY2" fmla="*/ 158223 h 926087"/>
                    <a:gd name="csX3" fmla="*/ 198941 w 201152"/>
                    <a:gd name="csY3" fmla="*/ 423297 h 926087"/>
                    <a:gd name="csX4" fmla="*/ 198089 w 201152"/>
                    <a:gd name="csY4" fmla="*/ 606905 h 926087"/>
                    <a:gd name="csX5" fmla="*/ 172611 w 201152"/>
                    <a:gd name="csY5" fmla="*/ 865784 h 926087"/>
                    <a:gd name="csX6" fmla="*/ 67449 w 201152"/>
                    <a:gd name="csY6" fmla="*/ 918442 h 926087"/>
                    <a:gd name="csX7" fmla="*/ 6195 w 201152"/>
                    <a:gd name="csY7" fmla="*/ 762945 h 926087"/>
                    <a:gd name="csX8" fmla="*/ 619 w 201152"/>
                    <a:gd name="csY8" fmla="*/ 456441 h 926087"/>
                    <a:gd name="csX0" fmla="*/ 14326 w 200437"/>
                    <a:gd name="csY0" fmla="*/ 38 h 926110"/>
                    <a:gd name="csX1" fmla="*/ 156736 w 200437"/>
                    <a:gd name="csY1" fmla="*/ 36590 h 926110"/>
                    <a:gd name="csX2" fmla="*/ 194914 w 200437"/>
                    <a:gd name="csY2" fmla="*/ 202696 h 926110"/>
                    <a:gd name="csX3" fmla="*/ 198941 w 200437"/>
                    <a:gd name="csY3" fmla="*/ 423320 h 926110"/>
                    <a:gd name="csX4" fmla="*/ 198089 w 200437"/>
                    <a:gd name="csY4" fmla="*/ 606928 h 926110"/>
                    <a:gd name="csX5" fmla="*/ 172611 w 200437"/>
                    <a:gd name="csY5" fmla="*/ 865807 h 926110"/>
                    <a:gd name="csX6" fmla="*/ 67449 w 200437"/>
                    <a:gd name="csY6" fmla="*/ 918465 h 926110"/>
                    <a:gd name="csX7" fmla="*/ 6195 w 200437"/>
                    <a:gd name="csY7" fmla="*/ 762968 h 926110"/>
                    <a:gd name="csX8" fmla="*/ 619 w 200437"/>
                    <a:gd name="csY8" fmla="*/ 456464 h 926110"/>
                    <a:gd name="csX0" fmla="*/ 14326 w 200437"/>
                    <a:gd name="csY0" fmla="*/ 280 h 926352"/>
                    <a:gd name="csX1" fmla="*/ 140861 w 200437"/>
                    <a:gd name="csY1" fmla="*/ 30482 h 926352"/>
                    <a:gd name="csX2" fmla="*/ 194914 w 200437"/>
                    <a:gd name="csY2" fmla="*/ 202938 h 926352"/>
                    <a:gd name="csX3" fmla="*/ 198941 w 200437"/>
                    <a:gd name="csY3" fmla="*/ 423562 h 926352"/>
                    <a:gd name="csX4" fmla="*/ 198089 w 200437"/>
                    <a:gd name="csY4" fmla="*/ 607170 h 926352"/>
                    <a:gd name="csX5" fmla="*/ 172611 w 200437"/>
                    <a:gd name="csY5" fmla="*/ 866049 h 926352"/>
                    <a:gd name="csX6" fmla="*/ 67449 w 200437"/>
                    <a:gd name="csY6" fmla="*/ 918707 h 926352"/>
                    <a:gd name="csX7" fmla="*/ 6195 w 200437"/>
                    <a:gd name="csY7" fmla="*/ 763210 h 926352"/>
                    <a:gd name="csX8" fmla="*/ 619 w 200437"/>
                    <a:gd name="csY8" fmla="*/ 456706 h 926352"/>
                    <a:gd name="csX0" fmla="*/ 14326 w 200437"/>
                    <a:gd name="csY0" fmla="*/ 2065 h 928137"/>
                    <a:gd name="csX1" fmla="*/ 140861 w 200437"/>
                    <a:gd name="csY1" fmla="*/ 32267 h 928137"/>
                    <a:gd name="csX2" fmla="*/ 194914 w 200437"/>
                    <a:gd name="csY2" fmla="*/ 204723 h 928137"/>
                    <a:gd name="csX3" fmla="*/ 198941 w 200437"/>
                    <a:gd name="csY3" fmla="*/ 425347 h 928137"/>
                    <a:gd name="csX4" fmla="*/ 198089 w 200437"/>
                    <a:gd name="csY4" fmla="*/ 608955 h 928137"/>
                    <a:gd name="csX5" fmla="*/ 172611 w 200437"/>
                    <a:gd name="csY5" fmla="*/ 867834 h 928137"/>
                    <a:gd name="csX6" fmla="*/ 67449 w 200437"/>
                    <a:gd name="csY6" fmla="*/ 920492 h 928137"/>
                    <a:gd name="csX7" fmla="*/ 6195 w 200437"/>
                    <a:gd name="csY7" fmla="*/ 764995 h 928137"/>
                    <a:gd name="csX8" fmla="*/ 619 w 200437"/>
                    <a:gd name="csY8" fmla="*/ 458491 h 9281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0437" h="928137">
                      <a:moveTo>
                        <a:pt x="14326" y="2065"/>
                      </a:moveTo>
                      <a:cubicBezTo>
                        <a:pt x="51961" y="1601"/>
                        <a:pt x="85363" y="-11034"/>
                        <a:pt x="140861" y="32267"/>
                      </a:cubicBezTo>
                      <a:cubicBezTo>
                        <a:pt x="196359" y="75568"/>
                        <a:pt x="185234" y="139210"/>
                        <a:pt x="194914" y="204723"/>
                      </a:cubicBezTo>
                      <a:cubicBezTo>
                        <a:pt x="204594" y="270236"/>
                        <a:pt x="198412" y="357975"/>
                        <a:pt x="198941" y="425347"/>
                      </a:cubicBezTo>
                      <a:cubicBezTo>
                        <a:pt x="199470" y="492719"/>
                        <a:pt x="202477" y="535207"/>
                        <a:pt x="198089" y="608955"/>
                      </a:cubicBezTo>
                      <a:cubicBezTo>
                        <a:pt x="193701" y="682703"/>
                        <a:pt x="194384" y="815911"/>
                        <a:pt x="172611" y="867834"/>
                      </a:cubicBezTo>
                      <a:cubicBezTo>
                        <a:pt x="150838" y="919757"/>
                        <a:pt x="114235" y="940807"/>
                        <a:pt x="67449" y="920492"/>
                      </a:cubicBezTo>
                      <a:cubicBezTo>
                        <a:pt x="20663" y="900177"/>
                        <a:pt x="13629" y="843054"/>
                        <a:pt x="6195" y="764995"/>
                      </a:cubicBezTo>
                      <a:cubicBezTo>
                        <a:pt x="-1239" y="686937"/>
                        <a:pt x="-310" y="550489"/>
                        <a:pt x="619" y="458491"/>
                      </a:cubicBezTo>
                    </a:path>
                  </a:pathLst>
                </a:custGeom>
                <a:noFill/>
                <a:ln w="19050">
                  <a:solidFill>
                    <a:schemeClr val="accent1">
                      <a:lumMod val="60000"/>
                      <a:lumOff val="40000"/>
                    </a:schemeClr>
                  </a:solidFill>
                  <a:tailEnd type="stealt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2117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1" name="Правая фигурная скобка 10"/>
                <p:cNvSpPr/>
                <p:nvPr/>
              </p:nvSpPr>
              <p:spPr>
                <a:xfrm rot="16200000">
                  <a:off x="5656471" y="2409962"/>
                  <a:ext cx="142240" cy="760031"/>
                </a:xfrm>
                <a:prstGeom prst="rightBrace">
                  <a:avLst>
                    <a:gd name="adj1" fmla="val 8333"/>
                    <a:gd name="adj2" fmla="val 47880"/>
                  </a:avLst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 sz="2117"/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9CA1E38-1D8D-68C9-B44B-88E517A4BBF3}"/>
                    </a:ext>
                  </a:extLst>
                </p:cNvPr>
                <p:cNvSpPr txBox="1"/>
                <p:nvPr/>
              </p:nvSpPr>
              <p:spPr>
                <a:xfrm>
                  <a:off x="5364843" y="2418821"/>
                  <a:ext cx="747642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200" dirty="0"/>
                    <a:t>Busy polling</a:t>
                  </a:r>
                  <a:endParaRPr lang="en-RU" sz="1200" dirty="0"/>
                </a:p>
              </p:txBody>
            </p:sp>
            <p:sp>
              <p:nvSpPr>
                <p:cNvPr id="179" name="Rectangle 769">
                  <a:extLst>
                    <a:ext uri="{FF2B5EF4-FFF2-40B4-BE49-F238E27FC236}">
                      <a16:creationId xmlns:a16="http://schemas.microsoft.com/office/drawing/2014/main" id="{18EFE200-5563-F534-DD92-98D5A8C2F86E}"/>
                    </a:ext>
                  </a:extLst>
                </p:cNvPr>
                <p:cNvSpPr/>
                <p:nvPr/>
              </p:nvSpPr>
              <p:spPr>
                <a:xfrm flipH="1">
                  <a:off x="6094466" y="3142900"/>
                  <a:ext cx="787612" cy="289752"/>
                </a:xfrm>
                <a:prstGeom prst="rect">
                  <a:avLst/>
                </a:prstGeom>
                <a:solidFill>
                  <a:srgbClr val="C00000"/>
                </a:solidFill>
                <a:ln w="12700" cmpd="sng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AC4398E3-1BBC-AEEE-7F4D-E3D98E5566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12444" y="3209966"/>
                      <a:ext cx="140872" cy="15671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AC4398E3-1BBC-AEEE-7F4D-E3D98E5566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12444" y="3209966"/>
                      <a:ext cx="140872" cy="156710"/>
                    </a:xfrm>
                    <a:prstGeom prst="rect">
                      <a:avLst/>
                    </a:prstGeom>
                    <a:blipFill>
                      <a:blip r:embed="rId54"/>
                      <a:stretch>
                        <a:fillRect l="-34783" t="-4000" r="-4348" b="-3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0" name="Правая фигурная скобка 39"/>
                <p:cNvSpPr/>
                <p:nvPr/>
              </p:nvSpPr>
              <p:spPr>
                <a:xfrm rot="5400000">
                  <a:off x="4082027" y="2744174"/>
                  <a:ext cx="170800" cy="2374823"/>
                </a:xfrm>
                <a:prstGeom prst="rightBrace">
                  <a:avLst>
                    <a:gd name="adj1" fmla="val 101754"/>
                    <a:gd name="adj2" fmla="val 58359"/>
                  </a:avLst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 sz="211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3" name="TextBox 232">
                      <a:extLst>
                        <a:ext uri="{FF2B5EF4-FFF2-40B4-BE49-F238E27FC236}">
                          <a16:creationId xmlns:a16="http://schemas.microsoft.com/office/drawing/2014/main" id="{E64389DC-3A52-4AE3-A346-09A38E928D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37541" y="4030292"/>
                      <a:ext cx="780085" cy="18466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𝑖𝑡𝑒𝑟𝑎𝑡𝑖𝑜𝑛</m:t>
                            </m:r>
                          </m:oMath>
                        </m:oMathPara>
                      </a14:m>
                      <a:endParaRPr lang="en-RU" sz="1200" dirty="0"/>
                    </a:p>
                  </p:txBody>
                </p:sp>
              </mc:Choice>
              <mc:Fallback xmlns="">
                <p:sp>
                  <p:nvSpPr>
                    <p:cNvPr id="233" name="TextBox 232">
                      <a:extLst>
                        <a:ext uri="{FF2B5EF4-FFF2-40B4-BE49-F238E27FC236}">
                          <a16:creationId xmlns:a16="http://schemas.microsoft.com/office/drawing/2014/main" id="{E64389DC-3A52-4AE3-A346-09A38E928D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7541" y="4030292"/>
                      <a:ext cx="780085" cy="184666"/>
                    </a:xfrm>
                    <a:prstGeom prst="rect">
                      <a:avLst/>
                    </a:prstGeom>
                    <a:blipFill>
                      <a:blip r:embed="rId55"/>
                      <a:stretch>
                        <a:fillRect l="-4688" r="-3906" b="-322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04" name="Straight Connector 90">
                  <a:extLst>
                    <a:ext uri="{FF2B5EF4-FFF2-40B4-BE49-F238E27FC236}">
                      <a16:creationId xmlns:a16="http://schemas.microsoft.com/office/drawing/2014/main" id="{DC6DC92F-EB95-9110-8B93-477E92CE72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81960" y="765238"/>
                  <a:ext cx="1346" cy="281191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headEnd type="none" w="med" len="sm"/>
                  <a:tailEnd type="stealth" w="med" len="me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6" name="TextBox 205">
                      <a:extLst>
                        <a:ext uri="{FF2B5EF4-FFF2-40B4-BE49-F238E27FC236}">
                          <a16:creationId xmlns:a16="http://schemas.microsoft.com/office/drawing/2014/main" id="{559EF260-A31A-23B1-E67D-06265D64B0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15814" y="744600"/>
                      <a:ext cx="174215" cy="15562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206" name="TextBox 205">
                      <a:extLst>
                        <a:ext uri="{FF2B5EF4-FFF2-40B4-BE49-F238E27FC236}">
                          <a16:creationId xmlns:a16="http://schemas.microsoft.com/office/drawing/2014/main" id="{559EF260-A31A-23B1-E67D-06265D64B09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15814" y="744600"/>
                      <a:ext cx="174215" cy="155620"/>
                    </a:xfrm>
                    <a:prstGeom prst="rect">
                      <a:avLst/>
                    </a:prstGeom>
                    <a:blipFill>
                      <a:blip r:embed="rId56"/>
                      <a:stretch>
                        <a:fillRect l="-17241" r="-3448" b="-153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17" name="Straight Arrow Connector 616">
                  <a:extLst>
                    <a:ext uri="{FF2B5EF4-FFF2-40B4-BE49-F238E27FC236}">
                      <a16:creationId xmlns:a16="http://schemas.microsoft.com/office/drawing/2014/main" id="{C9462C9F-DDE2-C2EB-45BE-98CF04EB98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45184" y="3436033"/>
                  <a:ext cx="3937716" cy="570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stealth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0" name="Freeform 660">
                  <a:extLst>
                    <a:ext uri="{FF2B5EF4-FFF2-40B4-BE49-F238E27FC236}">
                      <a16:creationId xmlns:a16="http://schemas.microsoft.com/office/drawing/2014/main" id="{157A0E8F-EEFC-747F-15AD-F7DDA2738949}"/>
                    </a:ext>
                  </a:extLst>
                </p:cNvPr>
                <p:cNvSpPr/>
                <p:nvPr/>
              </p:nvSpPr>
              <p:spPr>
                <a:xfrm>
                  <a:off x="5940015" y="2736882"/>
                  <a:ext cx="153745" cy="1062020"/>
                </a:xfrm>
                <a:custGeom>
                  <a:avLst/>
                  <a:gdLst>
                    <a:gd name="csX0" fmla="*/ 61951 w 195766"/>
                    <a:gd name="csY0" fmla="*/ 178 h 936906"/>
                    <a:gd name="csX1" fmla="*/ 156736 w 195766"/>
                    <a:gd name="csY1" fmla="*/ 11330 h 936906"/>
                    <a:gd name="csX2" fmla="*/ 179039 w 195766"/>
                    <a:gd name="csY2" fmla="*/ 72661 h 936906"/>
                    <a:gd name="csX3" fmla="*/ 195766 w 195766"/>
                    <a:gd name="csY3" fmla="*/ 290110 h 936906"/>
                    <a:gd name="csX4" fmla="*/ 179039 w 195766"/>
                    <a:gd name="csY4" fmla="*/ 591193 h 936906"/>
                    <a:gd name="csX5" fmla="*/ 156736 w 195766"/>
                    <a:gd name="csY5" fmla="*/ 853247 h 936906"/>
                    <a:gd name="csX6" fmla="*/ 45224 w 195766"/>
                    <a:gd name="csY6" fmla="*/ 931305 h 936906"/>
                    <a:gd name="csX7" fmla="*/ 6195 w 195766"/>
                    <a:gd name="csY7" fmla="*/ 725008 h 936906"/>
                    <a:gd name="csX8" fmla="*/ 619 w 195766"/>
                    <a:gd name="csY8" fmla="*/ 462954 h 936906"/>
                    <a:gd name="csX0" fmla="*/ 61951 w 201083"/>
                    <a:gd name="csY0" fmla="*/ 178 h 936626"/>
                    <a:gd name="csX1" fmla="*/ 156736 w 201083"/>
                    <a:gd name="csY1" fmla="*/ 11330 h 936626"/>
                    <a:gd name="csX2" fmla="*/ 179039 w 201083"/>
                    <a:gd name="csY2" fmla="*/ 72661 h 936626"/>
                    <a:gd name="csX3" fmla="*/ 195766 w 201083"/>
                    <a:gd name="csY3" fmla="*/ 290110 h 936626"/>
                    <a:gd name="csX4" fmla="*/ 198089 w 201083"/>
                    <a:gd name="csY4" fmla="*/ 613418 h 936626"/>
                    <a:gd name="csX5" fmla="*/ 156736 w 201083"/>
                    <a:gd name="csY5" fmla="*/ 853247 h 936626"/>
                    <a:gd name="csX6" fmla="*/ 45224 w 201083"/>
                    <a:gd name="csY6" fmla="*/ 931305 h 936626"/>
                    <a:gd name="csX7" fmla="*/ 6195 w 201083"/>
                    <a:gd name="csY7" fmla="*/ 725008 h 936626"/>
                    <a:gd name="csX8" fmla="*/ 619 w 201083"/>
                    <a:gd name="csY8" fmla="*/ 462954 h 936626"/>
                    <a:gd name="csX0" fmla="*/ 61951 w 199907"/>
                    <a:gd name="csY0" fmla="*/ 178 h 939906"/>
                    <a:gd name="csX1" fmla="*/ 156736 w 199907"/>
                    <a:gd name="csY1" fmla="*/ 11330 h 939906"/>
                    <a:gd name="csX2" fmla="*/ 179039 w 199907"/>
                    <a:gd name="csY2" fmla="*/ 72661 h 939906"/>
                    <a:gd name="csX3" fmla="*/ 195766 w 199907"/>
                    <a:gd name="csY3" fmla="*/ 290110 h 939906"/>
                    <a:gd name="csX4" fmla="*/ 198089 w 199907"/>
                    <a:gd name="csY4" fmla="*/ 613418 h 939906"/>
                    <a:gd name="csX5" fmla="*/ 172611 w 199907"/>
                    <a:gd name="csY5" fmla="*/ 872297 h 939906"/>
                    <a:gd name="csX6" fmla="*/ 45224 w 199907"/>
                    <a:gd name="csY6" fmla="*/ 931305 h 939906"/>
                    <a:gd name="csX7" fmla="*/ 6195 w 199907"/>
                    <a:gd name="csY7" fmla="*/ 725008 h 939906"/>
                    <a:gd name="csX8" fmla="*/ 619 w 199907"/>
                    <a:gd name="csY8" fmla="*/ 462954 h 939906"/>
                    <a:gd name="csX0" fmla="*/ 61951 w 199907"/>
                    <a:gd name="csY0" fmla="*/ 178 h 936876"/>
                    <a:gd name="csX1" fmla="*/ 156736 w 199907"/>
                    <a:gd name="csY1" fmla="*/ 11330 h 936876"/>
                    <a:gd name="csX2" fmla="*/ 179039 w 199907"/>
                    <a:gd name="csY2" fmla="*/ 72661 h 936876"/>
                    <a:gd name="csX3" fmla="*/ 195766 w 199907"/>
                    <a:gd name="csY3" fmla="*/ 290110 h 936876"/>
                    <a:gd name="csX4" fmla="*/ 198089 w 199907"/>
                    <a:gd name="csY4" fmla="*/ 613418 h 936876"/>
                    <a:gd name="csX5" fmla="*/ 172611 w 199907"/>
                    <a:gd name="csY5" fmla="*/ 872297 h 936876"/>
                    <a:gd name="csX6" fmla="*/ 45224 w 199907"/>
                    <a:gd name="csY6" fmla="*/ 931305 h 936876"/>
                    <a:gd name="csX7" fmla="*/ 6195 w 199907"/>
                    <a:gd name="csY7" fmla="*/ 769458 h 936876"/>
                    <a:gd name="csX8" fmla="*/ 619 w 199907"/>
                    <a:gd name="csY8" fmla="*/ 462954 h 936876"/>
                    <a:gd name="csX0" fmla="*/ 61951 w 199907"/>
                    <a:gd name="csY0" fmla="*/ 178 h 931261"/>
                    <a:gd name="csX1" fmla="*/ 156736 w 199907"/>
                    <a:gd name="csY1" fmla="*/ 11330 h 931261"/>
                    <a:gd name="csX2" fmla="*/ 179039 w 199907"/>
                    <a:gd name="csY2" fmla="*/ 72661 h 931261"/>
                    <a:gd name="csX3" fmla="*/ 195766 w 199907"/>
                    <a:gd name="csY3" fmla="*/ 290110 h 931261"/>
                    <a:gd name="csX4" fmla="*/ 198089 w 199907"/>
                    <a:gd name="csY4" fmla="*/ 613418 h 931261"/>
                    <a:gd name="csX5" fmla="*/ 172611 w 199907"/>
                    <a:gd name="csY5" fmla="*/ 872297 h 931261"/>
                    <a:gd name="csX6" fmla="*/ 67449 w 199907"/>
                    <a:gd name="csY6" fmla="*/ 924955 h 931261"/>
                    <a:gd name="csX7" fmla="*/ 6195 w 199907"/>
                    <a:gd name="csY7" fmla="*/ 769458 h 931261"/>
                    <a:gd name="csX8" fmla="*/ 619 w 199907"/>
                    <a:gd name="csY8" fmla="*/ 462954 h 931261"/>
                    <a:gd name="csX0" fmla="*/ 61951 w 199907"/>
                    <a:gd name="csY0" fmla="*/ 178 h 932600"/>
                    <a:gd name="csX1" fmla="*/ 156736 w 199907"/>
                    <a:gd name="csY1" fmla="*/ 11330 h 932600"/>
                    <a:gd name="csX2" fmla="*/ 179039 w 199907"/>
                    <a:gd name="csY2" fmla="*/ 72661 h 932600"/>
                    <a:gd name="csX3" fmla="*/ 195766 w 199907"/>
                    <a:gd name="csY3" fmla="*/ 290110 h 932600"/>
                    <a:gd name="csX4" fmla="*/ 198089 w 199907"/>
                    <a:gd name="csY4" fmla="*/ 613418 h 932600"/>
                    <a:gd name="csX5" fmla="*/ 172611 w 199907"/>
                    <a:gd name="csY5" fmla="*/ 872297 h 932600"/>
                    <a:gd name="csX6" fmla="*/ 67449 w 199907"/>
                    <a:gd name="csY6" fmla="*/ 924955 h 932600"/>
                    <a:gd name="csX7" fmla="*/ 6195 w 199907"/>
                    <a:gd name="csY7" fmla="*/ 769458 h 932600"/>
                    <a:gd name="csX8" fmla="*/ 619 w 199907"/>
                    <a:gd name="csY8" fmla="*/ 462954 h 932600"/>
                    <a:gd name="csX0" fmla="*/ 61951 w 199907"/>
                    <a:gd name="csY0" fmla="*/ 178 h 932600"/>
                    <a:gd name="csX1" fmla="*/ 156736 w 199907"/>
                    <a:gd name="csY1" fmla="*/ 11330 h 932600"/>
                    <a:gd name="csX2" fmla="*/ 179039 w 199907"/>
                    <a:gd name="csY2" fmla="*/ 72661 h 932600"/>
                    <a:gd name="csX3" fmla="*/ 195766 w 199907"/>
                    <a:gd name="csY3" fmla="*/ 366310 h 932600"/>
                    <a:gd name="csX4" fmla="*/ 198089 w 199907"/>
                    <a:gd name="csY4" fmla="*/ 613418 h 932600"/>
                    <a:gd name="csX5" fmla="*/ 172611 w 199907"/>
                    <a:gd name="csY5" fmla="*/ 872297 h 932600"/>
                    <a:gd name="csX6" fmla="*/ 67449 w 199907"/>
                    <a:gd name="csY6" fmla="*/ 924955 h 932600"/>
                    <a:gd name="csX7" fmla="*/ 6195 w 199907"/>
                    <a:gd name="csY7" fmla="*/ 769458 h 932600"/>
                    <a:gd name="csX8" fmla="*/ 619 w 199907"/>
                    <a:gd name="csY8" fmla="*/ 462954 h 932600"/>
                    <a:gd name="csX0" fmla="*/ 61951 w 199793"/>
                    <a:gd name="csY0" fmla="*/ 4951 h 937373"/>
                    <a:gd name="csX1" fmla="*/ 156736 w 199793"/>
                    <a:gd name="csY1" fmla="*/ 16103 h 937373"/>
                    <a:gd name="csX2" fmla="*/ 182214 w 199793"/>
                    <a:gd name="csY2" fmla="*/ 169509 h 937373"/>
                    <a:gd name="csX3" fmla="*/ 195766 w 199793"/>
                    <a:gd name="csY3" fmla="*/ 371083 h 937373"/>
                    <a:gd name="csX4" fmla="*/ 198089 w 199793"/>
                    <a:gd name="csY4" fmla="*/ 618191 h 937373"/>
                    <a:gd name="csX5" fmla="*/ 172611 w 199793"/>
                    <a:gd name="csY5" fmla="*/ 877070 h 937373"/>
                    <a:gd name="csX6" fmla="*/ 67449 w 199793"/>
                    <a:gd name="csY6" fmla="*/ 929728 h 937373"/>
                    <a:gd name="csX7" fmla="*/ 6195 w 199793"/>
                    <a:gd name="csY7" fmla="*/ 774231 h 937373"/>
                    <a:gd name="csX8" fmla="*/ 619 w 199793"/>
                    <a:gd name="csY8" fmla="*/ 467727 h 937373"/>
                    <a:gd name="csX0" fmla="*/ 61951 w 199793"/>
                    <a:gd name="csY0" fmla="*/ 10 h 932432"/>
                    <a:gd name="csX1" fmla="*/ 156736 w 199793"/>
                    <a:gd name="csY1" fmla="*/ 42912 h 932432"/>
                    <a:gd name="csX2" fmla="*/ 182214 w 199793"/>
                    <a:gd name="csY2" fmla="*/ 164568 h 932432"/>
                    <a:gd name="csX3" fmla="*/ 195766 w 199793"/>
                    <a:gd name="csY3" fmla="*/ 366142 h 932432"/>
                    <a:gd name="csX4" fmla="*/ 198089 w 199793"/>
                    <a:gd name="csY4" fmla="*/ 613250 h 932432"/>
                    <a:gd name="csX5" fmla="*/ 172611 w 199793"/>
                    <a:gd name="csY5" fmla="*/ 872129 h 932432"/>
                    <a:gd name="csX6" fmla="*/ 67449 w 199793"/>
                    <a:gd name="csY6" fmla="*/ 924787 h 932432"/>
                    <a:gd name="csX7" fmla="*/ 6195 w 199793"/>
                    <a:gd name="csY7" fmla="*/ 769290 h 932432"/>
                    <a:gd name="csX8" fmla="*/ 619 w 199793"/>
                    <a:gd name="csY8" fmla="*/ 462786 h 932432"/>
                    <a:gd name="csX0" fmla="*/ 14326 w 199793"/>
                    <a:gd name="csY0" fmla="*/ 15 h 926087"/>
                    <a:gd name="csX1" fmla="*/ 156736 w 199793"/>
                    <a:gd name="csY1" fmla="*/ 36567 h 926087"/>
                    <a:gd name="csX2" fmla="*/ 182214 w 199793"/>
                    <a:gd name="csY2" fmla="*/ 158223 h 926087"/>
                    <a:gd name="csX3" fmla="*/ 195766 w 199793"/>
                    <a:gd name="csY3" fmla="*/ 359797 h 926087"/>
                    <a:gd name="csX4" fmla="*/ 198089 w 199793"/>
                    <a:gd name="csY4" fmla="*/ 606905 h 926087"/>
                    <a:gd name="csX5" fmla="*/ 172611 w 199793"/>
                    <a:gd name="csY5" fmla="*/ 865784 h 926087"/>
                    <a:gd name="csX6" fmla="*/ 67449 w 199793"/>
                    <a:gd name="csY6" fmla="*/ 918442 h 926087"/>
                    <a:gd name="csX7" fmla="*/ 6195 w 199793"/>
                    <a:gd name="csY7" fmla="*/ 762945 h 926087"/>
                    <a:gd name="csX8" fmla="*/ 619 w 199793"/>
                    <a:gd name="csY8" fmla="*/ 456441 h 926087"/>
                    <a:gd name="csX0" fmla="*/ 14326 w 201152"/>
                    <a:gd name="csY0" fmla="*/ 15 h 926087"/>
                    <a:gd name="csX1" fmla="*/ 156736 w 201152"/>
                    <a:gd name="csY1" fmla="*/ 36567 h 926087"/>
                    <a:gd name="csX2" fmla="*/ 182214 w 201152"/>
                    <a:gd name="csY2" fmla="*/ 158223 h 926087"/>
                    <a:gd name="csX3" fmla="*/ 198941 w 201152"/>
                    <a:gd name="csY3" fmla="*/ 423297 h 926087"/>
                    <a:gd name="csX4" fmla="*/ 198089 w 201152"/>
                    <a:gd name="csY4" fmla="*/ 606905 h 926087"/>
                    <a:gd name="csX5" fmla="*/ 172611 w 201152"/>
                    <a:gd name="csY5" fmla="*/ 865784 h 926087"/>
                    <a:gd name="csX6" fmla="*/ 67449 w 201152"/>
                    <a:gd name="csY6" fmla="*/ 918442 h 926087"/>
                    <a:gd name="csX7" fmla="*/ 6195 w 201152"/>
                    <a:gd name="csY7" fmla="*/ 762945 h 926087"/>
                    <a:gd name="csX8" fmla="*/ 619 w 201152"/>
                    <a:gd name="csY8" fmla="*/ 456441 h 926087"/>
                    <a:gd name="csX0" fmla="*/ 14326 w 200437"/>
                    <a:gd name="csY0" fmla="*/ 38 h 926110"/>
                    <a:gd name="csX1" fmla="*/ 156736 w 200437"/>
                    <a:gd name="csY1" fmla="*/ 36590 h 926110"/>
                    <a:gd name="csX2" fmla="*/ 194914 w 200437"/>
                    <a:gd name="csY2" fmla="*/ 202696 h 926110"/>
                    <a:gd name="csX3" fmla="*/ 198941 w 200437"/>
                    <a:gd name="csY3" fmla="*/ 423320 h 926110"/>
                    <a:gd name="csX4" fmla="*/ 198089 w 200437"/>
                    <a:gd name="csY4" fmla="*/ 606928 h 926110"/>
                    <a:gd name="csX5" fmla="*/ 172611 w 200437"/>
                    <a:gd name="csY5" fmla="*/ 865807 h 926110"/>
                    <a:gd name="csX6" fmla="*/ 67449 w 200437"/>
                    <a:gd name="csY6" fmla="*/ 918465 h 926110"/>
                    <a:gd name="csX7" fmla="*/ 6195 w 200437"/>
                    <a:gd name="csY7" fmla="*/ 762968 h 926110"/>
                    <a:gd name="csX8" fmla="*/ 619 w 200437"/>
                    <a:gd name="csY8" fmla="*/ 456464 h 926110"/>
                    <a:gd name="csX0" fmla="*/ 14326 w 200437"/>
                    <a:gd name="csY0" fmla="*/ 280 h 926352"/>
                    <a:gd name="csX1" fmla="*/ 140861 w 200437"/>
                    <a:gd name="csY1" fmla="*/ 30482 h 926352"/>
                    <a:gd name="csX2" fmla="*/ 194914 w 200437"/>
                    <a:gd name="csY2" fmla="*/ 202938 h 926352"/>
                    <a:gd name="csX3" fmla="*/ 198941 w 200437"/>
                    <a:gd name="csY3" fmla="*/ 423562 h 926352"/>
                    <a:gd name="csX4" fmla="*/ 198089 w 200437"/>
                    <a:gd name="csY4" fmla="*/ 607170 h 926352"/>
                    <a:gd name="csX5" fmla="*/ 172611 w 200437"/>
                    <a:gd name="csY5" fmla="*/ 866049 h 926352"/>
                    <a:gd name="csX6" fmla="*/ 67449 w 200437"/>
                    <a:gd name="csY6" fmla="*/ 918707 h 926352"/>
                    <a:gd name="csX7" fmla="*/ 6195 w 200437"/>
                    <a:gd name="csY7" fmla="*/ 763210 h 926352"/>
                    <a:gd name="csX8" fmla="*/ 619 w 200437"/>
                    <a:gd name="csY8" fmla="*/ 456706 h 926352"/>
                    <a:gd name="csX0" fmla="*/ 14326 w 200437"/>
                    <a:gd name="csY0" fmla="*/ 2065 h 928137"/>
                    <a:gd name="csX1" fmla="*/ 140861 w 200437"/>
                    <a:gd name="csY1" fmla="*/ 32267 h 928137"/>
                    <a:gd name="csX2" fmla="*/ 194914 w 200437"/>
                    <a:gd name="csY2" fmla="*/ 204723 h 928137"/>
                    <a:gd name="csX3" fmla="*/ 198941 w 200437"/>
                    <a:gd name="csY3" fmla="*/ 425347 h 928137"/>
                    <a:gd name="csX4" fmla="*/ 198089 w 200437"/>
                    <a:gd name="csY4" fmla="*/ 608955 h 928137"/>
                    <a:gd name="csX5" fmla="*/ 172611 w 200437"/>
                    <a:gd name="csY5" fmla="*/ 867834 h 928137"/>
                    <a:gd name="csX6" fmla="*/ 67449 w 200437"/>
                    <a:gd name="csY6" fmla="*/ 920492 h 928137"/>
                    <a:gd name="csX7" fmla="*/ 6195 w 200437"/>
                    <a:gd name="csY7" fmla="*/ 764995 h 928137"/>
                    <a:gd name="csX8" fmla="*/ 619 w 200437"/>
                    <a:gd name="csY8" fmla="*/ 458491 h 9281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0437" h="928137">
                      <a:moveTo>
                        <a:pt x="14326" y="2065"/>
                      </a:moveTo>
                      <a:cubicBezTo>
                        <a:pt x="51961" y="1601"/>
                        <a:pt x="85363" y="-11034"/>
                        <a:pt x="140861" y="32267"/>
                      </a:cubicBezTo>
                      <a:cubicBezTo>
                        <a:pt x="196359" y="75568"/>
                        <a:pt x="185234" y="139210"/>
                        <a:pt x="194914" y="204723"/>
                      </a:cubicBezTo>
                      <a:cubicBezTo>
                        <a:pt x="204594" y="270236"/>
                        <a:pt x="198412" y="357975"/>
                        <a:pt x="198941" y="425347"/>
                      </a:cubicBezTo>
                      <a:cubicBezTo>
                        <a:pt x="199470" y="492719"/>
                        <a:pt x="202477" y="535207"/>
                        <a:pt x="198089" y="608955"/>
                      </a:cubicBezTo>
                      <a:cubicBezTo>
                        <a:pt x="193701" y="682703"/>
                        <a:pt x="194384" y="815911"/>
                        <a:pt x="172611" y="867834"/>
                      </a:cubicBezTo>
                      <a:cubicBezTo>
                        <a:pt x="150838" y="919757"/>
                        <a:pt x="114235" y="940807"/>
                        <a:pt x="67449" y="920492"/>
                      </a:cubicBezTo>
                      <a:cubicBezTo>
                        <a:pt x="20663" y="900177"/>
                        <a:pt x="13629" y="843054"/>
                        <a:pt x="6195" y="764995"/>
                      </a:cubicBezTo>
                      <a:cubicBezTo>
                        <a:pt x="-1239" y="686937"/>
                        <a:pt x="-310" y="550489"/>
                        <a:pt x="619" y="458491"/>
                      </a:cubicBezTo>
                    </a:path>
                  </a:pathLst>
                </a:custGeom>
                <a:noFill/>
                <a:ln w="19050">
                  <a:solidFill>
                    <a:schemeClr val="accent1">
                      <a:lumMod val="60000"/>
                      <a:lumOff val="40000"/>
                    </a:schemeClr>
                  </a:solidFill>
                  <a:tailEnd type="stealt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2117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5FCCBA19-CE6A-7718-1D14-55C254E00D1F}"/>
                      </a:ext>
                    </a:extLst>
                  </p:cNvPr>
                  <p:cNvSpPr txBox="1"/>
                  <p:nvPr/>
                </p:nvSpPr>
                <p:spPr>
                  <a:xfrm>
                    <a:off x="2885381" y="599612"/>
                    <a:ext cx="3234219" cy="26712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RU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𝑅𝑒𝑙𝑒𝑎𝑠𝑒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𝑗𝑜𝑏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sSub>
                            <m:sSubPr>
                              <m:ctrlPr>
                                <a:rPr lang="en-RU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RU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𝑡𝑎𝑠𝑘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5FCCBA19-CE6A-7718-1D14-55C254E00D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5381" y="599612"/>
                    <a:ext cx="3234219" cy="267124"/>
                  </a:xfrm>
                  <a:prstGeom prst="rect">
                    <a:avLst/>
                  </a:prstGeom>
                  <a:blipFill>
                    <a:blip r:embed="rId57"/>
                    <a:stretch>
                      <a:fillRect l="-753" r="-565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77A10793-4592-028F-6FA8-E97A1132DDE1}"/>
                      </a:ext>
                    </a:extLst>
                  </p:cNvPr>
                  <p:cNvSpPr txBox="1"/>
                  <p:nvPr/>
                </p:nvSpPr>
                <p:spPr>
                  <a:xfrm>
                    <a:off x="2885381" y="2317759"/>
                    <a:ext cx="3374257" cy="26712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RU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𝐸𝑥𝑒𝑐𝑢𝑡𝑖𝑜𝑛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𝑗𝑜𝑏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sSub>
                            <m:sSubPr>
                              <m:ctrlPr>
                                <a:rPr lang="en-RU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RU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𝑡𝑎𝑠𝑘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77A10793-4592-028F-6FA8-E97A1132DD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5381" y="2317759"/>
                    <a:ext cx="3374257" cy="267124"/>
                  </a:xfrm>
                  <a:prstGeom prst="rect">
                    <a:avLst/>
                  </a:prstGeom>
                  <a:blipFill>
                    <a:blip r:embed="rId58"/>
                    <a:stretch>
                      <a:fillRect l="-1083" r="-542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595949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76166-05E9-F74E-1F55-1D9A8C18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844CBDA-BE10-5877-764A-7F125AB4C0AA}"/>
              </a:ext>
            </a:extLst>
          </p:cNvPr>
          <p:cNvGrpSpPr/>
          <p:nvPr/>
        </p:nvGrpSpPr>
        <p:grpSpPr>
          <a:xfrm>
            <a:off x="2722738" y="1378668"/>
            <a:ext cx="6144635" cy="4100665"/>
            <a:chOff x="115003" y="322601"/>
            <a:chExt cx="6144635" cy="41006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7A0664D-F7B3-9646-309B-4CB72CD03610}"/>
                    </a:ext>
                  </a:extLst>
                </p:cNvPr>
                <p:cNvSpPr txBox="1"/>
                <p:nvPr/>
              </p:nvSpPr>
              <p:spPr>
                <a:xfrm>
                  <a:off x="240835" y="322601"/>
                  <a:ext cx="1387175" cy="2431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RU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RU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RU" sz="14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7A0664D-F7B3-9646-309B-4CB72CD03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835" y="322601"/>
                  <a:ext cx="1387175" cy="243143"/>
                </a:xfrm>
                <a:prstGeom prst="rect">
                  <a:avLst/>
                </a:prstGeom>
                <a:blipFill>
                  <a:blip r:embed="rId2"/>
                  <a:stretch>
                    <a:fillRect l="-1316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B1953D85-1A59-5F72-FF4E-AAD954071146}"/>
                </a:ext>
              </a:extLst>
            </p:cNvPr>
            <p:cNvGrpSpPr/>
            <p:nvPr/>
          </p:nvGrpSpPr>
          <p:grpSpPr>
            <a:xfrm>
              <a:off x="115003" y="368786"/>
              <a:ext cx="6144635" cy="4054481"/>
              <a:chOff x="115003" y="368786"/>
              <a:chExt cx="6144635" cy="4054481"/>
            </a:xfrm>
          </p:grpSpPr>
          <p:grpSp>
            <p:nvGrpSpPr>
              <p:cNvPr id="5" name="Группа 4">
                <a:extLst>
                  <a:ext uri="{FF2B5EF4-FFF2-40B4-BE49-F238E27FC236}">
                    <a16:creationId xmlns:a16="http://schemas.microsoft.com/office/drawing/2014/main" id="{3EAE24E7-07B4-2474-4E62-B9D675520BAA}"/>
                  </a:ext>
                </a:extLst>
              </p:cNvPr>
              <p:cNvGrpSpPr/>
              <p:nvPr/>
            </p:nvGrpSpPr>
            <p:grpSpPr>
              <a:xfrm>
                <a:off x="115003" y="368786"/>
                <a:ext cx="6047746" cy="4054481"/>
                <a:chOff x="1042283" y="160477"/>
                <a:chExt cx="6047746" cy="4054481"/>
              </a:xfrm>
            </p:grpSpPr>
            <p:cxnSp>
              <p:nvCxnSpPr>
                <p:cNvPr id="8" name="Straight Connector 106">
                  <a:extLst>
                    <a:ext uri="{FF2B5EF4-FFF2-40B4-BE49-F238E27FC236}">
                      <a16:creationId xmlns:a16="http://schemas.microsoft.com/office/drawing/2014/main" id="{7D167A94-6D7E-44E6-9FF4-EA206151F6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59693" y="166577"/>
                  <a:ext cx="10147" cy="3274108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Rectangle 769">
                  <a:extLst>
                    <a:ext uri="{FF2B5EF4-FFF2-40B4-BE49-F238E27FC236}">
                      <a16:creationId xmlns:a16="http://schemas.microsoft.com/office/drawing/2014/main" id="{CB6F9BD6-9149-D79E-EEF5-3B0A1F738902}"/>
                    </a:ext>
                  </a:extLst>
                </p:cNvPr>
                <p:cNvSpPr/>
                <p:nvPr/>
              </p:nvSpPr>
              <p:spPr>
                <a:xfrm flipH="1">
                  <a:off x="4569839" y="3135009"/>
                  <a:ext cx="795003" cy="289752"/>
                </a:xfrm>
                <a:prstGeom prst="rect">
                  <a:avLst/>
                </a:prstGeom>
                <a:pattFill prst="wdUpDiag">
                  <a:fgClr>
                    <a:srgbClr val="C00000"/>
                  </a:fgClr>
                  <a:bgClr>
                    <a:schemeClr val="bg1"/>
                  </a:bgClr>
                </a:pattFill>
                <a:ln w="12700" cmpd="sng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cxnSp>
              <p:nvCxnSpPr>
                <p:cNvPr id="10" name="Straight Connector 408">
                  <a:extLst>
                    <a:ext uri="{FF2B5EF4-FFF2-40B4-BE49-F238E27FC236}">
                      <a16:creationId xmlns:a16="http://schemas.microsoft.com/office/drawing/2014/main" id="{431007C0-2E7A-49B8-B170-D76D33E6BB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2283" y="1577938"/>
                  <a:ext cx="5867181" cy="10267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375">
                  <a:extLst>
                    <a:ext uri="{FF2B5EF4-FFF2-40B4-BE49-F238E27FC236}">
                      <a16:creationId xmlns:a16="http://schemas.microsoft.com/office/drawing/2014/main" id="{F23A67D7-B5C3-8EAA-0D4D-31C03D24C8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20580" y="160477"/>
                  <a:ext cx="0" cy="2160000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91">
                  <a:extLst>
                    <a:ext uri="{FF2B5EF4-FFF2-40B4-BE49-F238E27FC236}">
                      <a16:creationId xmlns:a16="http://schemas.microsoft.com/office/drawing/2014/main" id="{1788D8BE-EAB1-C516-6511-0B1223BFB575}"/>
                    </a:ext>
                  </a:extLst>
                </p:cNvPr>
                <p:cNvCxnSpPr>
                  <a:cxnSpLocks/>
                  <a:endCxn id="328" idx="0"/>
                </p:cNvCxnSpPr>
                <p:nvPr/>
              </p:nvCxnSpPr>
              <p:spPr>
                <a:xfrm flipV="1">
                  <a:off x="1048633" y="744600"/>
                  <a:ext cx="5954289" cy="21664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92">
                  <a:extLst>
                    <a:ext uri="{FF2B5EF4-FFF2-40B4-BE49-F238E27FC236}">
                      <a16:creationId xmlns:a16="http://schemas.microsoft.com/office/drawing/2014/main" id="{A9996168-89E9-19E2-B9F6-0C0E45876E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2283" y="1037279"/>
                  <a:ext cx="5845983" cy="29809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05">
                  <a:extLst>
                    <a:ext uri="{FF2B5EF4-FFF2-40B4-BE49-F238E27FC236}">
                      <a16:creationId xmlns:a16="http://schemas.microsoft.com/office/drawing/2014/main" id="{632292C5-D014-B7DD-6718-E82249057B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30369" y="1353092"/>
                  <a:ext cx="5783286" cy="0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03">
                  <a:extLst>
                    <a:ext uri="{FF2B5EF4-FFF2-40B4-BE49-F238E27FC236}">
                      <a16:creationId xmlns:a16="http://schemas.microsoft.com/office/drawing/2014/main" id="{6F949006-0494-C8EF-909F-711A59B76E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863" y="166577"/>
                  <a:ext cx="0" cy="2160000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08">
                  <a:extLst>
                    <a:ext uri="{FF2B5EF4-FFF2-40B4-BE49-F238E27FC236}">
                      <a16:creationId xmlns:a16="http://schemas.microsoft.com/office/drawing/2014/main" id="{B8BBEE8C-F975-DF72-26DE-FBF0CDF6D0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4840" y="166577"/>
                  <a:ext cx="0" cy="2160000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10">
                  <a:extLst>
                    <a:ext uri="{FF2B5EF4-FFF2-40B4-BE49-F238E27FC236}">
                      <a16:creationId xmlns:a16="http://schemas.microsoft.com/office/drawing/2014/main" id="{19CD4A25-FAB3-F6E4-8213-C808A7B7A4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07604" y="166577"/>
                  <a:ext cx="0" cy="2160000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12">
                  <a:extLst>
                    <a:ext uri="{FF2B5EF4-FFF2-40B4-BE49-F238E27FC236}">
                      <a16:creationId xmlns:a16="http://schemas.microsoft.com/office/drawing/2014/main" id="{E0131863-130B-7BEB-2D09-BF6A5E0EB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8266" y="166577"/>
                  <a:ext cx="0" cy="2160000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992D2976-573D-F875-ECC9-75CE33DF53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04943" y="783910"/>
                      <a:ext cx="1046505" cy="22506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RU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ru-RU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d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992D2976-573D-F875-ECC9-75CE33DF53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04943" y="783910"/>
                      <a:ext cx="1046505" cy="22506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339" b="-2702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406E0995-162C-D399-D08F-58C1E31D0E2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0705" y="1079803"/>
                      <a:ext cx="1046505" cy="22506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RU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ru-RU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d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406E0995-162C-D399-D08F-58C1E31D0E2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0705" y="1079803"/>
                      <a:ext cx="1046505" cy="22506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339" b="-30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91385F6D-96F6-3342-C13A-D7AB1481C8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70062" y="1434317"/>
                      <a:ext cx="238847" cy="215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91385F6D-96F6-3342-C13A-D7AB1481C88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70062" y="1434317"/>
                      <a:ext cx="238847" cy="21544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7949" r="-15385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055F69E3-DEE6-1AE2-EBF3-BE0840E2E6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43982" y="1434317"/>
                      <a:ext cx="238847" cy="215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20</m:t>
                            </m:r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055F69E3-DEE6-1AE2-EBF3-BE0840E2E6E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43982" y="1434317"/>
                      <a:ext cx="238847" cy="21544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7949" r="-15385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73EE1184-5FFF-DB95-3986-E1B328B2E9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05338" y="1434317"/>
                      <a:ext cx="238847" cy="215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30</m:t>
                            </m:r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73EE1184-5FFF-DB95-3986-E1B328B2E9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05338" y="1434317"/>
                      <a:ext cx="238847" cy="21544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7949" r="-15385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14DA2643-C759-C2B2-7C30-4886276870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88626" y="1434317"/>
                      <a:ext cx="238847" cy="215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40</m:t>
                            </m:r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14DA2643-C759-C2B2-7C30-48862768703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88626" y="1434317"/>
                      <a:ext cx="238847" cy="21544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7500" r="-12500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2B4EE3B8-28B1-4AAF-572C-276F48EB40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07816" y="1434317"/>
                      <a:ext cx="139462" cy="215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2B4EE3B8-28B1-4AAF-572C-276F48EB40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07816" y="1434317"/>
                      <a:ext cx="139462" cy="21544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30435" r="-26087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56" name="Group 201">
                  <a:extLst>
                    <a:ext uri="{FF2B5EF4-FFF2-40B4-BE49-F238E27FC236}">
                      <a16:creationId xmlns:a16="http://schemas.microsoft.com/office/drawing/2014/main" id="{540E6B1D-4BA1-73EB-219D-DAEF1EE6A36B}"/>
                    </a:ext>
                  </a:extLst>
                </p:cNvPr>
                <p:cNvGrpSpPr/>
                <p:nvPr/>
              </p:nvGrpSpPr>
              <p:grpSpPr>
                <a:xfrm>
                  <a:off x="4540137" y="747527"/>
                  <a:ext cx="45719" cy="296189"/>
                  <a:chOff x="3509152" y="253612"/>
                  <a:chExt cx="45719" cy="296189"/>
                </a:xfrm>
              </p:grpSpPr>
              <p:sp>
                <p:nvSpPr>
                  <p:cNvPr id="346" name="Rectangle 200">
                    <a:extLst>
                      <a:ext uri="{FF2B5EF4-FFF2-40B4-BE49-F238E27FC236}">
                        <a16:creationId xmlns:a16="http://schemas.microsoft.com/office/drawing/2014/main" id="{F7A29242-6414-5D80-8248-0459D584960E}"/>
                      </a:ext>
                    </a:extLst>
                  </p:cNvPr>
                  <p:cNvSpPr/>
                  <p:nvPr/>
                </p:nvSpPr>
                <p:spPr>
                  <a:xfrm flipH="1">
                    <a:off x="3509152" y="253612"/>
                    <a:ext cx="45719" cy="289752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 cmpd="sng">
                    <a:noFill/>
                    <a:prstDash val="solid"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cxnSp>
                <p:nvCxnSpPr>
                  <p:cNvPr id="347" name="Straight Connector 177">
                    <a:extLst>
                      <a:ext uri="{FF2B5EF4-FFF2-40B4-BE49-F238E27FC236}">
                        <a16:creationId xmlns:a16="http://schemas.microsoft.com/office/drawing/2014/main" id="{D7CB70F3-D756-0503-47CF-AA065944DE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32011" y="253612"/>
                    <a:ext cx="0" cy="296189"/>
                  </a:xfrm>
                  <a:prstGeom prst="line">
                    <a:avLst/>
                  </a:prstGeom>
                  <a:ln w="22225" cmpd="sng">
                    <a:solidFill>
                      <a:schemeClr val="tx1"/>
                    </a:solidFill>
                    <a:prstDash val="sysDot"/>
                    <a:headEnd type="none" w="med" len="lg"/>
                    <a:tailEnd type="none" w="med" len="sm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3DEAD4FE-0894-DFD0-7A92-F5DB2149B621}"/>
                    </a:ext>
                  </a:extLst>
                </p:cNvPr>
                <p:cNvSpPr txBox="1"/>
                <p:nvPr/>
              </p:nvSpPr>
              <p:spPr>
                <a:xfrm>
                  <a:off x="2187514" y="374333"/>
                  <a:ext cx="1176989" cy="2308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RU" sz="1500" b="1" dirty="0"/>
                    <a:t>Job </a:t>
                  </a:r>
                  <a:r>
                    <a:rPr lang="en-US" sz="1500" b="1" dirty="0"/>
                    <a:t>Releases</a:t>
                  </a:r>
                  <a:r>
                    <a:rPr lang="en-RU" sz="1500" b="1" dirty="0"/>
                    <a:t>    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8" name="TextBox 257">
                      <a:extLst>
                        <a:ext uri="{FF2B5EF4-FFF2-40B4-BE49-F238E27FC236}">
                          <a16:creationId xmlns:a16="http://schemas.microsoft.com/office/drawing/2014/main" id="{4EA3A26E-C087-A362-FA54-9FBB559CA2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29972" y="1378000"/>
                      <a:ext cx="164982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258" name="TextBox 257">
                      <a:extLst>
                        <a:ext uri="{FF2B5EF4-FFF2-40B4-BE49-F238E27FC236}">
                          <a16:creationId xmlns:a16="http://schemas.microsoft.com/office/drawing/2014/main" id="{4EA3A26E-C087-A362-FA54-9FBB559CA2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29972" y="1378000"/>
                      <a:ext cx="164982" cy="30777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29630" r="-29630" b="-196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59" name="Straight Connector 265">
                  <a:extLst>
                    <a:ext uri="{FF2B5EF4-FFF2-40B4-BE49-F238E27FC236}">
                      <a16:creationId xmlns:a16="http://schemas.microsoft.com/office/drawing/2014/main" id="{DF5E9A30-DDFE-895D-E8F3-2D0BD15794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21409" y="1053508"/>
                  <a:ext cx="1346" cy="281191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headEnd type="none" w="med" len="sm"/>
                  <a:tailEnd type="stealth" w="med" len="me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77">
                  <a:extLst>
                    <a:ext uri="{FF2B5EF4-FFF2-40B4-BE49-F238E27FC236}">
                      <a16:creationId xmlns:a16="http://schemas.microsoft.com/office/drawing/2014/main" id="{207AC691-DF96-C524-1C95-CCB969682A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68649" y="1060385"/>
                  <a:ext cx="1346" cy="281191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headEnd type="none" w="med" len="sm"/>
                  <a:tailEnd type="stealth" w="med" len="me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92">
                  <a:extLst>
                    <a:ext uri="{FF2B5EF4-FFF2-40B4-BE49-F238E27FC236}">
                      <a16:creationId xmlns:a16="http://schemas.microsoft.com/office/drawing/2014/main" id="{846B1F61-EC4C-BCEA-EA50-99590ABDCD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109271" y="1056280"/>
                  <a:ext cx="1346" cy="281191"/>
                </a:xfrm>
                <a:prstGeom prst="line">
                  <a:avLst/>
                </a:prstGeom>
                <a:ln w="38100">
                  <a:headEnd type="none" w="med" len="sm"/>
                  <a:tailEnd type="stealth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577">
                  <a:extLst>
                    <a:ext uri="{FF2B5EF4-FFF2-40B4-BE49-F238E27FC236}">
                      <a16:creationId xmlns:a16="http://schemas.microsoft.com/office/drawing/2014/main" id="{8B4665E4-3D6E-3025-F52E-35061CB88AA8}"/>
                    </a:ext>
                  </a:extLst>
                </p:cNvPr>
                <p:cNvCxnSpPr>
                  <a:cxnSpLocks/>
                  <a:endCxn id="281" idx="2"/>
                </p:cNvCxnSpPr>
                <p:nvPr/>
              </p:nvCxnSpPr>
              <p:spPr>
                <a:xfrm flipH="1">
                  <a:off x="2988730" y="2244965"/>
                  <a:ext cx="31850" cy="1479078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580">
                  <a:extLst>
                    <a:ext uri="{FF2B5EF4-FFF2-40B4-BE49-F238E27FC236}">
                      <a16:creationId xmlns:a16="http://schemas.microsoft.com/office/drawing/2014/main" id="{FB5522AE-7E1E-E784-DBCF-13591C6719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2283" y="2832015"/>
                  <a:ext cx="5836007" cy="25571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581">
                  <a:extLst>
                    <a:ext uri="{FF2B5EF4-FFF2-40B4-BE49-F238E27FC236}">
                      <a16:creationId xmlns:a16="http://schemas.microsoft.com/office/drawing/2014/main" id="{8BBA3C94-6B63-ECA5-4CFB-B2D098AA5A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2283" y="3144195"/>
                  <a:ext cx="5836007" cy="930"/>
                </a:xfrm>
                <a:prstGeom prst="line">
                  <a:avLst/>
                </a:prstGeom>
                <a:ln w="12700" cmpd="sng">
                  <a:solidFill>
                    <a:schemeClr val="bg1">
                      <a:lumMod val="75000"/>
                    </a:schemeClr>
                  </a:solidFill>
                  <a:prstDash val="sys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584">
                  <a:extLst>
                    <a:ext uri="{FF2B5EF4-FFF2-40B4-BE49-F238E27FC236}">
                      <a16:creationId xmlns:a16="http://schemas.microsoft.com/office/drawing/2014/main" id="{4CFBC16C-85B2-DAEC-DBF7-7B1E22B25C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863" y="2251065"/>
                  <a:ext cx="0" cy="1471246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586">
                  <a:extLst>
                    <a:ext uri="{FF2B5EF4-FFF2-40B4-BE49-F238E27FC236}">
                      <a16:creationId xmlns:a16="http://schemas.microsoft.com/office/drawing/2014/main" id="{44974D15-3085-102C-9122-3BDFD4E94A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4840" y="2251065"/>
                  <a:ext cx="0" cy="1406535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587">
                  <a:extLst>
                    <a:ext uri="{FF2B5EF4-FFF2-40B4-BE49-F238E27FC236}">
                      <a16:creationId xmlns:a16="http://schemas.microsoft.com/office/drawing/2014/main" id="{2B5B2001-6118-0469-9BB6-1661BFD7F5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7604" y="2251065"/>
                  <a:ext cx="0" cy="1406535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588">
                  <a:extLst>
                    <a:ext uri="{FF2B5EF4-FFF2-40B4-BE49-F238E27FC236}">
                      <a16:creationId xmlns:a16="http://schemas.microsoft.com/office/drawing/2014/main" id="{00E448D3-B764-2C22-895E-9B4A204AE2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8266" y="2251065"/>
                  <a:ext cx="4341" cy="1189620"/>
                </a:xfrm>
                <a:prstGeom prst="line">
                  <a:avLst/>
                </a:prstGeom>
                <a:ln w="12700" cmpd="sng">
                  <a:solidFill>
                    <a:schemeClr val="tx1">
                      <a:lumMod val="75000"/>
                      <a:lumOff val="25000"/>
                    </a:schemeClr>
                  </a:solidFill>
                  <a:prstDash val="dash"/>
                  <a:round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5" name="TextBox 274">
                      <a:extLst>
                        <a:ext uri="{FF2B5EF4-FFF2-40B4-BE49-F238E27FC236}">
                          <a16:creationId xmlns:a16="http://schemas.microsoft.com/office/drawing/2014/main" id="{0A05418C-ED05-5C08-88E7-02B5B24E82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93742" y="2862854"/>
                      <a:ext cx="1046505" cy="22506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RU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ru-RU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d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75" name="TextBox 274">
                      <a:extLst>
                        <a:ext uri="{FF2B5EF4-FFF2-40B4-BE49-F238E27FC236}">
                          <a16:creationId xmlns:a16="http://schemas.microsoft.com/office/drawing/2014/main" id="{0A05418C-ED05-5C08-88E7-02B5B24E826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93742" y="2862854"/>
                      <a:ext cx="1046505" cy="22506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326" b="-2702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6" name="TextBox 275">
                      <a:extLst>
                        <a:ext uri="{FF2B5EF4-FFF2-40B4-BE49-F238E27FC236}">
                          <a16:creationId xmlns:a16="http://schemas.microsoft.com/office/drawing/2014/main" id="{FF6A3481-DBC5-B17A-4B0C-52A847160C4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00489" y="3166288"/>
                      <a:ext cx="1046505" cy="22506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RU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ru-RU" sz="1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RU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d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76" name="TextBox 275">
                      <a:extLst>
                        <a:ext uri="{FF2B5EF4-FFF2-40B4-BE49-F238E27FC236}">
                          <a16:creationId xmlns:a16="http://schemas.microsoft.com/office/drawing/2014/main" id="{FF6A3481-DBC5-B17A-4B0C-52A847160C4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00489" y="3166288"/>
                      <a:ext cx="1046505" cy="22506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1744" b="-2702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7" name="TextBox 276">
                      <a:extLst>
                        <a:ext uri="{FF2B5EF4-FFF2-40B4-BE49-F238E27FC236}">
                          <a16:creationId xmlns:a16="http://schemas.microsoft.com/office/drawing/2014/main" id="{D1F1C07D-8ABD-1ABF-3694-4E26F091D7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81245" y="3508599"/>
                      <a:ext cx="238847" cy="215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77" name="TextBox 276">
                      <a:extLst>
                        <a:ext uri="{FF2B5EF4-FFF2-40B4-BE49-F238E27FC236}">
                          <a16:creationId xmlns:a16="http://schemas.microsoft.com/office/drawing/2014/main" id="{D1F1C07D-8ABD-1ABF-3694-4E26F091D74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81245" y="3508599"/>
                      <a:ext cx="238847" cy="21544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7949" r="-15385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8" name="TextBox 277">
                      <a:extLst>
                        <a:ext uri="{FF2B5EF4-FFF2-40B4-BE49-F238E27FC236}">
                          <a16:creationId xmlns:a16="http://schemas.microsoft.com/office/drawing/2014/main" id="{1805296D-90C7-4C5C-6C27-F680102453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55165" y="3508599"/>
                      <a:ext cx="238847" cy="215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78" name="TextBox 277">
                      <a:extLst>
                        <a:ext uri="{FF2B5EF4-FFF2-40B4-BE49-F238E27FC236}">
                          <a16:creationId xmlns:a16="http://schemas.microsoft.com/office/drawing/2014/main" id="{1805296D-90C7-4C5C-6C27-F680102453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55165" y="3508599"/>
                      <a:ext cx="238847" cy="21544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15000" r="-12500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9" name="TextBox 278">
                      <a:extLst>
                        <a:ext uri="{FF2B5EF4-FFF2-40B4-BE49-F238E27FC236}">
                          <a16:creationId xmlns:a16="http://schemas.microsoft.com/office/drawing/2014/main" id="{678620FA-ED15-581F-B6EC-31950777E1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16521" y="3508599"/>
                      <a:ext cx="238847" cy="215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79" name="TextBox 278">
                      <a:extLst>
                        <a:ext uri="{FF2B5EF4-FFF2-40B4-BE49-F238E27FC236}">
                          <a16:creationId xmlns:a16="http://schemas.microsoft.com/office/drawing/2014/main" id="{678620FA-ED15-581F-B6EC-31950777E1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16521" y="3508599"/>
                      <a:ext cx="238847" cy="21544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17500" r="-12500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82" name="Group 609">
                  <a:extLst>
                    <a:ext uri="{FF2B5EF4-FFF2-40B4-BE49-F238E27FC236}">
                      <a16:creationId xmlns:a16="http://schemas.microsoft.com/office/drawing/2014/main" id="{D1EDB7B6-B06A-78BA-1927-B0367667F487}"/>
                    </a:ext>
                  </a:extLst>
                </p:cNvPr>
                <p:cNvGrpSpPr/>
                <p:nvPr/>
              </p:nvGrpSpPr>
              <p:grpSpPr>
                <a:xfrm>
                  <a:off x="4540137" y="2832015"/>
                  <a:ext cx="45719" cy="296189"/>
                  <a:chOff x="3509152" y="253612"/>
                  <a:chExt cx="45719" cy="296189"/>
                </a:xfrm>
              </p:grpSpPr>
              <p:sp>
                <p:nvSpPr>
                  <p:cNvPr id="344" name="Rectangle 662">
                    <a:extLst>
                      <a:ext uri="{FF2B5EF4-FFF2-40B4-BE49-F238E27FC236}">
                        <a16:creationId xmlns:a16="http://schemas.microsoft.com/office/drawing/2014/main" id="{34D44371-1A58-FEEE-3D6C-54B4F6E4A686}"/>
                      </a:ext>
                    </a:extLst>
                  </p:cNvPr>
                  <p:cNvSpPr/>
                  <p:nvPr/>
                </p:nvSpPr>
                <p:spPr>
                  <a:xfrm flipH="1">
                    <a:off x="3509152" y="253612"/>
                    <a:ext cx="45719" cy="289752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 cmpd="sng">
                    <a:noFill/>
                    <a:prstDash val="solid"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cxnSp>
                <p:nvCxnSpPr>
                  <p:cNvPr id="345" name="Straight Connector 663">
                    <a:extLst>
                      <a:ext uri="{FF2B5EF4-FFF2-40B4-BE49-F238E27FC236}">
                        <a16:creationId xmlns:a16="http://schemas.microsoft.com/office/drawing/2014/main" id="{CF58BFEE-3097-61D6-78CB-FFC55C88C4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32011" y="253612"/>
                    <a:ext cx="0" cy="296189"/>
                  </a:xfrm>
                  <a:prstGeom prst="line">
                    <a:avLst/>
                  </a:prstGeom>
                  <a:ln w="22225" cmpd="sng">
                    <a:solidFill>
                      <a:schemeClr val="tx1"/>
                    </a:solidFill>
                    <a:prstDash val="sysDot"/>
                    <a:headEnd type="none" w="med" len="lg"/>
                    <a:tailEnd type="none" w="med" len="sm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4D7D97A0-CB07-0C77-FBD9-313176B5C0A7}"/>
                    </a:ext>
                  </a:extLst>
                </p:cNvPr>
                <p:cNvSpPr txBox="1"/>
                <p:nvPr/>
              </p:nvSpPr>
              <p:spPr>
                <a:xfrm>
                  <a:off x="2187514" y="2481786"/>
                  <a:ext cx="1490986" cy="2308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500" b="1" dirty="0"/>
                    <a:t>Execution scenario</a:t>
                  </a:r>
                  <a:endParaRPr lang="en-RU" sz="1500" b="1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4" name="TextBox 283">
                      <a:extLst>
                        <a:ext uri="{FF2B5EF4-FFF2-40B4-BE49-F238E27FC236}">
                          <a16:creationId xmlns:a16="http://schemas.microsoft.com/office/drawing/2014/main" id="{8BF6461C-2BB2-F6A3-E193-140598D083A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31571" y="3501036"/>
                      <a:ext cx="164982" cy="30777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RU" sz="2000" dirty="0"/>
                    </a:p>
                  </p:txBody>
                </p:sp>
              </mc:Choice>
              <mc:Fallback xmlns="">
                <p:sp>
                  <p:nvSpPr>
                    <p:cNvPr id="284" name="TextBox 283">
                      <a:extLst>
                        <a:ext uri="{FF2B5EF4-FFF2-40B4-BE49-F238E27FC236}">
                          <a16:creationId xmlns:a16="http://schemas.microsoft.com/office/drawing/2014/main" id="{8BF6461C-2BB2-F6A3-E193-140598D083A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31571" y="3501036"/>
                      <a:ext cx="164982" cy="307777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29630" r="-29630" b="-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3" name="TextBox 292">
                      <a:extLst>
                        <a:ext uri="{FF2B5EF4-FFF2-40B4-BE49-F238E27FC236}">
                          <a16:creationId xmlns:a16="http://schemas.microsoft.com/office/drawing/2014/main" id="{52472FB5-773A-699C-A402-383F349711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44817" y="755072"/>
                      <a:ext cx="171457" cy="1552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293" name="TextBox 292">
                      <a:extLst>
                        <a:ext uri="{FF2B5EF4-FFF2-40B4-BE49-F238E27FC236}">
                          <a16:creationId xmlns:a16="http://schemas.microsoft.com/office/drawing/2014/main" id="{52472FB5-773A-699C-A402-383F349711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44817" y="755072"/>
                      <a:ext cx="171457" cy="1552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17857" r="-7143" b="-153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6" name="TextBox 295">
                      <a:extLst>
                        <a:ext uri="{FF2B5EF4-FFF2-40B4-BE49-F238E27FC236}">
                          <a16:creationId xmlns:a16="http://schemas.microsoft.com/office/drawing/2014/main" id="{BBB66E92-AC91-3B7A-6193-CEFF5F73AD4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49441" y="1050636"/>
                      <a:ext cx="171457" cy="1556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296" name="TextBox 295">
                      <a:extLst>
                        <a:ext uri="{FF2B5EF4-FFF2-40B4-BE49-F238E27FC236}">
                          <a16:creationId xmlns:a16="http://schemas.microsoft.com/office/drawing/2014/main" id="{BBB66E92-AC91-3B7A-6193-CEFF5F73AD4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49441" y="1050636"/>
                      <a:ext cx="171457" cy="155620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1429" t="-4000" r="-7143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2" name="TextBox 301">
                      <a:extLst>
                        <a:ext uri="{FF2B5EF4-FFF2-40B4-BE49-F238E27FC236}">
                          <a16:creationId xmlns:a16="http://schemas.microsoft.com/office/drawing/2014/main" id="{B570F11A-3E44-7318-4BF3-1C0B5FA12F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00436" y="1046340"/>
                      <a:ext cx="174215" cy="15594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ru-RU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302" name="TextBox 301">
                      <a:extLst>
                        <a:ext uri="{FF2B5EF4-FFF2-40B4-BE49-F238E27FC236}">
                          <a16:creationId xmlns:a16="http://schemas.microsoft.com/office/drawing/2014/main" id="{B570F11A-3E44-7318-4BF3-1C0B5FA12FD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00436" y="1046340"/>
                      <a:ext cx="174215" cy="155940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17241" t="-3846" r="-3448" b="-1538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3" name="TextBox 302">
                      <a:extLst>
                        <a:ext uri="{FF2B5EF4-FFF2-40B4-BE49-F238E27FC236}">
                          <a16:creationId xmlns:a16="http://schemas.microsoft.com/office/drawing/2014/main" id="{3B9CC50F-44AE-1ED9-9497-466686A535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71809" y="3220822"/>
                      <a:ext cx="138115" cy="1556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303" name="TextBox 302">
                      <a:extLst>
                        <a:ext uri="{FF2B5EF4-FFF2-40B4-BE49-F238E27FC236}">
                          <a16:creationId xmlns:a16="http://schemas.microsoft.com/office/drawing/2014/main" id="{3B9CC50F-44AE-1ED9-9497-466686A535F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1809" y="3220822"/>
                      <a:ext cx="138115" cy="155620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34783" t="-4000" r="-4348" b="-3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4" name="TextBox 303">
                      <a:extLst>
                        <a:ext uri="{FF2B5EF4-FFF2-40B4-BE49-F238E27FC236}">
                          <a16:creationId xmlns:a16="http://schemas.microsoft.com/office/drawing/2014/main" id="{6F9B5515-2F1B-540C-0FE5-BC5E80B7DB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52717" y="1050435"/>
                      <a:ext cx="174215" cy="15671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304" name="TextBox 303">
                      <a:extLst>
                        <a:ext uri="{FF2B5EF4-FFF2-40B4-BE49-F238E27FC236}">
                          <a16:creationId xmlns:a16="http://schemas.microsoft.com/office/drawing/2014/main" id="{6F9B5515-2F1B-540C-0FE5-BC5E80B7DBD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52717" y="1050435"/>
                      <a:ext cx="174215" cy="156710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l="-20690" t="-4000" r="-3448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06" name="Rectangle 575">
                  <a:extLst>
                    <a:ext uri="{FF2B5EF4-FFF2-40B4-BE49-F238E27FC236}">
                      <a16:creationId xmlns:a16="http://schemas.microsoft.com/office/drawing/2014/main" id="{8B79F626-B889-71C0-4DA0-1079C3908CA9}"/>
                    </a:ext>
                  </a:extLst>
                </p:cNvPr>
                <p:cNvSpPr/>
                <p:nvPr/>
              </p:nvSpPr>
              <p:spPr>
                <a:xfrm flipH="1">
                  <a:off x="3020657" y="2840701"/>
                  <a:ext cx="1559732" cy="289752"/>
                </a:xfrm>
                <a:prstGeom prst="rect">
                  <a:avLst/>
                </a:prstGeom>
                <a:solidFill>
                  <a:srgbClr val="C00000"/>
                </a:solidFill>
                <a:ln w="12700" cmpd="sng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7" name="TextBox 306">
                      <a:extLst>
                        <a:ext uri="{FF2B5EF4-FFF2-40B4-BE49-F238E27FC236}">
                          <a16:creationId xmlns:a16="http://schemas.microsoft.com/office/drawing/2014/main" id="{CE19015A-6E0F-2945-4C40-177617E59D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1348" y="2926261"/>
                      <a:ext cx="138115" cy="1552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307" name="TextBox 306">
                      <a:extLst>
                        <a:ext uri="{FF2B5EF4-FFF2-40B4-BE49-F238E27FC236}">
                          <a16:creationId xmlns:a16="http://schemas.microsoft.com/office/drawing/2014/main" id="{CE19015A-6E0F-2945-4C40-177617E59D5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31348" y="2926261"/>
                      <a:ext cx="138115" cy="155299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36364" r="-9091" b="-307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08" name="Straight Arrow Connector 616">
                  <a:extLst>
                    <a:ext uri="{FF2B5EF4-FFF2-40B4-BE49-F238E27FC236}">
                      <a16:creationId xmlns:a16="http://schemas.microsoft.com/office/drawing/2014/main" id="{0006ADF1-E92D-DE43-95FD-EC8E485D6E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9187" y="1348081"/>
                  <a:ext cx="3894468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stealth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3" name="Freeform 660">
                  <a:extLst>
                    <a:ext uri="{FF2B5EF4-FFF2-40B4-BE49-F238E27FC236}">
                      <a16:creationId xmlns:a16="http://schemas.microsoft.com/office/drawing/2014/main" id="{9EFEF2BB-A269-7275-0337-F5282C989504}"/>
                    </a:ext>
                  </a:extLst>
                </p:cNvPr>
                <p:cNvSpPr/>
                <p:nvPr/>
              </p:nvSpPr>
              <p:spPr>
                <a:xfrm>
                  <a:off x="2869110" y="2739807"/>
                  <a:ext cx="153745" cy="1062020"/>
                </a:xfrm>
                <a:custGeom>
                  <a:avLst/>
                  <a:gdLst>
                    <a:gd name="csX0" fmla="*/ 61951 w 195766"/>
                    <a:gd name="csY0" fmla="*/ 178 h 936906"/>
                    <a:gd name="csX1" fmla="*/ 156736 w 195766"/>
                    <a:gd name="csY1" fmla="*/ 11330 h 936906"/>
                    <a:gd name="csX2" fmla="*/ 179039 w 195766"/>
                    <a:gd name="csY2" fmla="*/ 72661 h 936906"/>
                    <a:gd name="csX3" fmla="*/ 195766 w 195766"/>
                    <a:gd name="csY3" fmla="*/ 290110 h 936906"/>
                    <a:gd name="csX4" fmla="*/ 179039 w 195766"/>
                    <a:gd name="csY4" fmla="*/ 591193 h 936906"/>
                    <a:gd name="csX5" fmla="*/ 156736 w 195766"/>
                    <a:gd name="csY5" fmla="*/ 853247 h 936906"/>
                    <a:gd name="csX6" fmla="*/ 45224 w 195766"/>
                    <a:gd name="csY6" fmla="*/ 931305 h 936906"/>
                    <a:gd name="csX7" fmla="*/ 6195 w 195766"/>
                    <a:gd name="csY7" fmla="*/ 725008 h 936906"/>
                    <a:gd name="csX8" fmla="*/ 619 w 195766"/>
                    <a:gd name="csY8" fmla="*/ 462954 h 936906"/>
                    <a:gd name="csX0" fmla="*/ 61951 w 201083"/>
                    <a:gd name="csY0" fmla="*/ 178 h 936626"/>
                    <a:gd name="csX1" fmla="*/ 156736 w 201083"/>
                    <a:gd name="csY1" fmla="*/ 11330 h 936626"/>
                    <a:gd name="csX2" fmla="*/ 179039 w 201083"/>
                    <a:gd name="csY2" fmla="*/ 72661 h 936626"/>
                    <a:gd name="csX3" fmla="*/ 195766 w 201083"/>
                    <a:gd name="csY3" fmla="*/ 290110 h 936626"/>
                    <a:gd name="csX4" fmla="*/ 198089 w 201083"/>
                    <a:gd name="csY4" fmla="*/ 613418 h 936626"/>
                    <a:gd name="csX5" fmla="*/ 156736 w 201083"/>
                    <a:gd name="csY5" fmla="*/ 853247 h 936626"/>
                    <a:gd name="csX6" fmla="*/ 45224 w 201083"/>
                    <a:gd name="csY6" fmla="*/ 931305 h 936626"/>
                    <a:gd name="csX7" fmla="*/ 6195 w 201083"/>
                    <a:gd name="csY7" fmla="*/ 725008 h 936626"/>
                    <a:gd name="csX8" fmla="*/ 619 w 201083"/>
                    <a:gd name="csY8" fmla="*/ 462954 h 936626"/>
                    <a:gd name="csX0" fmla="*/ 61951 w 199907"/>
                    <a:gd name="csY0" fmla="*/ 178 h 939906"/>
                    <a:gd name="csX1" fmla="*/ 156736 w 199907"/>
                    <a:gd name="csY1" fmla="*/ 11330 h 939906"/>
                    <a:gd name="csX2" fmla="*/ 179039 w 199907"/>
                    <a:gd name="csY2" fmla="*/ 72661 h 939906"/>
                    <a:gd name="csX3" fmla="*/ 195766 w 199907"/>
                    <a:gd name="csY3" fmla="*/ 290110 h 939906"/>
                    <a:gd name="csX4" fmla="*/ 198089 w 199907"/>
                    <a:gd name="csY4" fmla="*/ 613418 h 939906"/>
                    <a:gd name="csX5" fmla="*/ 172611 w 199907"/>
                    <a:gd name="csY5" fmla="*/ 872297 h 939906"/>
                    <a:gd name="csX6" fmla="*/ 45224 w 199907"/>
                    <a:gd name="csY6" fmla="*/ 931305 h 939906"/>
                    <a:gd name="csX7" fmla="*/ 6195 w 199907"/>
                    <a:gd name="csY7" fmla="*/ 725008 h 939906"/>
                    <a:gd name="csX8" fmla="*/ 619 w 199907"/>
                    <a:gd name="csY8" fmla="*/ 462954 h 939906"/>
                    <a:gd name="csX0" fmla="*/ 61951 w 199907"/>
                    <a:gd name="csY0" fmla="*/ 178 h 936876"/>
                    <a:gd name="csX1" fmla="*/ 156736 w 199907"/>
                    <a:gd name="csY1" fmla="*/ 11330 h 936876"/>
                    <a:gd name="csX2" fmla="*/ 179039 w 199907"/>
                    <a:gd name="csY2" fmla="*/ 72661 h 936876"/>
                    <a:gd name="csX3" fmla="*/ 195766 w 199907"/>
                    <a:gd name="csY3" fmla="*/ 290110 h 936876"/>
                    <a:gd name="csX4" fmla="*/ 198089 w 199907"/>
                    <a:gd name="csY4" fmla="*/ 613418 h 936876"/>
                    <a:gd name="csX5" fmla="*/ 172611 w 199907"/>
                    <a:gd name="csY5" fmla="*/ 872297 h 936876"/>
                    <a:gd name="csX6" fmla="*/ 45224 w 199907"/>
                    <a:gd name="csY6" fmla="*/ 931305 h 936876"/>
                    <a:gd name="csX7" fmla="*/ 6195 w 199907"/>
                    <a:gd name="csY7" fmla="*/ 769458 h 936876"/>
                    <a:gd name="csX8" fmla="*/ 619 w 199907"/>
                    <a:gd name="csY8" fmla="*/ 462954 h 936876"/>
                    <a:gd name="csX0" fmla="*/ 61951 w 199907"/>
                    <a:gd name="csY0" fmla="*/ 178 h 931261"/>
                    <a:gd name="csX1" fmla="*/ 156736 w 199907"/>
                    <a:gd name="csY1" fmla="*/ 11330 h 931261"/>
                    <a:gd name="csX2" fmla="*/ 179039 w 199907"/>
                    <a:gd name="csY2" fmla="*/ 72661 h 931261"/>
                    <a:gd name="csX3" fmla="*/ 195766 w 199907"/>
                    <a:gd name="csY3" fmla="*/ 290110 h 931261"/>
                    <a:gd name="csX4" fmla="*/ 198089 w 199907"/>
                    <a:gd name="csY4" fmla="*/ 613418 h 931261"/>
                    <a:gd name="csX5" fmla="*/ 172611 w 199907"/>
                    <a:gd name="csY5" fmla="*/ 872297 h 931261"/>
                    <a:gd name="csX6" fmla="*/ 67449 w 199907"/>
                    <a:gd name="csY6" fmla="*/ 924955 h 931261"/>
                    <a:gd name="csX7" fmla="*/ 6195 w 199907"/>
                    <a:gd name="csY7" fmla="*/ 769458 h 931261"/>
                    <a:gd name="csX8" fmla="*/ 619 w 199907"/>
                    <a:gd name="csY8" fmla="*/ 462954 h 931261"/>
                    <a:gd name="csX0" fmla="*/ 61951 w 199907"/>
                    <a:gd name="csY0" fmla="*/ 178 h 932600"/>
                    <a:gd name="csX1" fmla="*/ 156736 w 199907"/>
                    <a:gd name="csY1" fmla="*/ 11330 h 932600"/>
                    <a:gd name="csX2" fmla="*/ 179039 w 199907"/>
                    <a:gd name="csY2" fmla="*/ 72661 h 932600"/>
                    <a:gd name="csX3" fmla="*/ 195766 w 199907"/>
                    <a:gd name="csY3" fmla="*/ 290110 h 932600"/>
                    <a:gd name="csX4" fmla="*/ 198089 w 199907"/>
                    <a:gd name="csY4" fmla="*/ 613418 h 932600"/>
                    <a:gd name="csX5" fmla="*/ 172611 w 199907"/>
                    <a:gd name="csY5" fmla="*/ 872297 h 932600"/>
                    <a:gd name="csX6" fmla="*/ 67449 w 199907"/>
                    <a:gd name="csY6" fmla="*/ 924955 h 932600"/>
                    <a:gd name="csX7" fmla="*/ 6195 w 199907"/>
                    <a:gd name="csY7" fmla="*/ 769458 h 932600"/>
                    <a:gd name="csX8" fmla="*/ 619 w 199907"/>
                    <a:gd name="csY8" fmla="*/ 462954 h 932600"/>
                    <a:gd name="csX0" fmla="*/ 61951 w 199907"/>
                    <a:gd name="csY0" fmla="*/ 178 h 932600"/>
                    <a:gd name="csX1" fmla="*/ 156736 w 199907"/>
                    <a:gd name="csY1" fmla="*/ 11330 h 932600"/>
                    <a:gd name="csX2" fmla="*/ 179039 w 199907"/>
                    <a:gd name="csY2" fmla="*/ 72661 h 932600"/>
                    <a:gd name="csX3" fmla="*/ 195766 w 199907"/>
                    <a:gd name="csY3" fmla="*/ 366310 h 932600"/>
                    <a:gd name="csX4" fmla="*/ 198089 w 199907"/>
                    <a:gd name="csY4" fmla="*/ 613418 h 932600"/>
                    <a:gd name="csX5" fmla="*/ 172611 w 199907"/>
                    <a:gd name="csY5" fmla="*/ 872297 h 932600"/>
                    <a:gd name="csX6" fmla="*/ 67449 w 199907"/>
                    <a:gd name="csY6" fmla="*/ 924955 h 932600"/>
                    <a:gd name="csX7" fmla="*/ 6195 w 199907"/>
                    <a:gd name="csY7" fmla="*/ 769458 h 932600"/>
                    <a:gd name="csX8" fmla="*/ 619 w 199907"/>
                    <a:gd name="csY8" fmla="*/ 462954 h 932600"/>
                    <a:gd name="csX0" fmla="*/ 61951 w 199793"/>
                    <a:gd name="csY0" fmla="*/ 4951 h 937373"/>
                    <a:gd name="csX1" fmla="*/ 156736 w 199793"/>
                    <a:gd name="csY1" fmla="*/ 16103 h 937373"/>
                    <a:gd name="csX2" fmla="*/ 182214 w 199793"/>
                    <a:gd name="csY2" fmla="*/ 169509 h 937373"/>
                    <a:gd name="csX3" fmla="*/ 195766 w 199793"/>
                    <a:gd name="csY3" fmla="*/ 371083 h 937373"/>
                    <a:gd name="csX4" fmla="*/ 198089 w 199793"/>
                    <a:gd name="csY4" fmla="*/ 618191 h 937373"/>
                    <a:gd name="csX5" fmla="*/ 172611 w 199793"/>
                    <a:gd name="csY5" fmla="*/ 877070 h 937373"/>
                    <a:gd name="csX6" fmla="*/ 67449 w 199793"/>
                    <a:gd name="csY6" fmla="*/ 929728 h 937373"/>
                    <a:gd name="csX7" fmla="*/ 6195 w 199793"/>
                    <a:gd name="csY7" fmla="*/ 774231 h 937373"/>
                    <a:gd name="csX8" fmla="*/ 619 w 199793"/>
                    <a:gd name="csY8" fmla="*/ 467727 h 937373"/>
                    <a:gd name="csX0" fmla="*/ 61951 w 199793"/>
                    <a:gd name="csY0" fmla="*/ 10 h 932432"/>
                    <a:gd name="csX1" fmla="*/ 156736 w 199793"/>
                    <a:gd name="csY1" fmla="*/ 42912 h 932432"/>
                    <a:gd name="csX2" fmla="*/ 182214 w 199793"/>
                    <a:gd name="csY2" fmla="*/ 164568 h 932432"/>
                    <a:gd name="csX3" fmla="*/ 195766 w 199793"/>
                    <a:gd name="csY3" fmla="*/ 366142 h 932432"/>
                    <a:gd name="csX4" fmla="*/ 198089 w 199793"/>
                    <a:gd name="csY4" fmla="*/ 613250 h 932432"/>
                    <a:gd name="csX5" fmla="*/ 172611 w 199793"/>
                    <a:gd name="csY5" fmla="*/ 872129 h 932432"/>
                    <a:gd name="csX6" fmla="*/ 67449 w 199793"/>
                    <a:gd name="csY6" fmla="*/ 924787 h 932432"/>
                    <a:gd name="csX7" fmla="*/ 6195 w 199793"/>
                    <a:gd name="csY7" fmla="*/ 769290 h 932432"/>
                    <a:gd name="csX8" fmla="*/ 619 w 199793"/>
                    <a:gd name="csY8" fmla="*/ 462786 h 932432"/>
                    <a:gd name="csX0" fmla="*/ 14326 w 199793"/>
                    <a:gd name="csY0" fmla="*/ 15 h 926087"/>
                    <a:gd name="csX1" fmla="*/ 156736 w 199793"/>
                    <a:gd name="csY1" fmla="*/ 36567 h 926087"/>
                    <a:gd name="csX2" fmla="*/ 182214 w 199793"/>
                    <a:gd name="csY2" fmla="*/ 158223 h 926087"/>
                    <a:gd name="csX3" fmla="*/ 195766 w 199793"/>
                    <a:gd name="csY3" fmla="*/ 359797 h 926087"/>
                    <a:gd name="csX4" fmla="*/ 198089 w 199793"/>
                    <a:gd name="csY4" fmla="*/ 606905 h 926087"/>
                    <a:gd name="csX5" fmla="*/ 172611 w 199793"/>
                    <a:gd name="csY5" fmla="*/ 865784 h 926087"/>
                    <a:gd name="csX6" fmla="*/ 67449 w 199793"/>
                    <a:gd name="csY6" fmla="*/ 918442 h 926087"/>
                    <a:gd name="csX7" fmla="*/ 6195 w 199793"/>
                    <a:gd name="csY7" fmla="*/ 762945 h 926087"/>
                    <a:gd name="csX8" fmla="*/ 619 w 199793"/>
                    <a:gd name="csY8" fmla="*/ 456441 h 926087"/>
                    <a:gd name="csX0" fmla="*/ 14326 w 201152"/>
                    <a:gd name="csY0" fmla="*/ 15 h 926087"/>
                    <a:gd name="csX1" fmla="*/ 156736 w 201152"/>
                    <a:gd name="csY1" fmla="*/ 36567 h 926087"/>
                    <a:gd name="csX2" fmla="*/ 182214 w 201152"/>
                    <a:gd name="csY2" fmla="*/ 158223 h 926087"/>
                    <a:gd name="csX3" fmla="*/ 198941 w 201152"/>
                    <a:gd name="csY3" fmla="*/ 423297 h 926087"/>
                    <a:gd name="csX4" fmla="*/ 198089 w 201152"/>
                    <a:gd name="csY4" fmla="*/ 606905 h 926087"/>
                    <a:gd name="csX5" fmla="*/ 172611 w 201152"/>
                    <a:gd name="csY5" fmla="*/ 865784 h 926087"/>
                    <a:gd name="csX6" fmla="*/ 67449 w 201152"/>
                    <a:gd name="csY6" fmla="*/ 918442 h 926087"/>
                    <a:gd name="csX7" fmla="*/ 6195 w 201152"/>
                    <a:gd name="csY7" fmla="*/ 762945 h 926087"/>
                    <a:gd name="csX8" fmla="*/ 619 w 201152"/>
                    <a:gd name="csY8" fmla="*/ 456441 h 926087"/>
                    <a:gd name="csX0" fmla="*/ 14326 w 200437"/>
                    <a:gd name="csY0" fmla="*/ 38 h 926110"/>
                    <a:gd name="csX1" fmla="*/ 156736 w 200437"/>
                    <a:gd name="csY1" fmla="*/ 36590 h 926110"/>
                    <a:gd name="csX2" fmla="*/ 194914 w 200437"/>
                    <a:gd name="csY2" fmla="*/ 202696 h 926110"/>
                    <a:gd name="csX3" fmla="*/ 198941 w 200437"/>
                    <a:gd name="csY3" fmla="*/ 423320 h 926110"/>
                    <a:gd name="csX4" fmla="*/ 198089 w 200437"/>
                    <a:gd name="csY4" fmla="*/ 606928 h 926110"/>
                    <a:gd name="csX5" fmla="*/ 172611 w 200437"/>
                    <a:gd name="csY5" fmla="*/ 865807 h 926110"/>
                    <a:gd name="csX6" fmla="*/ 67449 w 200437"/>
                    <a:gd name="csY6" fmla="*/ 918465 h 926110"/>
                    <a:gd name="csX7" fmla="*/ 6195 w 200437"/>
                    <a:gd name="csY7" fmla="*/ 762968 h 926110"/>
                    <a:gd name="csX8" fmla="*/ 619 w 200437"/>
                    <a:gd name="csY8" fmla="*/ 456464 h 926110"/>
                    <a:gd name="csX0" fmla="*/ 14326 w 200437"/>
                    <a:gd name="csY0" fmla="*/ 280 h 926352"/>
                    <a:gd name="csX1" fmla="*/ 140861 w 200437"/>
                    <a:gd name="csY1" fmla="*/ 30482 h 926352"/>
                    <a:gd name="csX2" fmla="*/ 194914 w 200437"/>
                    <a:gd name="csY2" fmla="*/ 202938 h 926352"/>
                    <a:gd name="csX3" fmla="*/ 198941 w 200437"/>
                    <a:gd name="csY3" fmla="*/ 423562 h 926352"/>
                    <a:gd name="csX4" fmla="*/ 198089 w 200437"/>
                    <a:gd name="csY4" fmla="*/ 607170 h 926352"/>
                    <a:gd name="csX5" fmla="*/ 172611 w 200437"/>
                    <a:gd name="csY5" fmla="*/ 866049 h 926352"/>
                    <a:gd name="csX6" fmla="*/ 67449 w 200437"/>
                    <a:gd name="csY6" fmla="*/ 918707 h 926352"/>
                    <a:gd name="csX7" fmla="*/ 6195 w 200437"/>
                    <a:gd name="csY7" fmla="*/ 763210 h 926352"/>
                    <a:gd name="csX8" fmla="*/ 619 w 200437"/>
                    <a:gd name="csY8" fmla="*/ 456706 h 926352"/>
                    <a:gd name="csX0" fmla="*/ 14326 w 200437"/>
                    <a:gd name="csY0" fmla="*/ 2065 h 928137"/>
                    <a:gd name="csX1" fmla="*/ 140861 w 200437"/>
                    <a:gd name="csY1" fmla="*/ 32267 h 928137"/>
                    <a:gd name="csX2" fmla="*/ 194914 w 200437"/>
                    <a:gd name="csY2" fmla="*/ 204723 h 928137"/>
                    <a:gd name="csX3" fmla="*/ 198941 w 200437"/>
                    <a:gd name="csY3" fmla="*/ 425347 h 928137"/>
                    <a:gd name="csX4" fmla="*/ 198089 w 200437"/>
                    <a:gd name="csY4" fmla="*/ 608955 h 928137"/>
                    <a:gd name="csX5" fmla="*/ 172611 w 200437"/>
                    <a:gd name="csY5" fmla="*/ 867834 h 928137"/>
                    <a:gd name="csX6" fmla="*/ 67449 w 200437"/>
                    <a:gd name="csY6" fmla="*/ 920492 h 928137"/>
                    <a:gd name="csX7" fmla="*/ 6195 w 200437"/>
                    <a:gd name="csY7" fmla="*/ 764995 h 928137"/>
                    <a:gd name="csX8" fmla="*/ 619 w 200437"/>
                    <a:gd name="csY8" fmla="*/ 458491 h 9281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0437" h="928137">
                      <a:moveTo>
                        <a:pt x="14326" y="2065"/>
                      </a:moveTo>
                      <a:cubicBezTo>
                        <a:pt x="51961" y="1601"/>
                        <a:pt x="85363" y="-11034"/>
                        <a:pt x="140861" y="32267"/>
                      </a:cubicBezTo>
                      <a:cubicBezTo>
                        <a:pt x="196359" y="75568"/>
                        <a:pt x="185234" y="139210"/>
                        <a:pt x="194914" y="204723"/>
                      </a:cubicBezTo>
                      <a:cubicBezTo>
                        <a:pt x="204594" y="270236"/>
                        <a:pt x="198412" y="357975"/>
                        <a:pt x="198941" y="425347"/>
                      </a:cubicBezTo>
                      <a:cubicBezTo>
                        <a:pt x="199470" y="492719"/>
                        <a:pt x="202477" y="535207"/>
                        <a:pt x="198089" y="608955"/>
                      </a:cubicBezTo>
                      <a:cubicBezTo>
                        <a:pt x="193701" y="682703"/>
                        <a:pt x="194384" y="815911"/>
                        <a:pt x="172611" y="867834"/>
                      </a:cubicBezTo>
                      <a:cubicBezTo>
                        <a:pt x="150838" y="919757"/>
                        <a:pt x="114235" y="940807"/>
                        <a:pt x="67449" y="920492"/>
                      </a:cubicBezTo>
                      <a:cubicBezTo>
                        <a:pt x="20663" y="900177"/>
                        <a:pt x="13629" y="843054"/>
                        <a:pt x="6195" y="764995"/>
                      </a:cubicBezTo>
                      <a:cubicBezTo>
                        <a:pt x="-1239" y="686937"/>
                        <a:pt x="-310" y="550489"/>
                        <a:pt x="619" y="458491"/>
                      </a:cubicBezTo>
                    </a:path>
                  </a:pathLst>
                </a:custGeom>
                <a:noFill/>
                <a:ln w="19050">
                  <a:solidFill>
                    <a:schemeClr val="accent1">
                      <a:lumMod val="60000"/>
                      <a:lumOff val="40000"/>
                    </a:schemeClr>
                  </a:solidFill>
                  <a:tailEnd type="stealt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2117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14" name="Правая фигурная скобка 313">
                  <a:extLst>
                    <a:ext uri="{FF2B5EF4-FFF2-40B4-BE49-F238E27FC236}">
                      <a16:creationId xmlns:a16="http://schemas.microsoft.com/office/drawing/2014/main" id="{82EF9CEE-D826-9B13-AEFA-74F99A7F18D8}"/>
                    </a:ext>
                  </a:extLst>
                </p:cNvPr>
                <p:cNvSpPr/>
                <p:nvPr/>
              </p:nvSpPr>
              <p:spPr>
                <a:xfrm rot="16200000">
                  <a:off x="5656471" y="2409962"/>
                  <a:ext cx="142240" cy="760031"/>
                </a:xfrm>
                <a:prstGeom prst="rightBrace">
                  <a:avLst>
                    <a:gd name="adj1" fmla="val 8333"/>
                    <a:gd name="adj2" fmla="val 47880"/>
                  </a:avLst>
                </a:prstGeom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 sz="2117"/>
                </a:p>
              </p:txBody>
            </p:sp>
            <p:sp>
              <p:nvSpPr>
                <p:cNvPr id="315" name="TextBox 314">
                  <a:extLst>
                    <a:ext uri="{FF2B5EF4-FFF2-40B4-BE49-F238E27FC236}">
                      <a16:creationId xmlns:a16="http://schemas.microsoft.com/office/drawing/2014/main" id="{D83CD40F-D51C-BC86-E414-C749BA45F717}"/>
                    </a:ext>
                  </a:extLst>
                </p:cNvPr>
                <p:cNvSpPr txBox="1"/>
                <p:nvPr/>
              </p:nvSpPr>
              <p:spPr>
                <a:xfrm>
                  <a:off x="5364843" y="2418821"/>
                  <a:ext cx="747642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200" dirty="0"/>
                    <a:t>Busy polling</a:t>
                  </a:r>
                  <a:endParaRPr lang="en-RU" sz="1200" dirty="0"/>
                </a:p>
              </p:txBody>
            </p:sp>
            <p:sp>
              <p:nvSpPr>
                <p:cNvPr id="316" name="Rectangle 769">
                  <a:extLst>
                    <a:ext uri="{FF2B5EF4-FFF2-40B4-BE49-F238E27FC236}">
                      <a16:creationId xmlns:a16="http://schemas.microsoft.com/office/drawing/2014/main" id="{F86BA92C-E10F-1F26-1DBA-624798D8AB5D}"/>
                    </a:ext>
                  </a:extLst>
                </p:cNvPr>
                <p:cNvSpPr/>
                <p:nvPr/>
              </p:nvSpPr>
              <p:spPr>
                <a:xfrm flipH="1">
                  <a:off x="6094466" y="3142900"/>
                  <a:ext cx="787612" cy="289752"/>
                </a:xfrm>
                <a:prstGeom prst="rect">
                  <a:avLst/>
                </a:prstGeom>
                <a:solidFill>
                  <a:srgbClr val="C00000"/>
                </a:solidFill>
                <a:ln w="12700" cmpd="sng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7" name="TextBox 316">
                      <a:extLst>
                        <a:ext uri="{FF2B5EF4-FFF2-40B4-BE49-F238E27FC236}">
                          <a16:creationId xmlns:a16="http://schemas.microsoft.com/office/drawing/2014/main" id="{F486BCCB-7053-E28C-A44E-C3B910FDE7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12444" y="3209966"/>
                      <a:ext cx="140872" cy="15671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317" name="TextBox 316">
                      <a:extLst>
                        <a:ext uri="{FF2B5EF4-FFF2-40B4-BE49-F238E27FC236}">
                          <a16:creationId xmlns:a16="http://schemas.microsoft.com/office/drawing/2014/main" id="{F486BCCB-7053-E28C-A44E-C3B910FDE7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12444" y="3209966"/>
                      <a:ext cx="140872" cy="156710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l="-34783" t="-3846" r="-4348" b="-26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18" name="Правая фигурная скобка 317">
                  <a:extLst>
                    <a:ext uri="{FF2B5EF4-FFF2-40B4-BE49-F238E27FC236}">
                      <a16:creationId xmlns:a16="http://schemas.microsoft.com/office/drawing/2014/main" id="{6704B76A-9B9F-D418-1ABD-A29F4F757BB4}"/>
                    </a:ext>
                  </a:extLst>
                </p:cNvPr>
                <p:cNvSpPr/>
                <p:nvPr/>
              </p:nvSpPr>
              <p:spPr>
                <a:xfrm rot="5400000">
                  <a:off x="4082027" y="2744174"/>
                  <a:ext cx="170800" cy="2374823"/>
                </a:xfrm>
                <a:prstGeom prst="rightBrace">
                  <a:avLst>
                    <a:gd name="adj1" fmla="val 101754"/>
                    <a:gd name="adj2" fmla="val 58359"/>
                  </a:avLst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 sz="2117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0" name="TextBox 319">
                      <a:extLst>
                        <a:ext uri="{FF2B5EF4-FFF2-40B4-BE49-F238E27FC236}">
                          <a16:creationId xmlns:a16="http://schemas.microsoft.com/office/drawing/2014/main" id="{792F0011-01BA-EDE9-9B6E-F210AC8919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37541" y="4030292"/>
                      <a:ext cx="780085" cy="18466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𝑖𝑡𝑒𝑟𝑎𝑡𝑖𝑜𝑛</m:t>
                            </m:r>
                          </m:oMath>
                        </m:oMathPara>
                      </a14:m>
                      <a:endParaRPr lang="en-RU" sz="1200" dirty="0"/>
                    </a:p>
                  </p:txBody>
                </p:sp>
              </mc:Choice>
              <mc:Fallback xmlns="">
                <p:sp>
                  <p:nvSpPr>
                    <p:cNvPr id="320" name="TextBox 319">
                      <a:extLst>
                        <a:ext uri="{FF2B5EF4-FFF2-40B4-BE49-F238E27FC236}">
                          <a16:creationId xmlns:a16="http://schemas.microsoft.com/office/drawing/2014/main" id="{792F0011-01BA-EDE9-9B6E-F210AC8919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7541" y="4030292"/>
                      <a:ext cx="780085" cy="184666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l="-4688" r="-3125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21" name="Straight Connector 90">
                  <a:extLst>
                    <a:ext uri="{FF2B5EF4-FFF2-40B4-BE49-F238E27FC236}">
                      <a16:creationId xmlns:a16="http://schemas.microsoft.com/office/drawing/2014/main" id="{C85068A4-E55B-DA92-DE25-B63BDC7D7E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81960" y="765238"/>
                  <a:ext cx="1346" cy="281191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headEnd type="none" w="med" len="sm"/>
                  <a:tailEnd type="stealth" w="med" len="me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8" name="TextBox 327">
                      <a:extLst>
                        <a:ext uri="{FF2B5EF4-FFF2-40B4-BE49-F238E27FC236}">
                          <a16:creationId xmlns:a16="http://schemas.microsoft.com/office/drawing/2014/main" id="{436F9ABE-E62A-F44C-876E-C2E02E0334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15814" y="744600"/>
                      <a:ext cx="174215" cy="15562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RU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oMath>
                        </m:oMathPara>
                      </a14:m>
                      <a:endParaRPr lang="en-RU" sz="1000" dirty="0"/>
                    </a:p>
                  </p:txBody>
                </p:sp>
              </mc:Choice>
              <mc:Fallback xmlns="">
                <p:sp>
                  <p:nvSpPr>
                    <p:cNvPr id="328" name="TextBox 327">
                      <a:extLst>
                        <a:ext uri="{FF2B5EF4-FFF2-40B4-BE49-F238E27FC236}">
                          <a16:creationId xmlns:a16="http://schemas.microsoft.com/office/drawing/2014/main" id="{436F9ABE-E62A-F44C-876E-C2E02E0334C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15814" y="744600"/>
                      <a:ext cx="174215" cy="155620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17241" t="-4000" r="-3448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29" name="Straight Arrow Connector 616">
                  <a:extLst>
                    <a:ext uri="{FF2B5EF4-FFF2-40B4-BE49-F238E27FC236}">
                      <a16:creationId xmlns:a16="http://schemas.microsoft.com/office/drawing/2014/main" id="{9CC4F28D-C982-A539-73AE-5AC74B9333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45184" y="3436033"/>
                  <a:ext cx="3937716" cy="570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stealth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3" name="Freeform 660">
                  <a:extLst>
                    <a:ext uri="{FF2B5EF4-FFF2-40B4-BE49-F238E27FC236}">
                      <a16:creationId xmlns:a16="http://schemas.microsoft.com/office/drawing/2014/main" id="{D5330AE5-D23A-D2EB-8BD2-F1919A37EE0E}"/>
                    </a:ext>
                  </a:extLst>
                </p:cNvPr>
                <p:cNvSpPr/>
                <p:nvPr/>
              </p:nvSpPr>
              <p:spPr>
                <a:xfrm>
                  <a:off x="5940015" y="2736882"/>
                  <a:ext cx="153745" cy="1062020"/>
                </a:xfrm>
                <a:custGeom>
                  <a:avLst/>
                  <a:gdLst>
                    <a:gd name="csX0" fmla="*/ 61951 w 195766"/>
                    <a:gd name="csY0" fmla="*/ 178 h 936906"/>
                    <a:gd name="csX1" fmla="*/ 156736 w 195766"/>
                    <a:gd name="csY1" fmla="*/ 11330 h 936906"/>
                    <a:gd name="csX2" fmla="*/ 179039 w 195766"/>
                    <a:gd name="csY2" fmla="*/ 72661 h 936906"/>
                    <a:gd name="csX3" fmla="*/ 195766 w 195766"/>
                    <a:gd name="csY3" fmla="*/ 290110 h 936906"/>
                    <a:gd name="csX4" fmla="*/ 179039 w 195766"/>
                    <a:gd name="csY4" fmla="*/ 591193 h 936906"/>
                    <a:gd name="csX5" fmla="*/ 156736 w 195766"/>
                    <a:gd name="csY5" fmla="*/ 853247 h 936906"/>
                    <a:gd name="csX6" fmla="*/ 45224 w 195766"/>
                    <a:gd name="csY6" fmla="*/ 931305 h 936906"/>
                    <a:gd name="csX7" fmla="*/ 6195 w 195766"/>
                    <a:gd name="csY7" fmla="*/ 725008 h 936906"/>
                    <a:gd name="csX8" fmla="*/ 619 w 195766"/>
                    <a:gd name="csY8" fmla="*/ 462954 h 936906"/>
                    <a:gd name="csX0" fmla="*/ 61951 w 201083"/>
                    <a:gd name="csY0" fmla="*/ 178 h 936626"/>
                    <a:gd name="csX1" fmla="*/ 156736 w 201083"/>
                    <a:gd name="csY1" fmla="*/ 11330 h 936626"/>
                    <a:gd name="csX2" fmla="*/ 179039 w 201083"/>
                    <a:gd name="csY2" fmla="*/ 72661 h 936626"/>
                    <a:gd name="csX3" fmla="*/ 195766 w 201083"/>
                    <a:gd name="csY3" fmla="*/ 290110 h 936626"/>
                    <a:gd name="csX4" fmla="*/ 198089 w 201083"/>
                    <a:gd name="csY4" fmla="*/ 613418 h 936626"/>
                    <a:gd name="csX5" fmla="*/ 156736 w 201083"/>
                    <a:gd name="csY5" fmla="*/ 853247 h 936626"/>
                    <a:gd name="csX6" fmla="*/ 45224 w 201083"/>
                    <a:gd name="csY6" fmla="*/ 931305 h 936626"/>
                    <a:gd name="csX7" fmla="*/ 6195 w 201083"/>
                    <a:gd name="csY7" fmla="*/ 725008 h 936626"/>
                    <a:gd name="csX8" fmla="*/ 619 w 201083"/>
                    <a:gd name="csY8" fmla="*/ 462954 h 936626"/>
                    <a:gd name="csX0" fmla="*/ 61951 w 199907"/>
                    <a:gd name="csY0" fmla="*/ 178 h 939906"/>
                    <a:gd name="csX1" fmla="*/ 156736 w 199907"/>
                    <a:gd name="csY1" fmla="*/ 11330 h 939906"/>
                    <a:gd name="csX2" fmla="*/ 179039 w 199907"/>
                    <a:gd name="csY2" fmla="*/ 72661 h 939906"/>
                    <a:gd name="csX3" fmla="*/ 195766 w 199907"/>
                    <a:gd name="csY3" fmla="*/ 290110 h 939906"/>
                    <a:gd name="csX4" fmla="*/ 198089 w 199907"/>
                    <a:gd name="csY4" fmla="*/ 613418 h 939906"/>
                    <a:gd name="csX5" fmla="*/ 172611 w 199907"/>
                    <a:gd name="csY5" fmla="*/ 872297 h 939906"/>
                    <a:gd name="csX6" fmla="*/ 45224 w 199907"/>
                    <a:gd name="csY6" fmla="*/ 931305 h 939906"/>
                    <a:gd name="csX7" fmla="*/ 6195 w 199907"/>
                    <a:gd name="csY7" fmla="*/ 725008 h 939906"/>
                    <a:gd name="csX8" fmla="*/ 619 w 199907"/>
                    <a:gd name="csY8" fmla="*/ 462954 h 939906"/>
                    <a:gd name="csX0" fmla="*/ 61951 w 199907"/>
                    <a:gd name="csY0" fmla="*/ 178 h 936876"/>
                    <a:gd name="csX1" fmla="*/ 156736 w 199907"/>
                    <a:gd name="csY1" fmla="*/ 11330 h 936876"/>
                    <a:gd name="csX2" fmla="*/ 179039 w 199907"/>
                    <a:gd name="csY2" fmla="*/ 72661 h 936876"/>
                    <a:gd name="csX3" fmla="*/ 195766 w 199907"/>
                    <a:gd name="csY3" fmla="*/ 290110 h 936876"/>
                    <a:gd name="csX4" fmla="*/ 198089 w 199907"/>
                    <a:gd name="csY4" fmla="*/ 613418 h 936876"/>
                    <a:gd name="csX5" fmla="*/ 172611 w 199907"/>
                    <a:gd name="csY5" fmla="*/ 872297 h 936876"/>
                    <a:gd name="csX6" fmla="*/ 45224 w 199907"/>
                    <a:gd name="csY6" fmla="*/ 931305 h 936876"/>
                    <a:gd name="csX7" fmla="*/ 6195 w 199907"/>
                    <a:gd name="csY7" fmla="*/ 769458 h 936876"/>
                    <a:gd name="csX8" fmla="*/ 619 w 199907"/>
                    <a:gd name="csY8" fmla="*/ 462954 h 936876"/>
                    <a:gd name="csX0" fmla="*/ 61951 w 199907"/>
                    <a:gd name="csY0" fmla="*/ 178 h 931261"/>
                    <a:gd name="csX1" fmla="*/ 156736 w 199907"/>
                    <a:gd name="csY1" fmla="*/ 11330 h 931261"/>
                    <a:gd name="csX2" fmla="*/ 179039 w 199907"/>
                    <a:gd name="csY2" fmla="*/ 72661 h 931261"/>
                    <a:gd name="csX3" fmla="*/ 195766 w 199907"/>
                    <a:gd name="csY3" fmla="*/ 290110 h 931261"/>
                    <a:gd name="csX4" fmla="*/ 198089 w 199907"/>
                    <a:gd name="csY4" fmla="*/ 613418 h 931261"/>
                    <a:gd name="csX5" fmla="*/ 172611 w 199907"/>
                    <a:gd name="csY5" fmla="*/ 872297 h 931261"/>
                    <a:gd name="csX6" fmla="*/ 67449 w 199907"/>
                    <a:gd name="csY6" fmla="*/ 924955 h 931261"/>
                    <a:gd name="csX7" fmla="*/ 6195 w 199907"/>
                    <a:gd name="csY7" fmla="*/ 769458 h 931261"/>
                    <a:gd name="csX8" fmla="*/ 619 w 199907"/>
                    <a:gd name="csY8" fmla="*/ 462954 h 931261"/>
                    <a:gd name="csX0" fmla="*/ 61951 w 199907"/>
                    <a:gd name="csY0" fmla="*/ 178 h 932600"/>
                    <a:gd name="csX1" fmla="*/ 156736 w 199907"/>
                    <a:gd name="csY1" fmla="*/ 11330 h 932600"/>
                    <a:gd name="csX2" fmla="*/ 179039 w 199907"/>
                    <a:gd name="csY2" fmla="*/ 72661 h 932600"/>
                    <a:gd name="csX3" fmla="*/ 195766 w 199907"/>
                    <a:gd name="csY3" fmla="*/ 290110 h 932600"/>
                    <a:gd name="csX4" fmla="*/ 198089 w 199907"/>
                    <a:gd name="csY4" fmla="*/ 613418 h 932600"/>
                    <a:gd name="csX5" fmla="*/ 172611 w 199907"/>
                    <a:gd name="csY5" fmla="*/ 872297 h 932600"/>
                    <a:gd name="csX6" fmla="*/ 67449 w 199907"/>
                    <a:gd name="csY6" fmla="*/ 924955 h 932600"/>
                    <a:gd name="csX7" fmla="*/ 6195 w 199907"/>
                    <a:gd name="csY7" fmla="*/ 769458 h 932600"/>
                    <a:gd name="csX8" fmla="*/ 619 w 199907"/>
                    <a:gd name="csY8" fmla="*/ 462954 h 932600"/>
                    <a:gd name="csX0" fmla="*/ 61951 w 199907"/>
                    <a:gd name="csY0" fmla="*/ 178 h 932600"/>
                    <a:gd name="csX1" fmla="*/ 156736 w 199907"/>
                    <a:gd name="csY1" fmla="*/ 11330 h 932600"/>
                    <a:gd name="csX2" fmla="*/ 179039 w 199907"/>
                    <a:gd name="csY2" fmla="*/ 72661 h 932600"/>
                    <a:gd name="csX3" fmla="*/ 195766 w 199907"/>
                    <a:gd name="csY3" fmla="*/ 366310 h 932600"/>
                    <a:gd name="csX4" fmla="*/ 198089 w 199907"/>
                    <a:gd name="csY4" fmla="*/ 613418 h 932600"/>
                    <a:gd name="csX5" fmla="*/ 172611 w 199907"/>
                    <a:gd name="csY5" fmla="*/ 872297 h 932600"/>
                    <a:gd name="csX6" fmla="*/ 67449 w 199907"/>
                    <a:gd name="csY6" fmla="*/ 924955 h 932600"/>
                    <a:gd name="csX7" fmla="*/ 6195 w 199907"/>
                    <a:gd name="csY7" fmla="*/ 769458 h 932600"/>
                    <a:gd name="csX8" fmla="*/ 619 w 199907"/>
                    <a:gd name="csY8" fmla="*/ 462954 h 932600"/>
                    <a:gd name="csX0" fmla="*/ 61951 w 199793"/>
                    <a:gd name="csY0" fmla="*/ 4951 h 937373"/>
                    <a:gd name="csX1" fmla="*/ 156736 w 199793"/>
                    <a:gd name="csY1" fmla="*/ 16103 h 937373"/>
                    <a:gd name="csX2" fmla="*/ 182214 w 199793"/>
                    <a:gd name="csY2" fmla="*/ 169509 h 937373"/>
                    <a:gd name="csX3" fmla="*/ 195766 w 199793"/>
                    <a:gd name="csY3" fmla="*/ 371083 h 937373"/>
                    <a:gd name="csX4" fmla="*/ 198089 w 199793"/>
                    <a:gd name="csY4" fmla="*/ 618191 h 937373"/>
                    <a:gd name="csX5" fmla="*/ 172611 w 199793"/>
                    <a:gd name="csY5" fmla="*/ 877070 h 937373"/>
                    <a:gd name="csX6" fmla="*/ 67449 w 199793"/>
                    <a:gd name="csY6" fmla="*/ 929728 h 937373"/>
                    <a:gd name="csX7" fmla="*/ 6195 w 199793"/>
                    <a:gd name="csY7" fmla="*/ 774231 h 937373"/>
                    <a:gd name="csX8" fmla="*/ 619 w 199793"/>
                    <a:gd name="csY8" fmla="*/ 467727 h 937373"/>
                    <a:gd name="csX0" fmla="*/ 61951 w 199793"/>
                    <a:gd name="csY0" fmla="*/ 10 h 932432"/>
                    <a:gd name="csX1" fmla="*/ 156736 w 199793"/>
                    <a:gd name="csY1" fmla="*/ 42912 h 932432"/>
                    <a:gd name="csX2" fmla="*/ 182214 w 199793"/>
                    <a:gd name="csY2" fmla="*/ 164568 h 932432"/>
                    <a:gd name="csX3" fmla="*/ 195766 w 199793"/>
                    <a:gd name="csY3" fmla="*/ 366142 h 932432"/>
                    <a:gd name="csX4" fmla="*/ 198089 w 199793"/>
                    <a:gd name="csY4" fmla="*/ 613250 h 932432"/>
                    <a:gd name="csX5" fmla="*/ 172611 w 199793"/>
                    <a:gd name="csY5" fmla="*/ 872129 h 932432"/>
                    <a:gd name="csX6" fmla="*/ 67449 w 199793"/>
                    <a:gd name="csY6" fmla="*/ 924787 h 932432"/>
                    <a:gd name="csX7" fmla="*/ 6195 w 199793"/>
                    <a:gd name="csY7" fmla="*/ 769290 h 932432"/>
                    <a:gd name="csX8" fmla="*/ 619 w 199793"/>
                    <a:gd name="csY8" fmla="*/ 462786 h 932432"/>
                    <a:gd name="csX0" fmla="*/ 14326 w 199793"/>
                    <a:gd name="csY0" fmla="*/ 15 h 926087"/>
                    <a:gd name="csX1" fmla="*/ 156736 w 199793"/>
                    <a:gd name="csY1" fmla="*/ 36567 h 926087"/>
                    <a:gd name="csX2" fmla="*/ 182214 w 199793"/>
                    <a:gd name="csY2" fmla="*/ 158223 h 926087"/>
                    <a:gd name="csX3" fmla="*/ 195766 w 199793"/>
                    <a:gd name="csY3" fmla="*/ 359797 h 926087"/>
                    <a:gd name="csX4" fmla="*/ 198089 w 199793"/>
                    <a:gd name="csY4" fmla="*/ 606905 h 926087"/>
                    <a:gd name="csX5" fmla="*/ 172611 w 199793"/>
                    <a:gd name="csY5" fmla="*/ 865784 h 926087"/>
                    <a:gd name="csX6" fmla="*/ 67449 w 199793"/>
                    <a:gd name="csY6" fmla="*/ 918442 h 926087"/>
                    <a:gd name="csX7" fmla="*/ 6195 w 199793"/>
                    <a:gd name="csY7" fmla="*/ 762945 h 926087"/>
                    <a:gd name="csX8" fmla="*/ 619 w 199793"/>
                    <a:gd name="csY8" fmla="*/ 456441 h 926087"/>
                    <a:gd name="csX0" fmla="*/ 14326 w 201152"/>
                    <a:gd name="csY0" fmla="*/ 15 h 926087"/>
                    <a:gd name="csX1" fmla="*/ 156736 w 201152"/>
                    <a:gd name="csY1" fmla="*/ 36567 h 926087"/>
                    <a:gd name="csX2" fmla="*/ 182214 w 201152"/>
                    <a:gd name="csY2" fmla="*/ 158223 h 926087"/>
                    <a:gd name="csX3" fmla="*/ 198941 w 201152"/>
                    <a:gd name="csY3" fmla="*/ 423297 h 926087"/>
                    <a:gd name="csX4" fmla="*/ 198089 w 201152"/>
                    <a:gd name="csY4" fmla="*/ 606905 h 926087"/>
                    <a:gd name="csX5" fmla="*/ 172611 w 201152"/>
                    <a:gd name="csY5" fmla="*/ 865784 h 926087"/>
                    <a:gd name="csX6" fmla="*/ 67449 w 201152"/>
                    <a:gd name="csY6" fmla="*/ 918442 h 926087"/>
                    <a:gd name="csX7" fmla="*/ 6195 w 201152"/>
                    <a:gd name="csY7" fmla="*/ 762945 h 926087"/>
                    <a:gd name="csX8" fmla="*/ 619 w 201152"/>
                    <a:gd name="csY8" fmla="*/ 456441 h 926087"/>
                    <a:gd name="csX0" fmla="*/ 14326 w 200437"/>
                    <a:gd name="csY0" fmla="*/ 38 h 926110"/>
                    <a:gd name="csX1" fmla="*/ 156736 w 200437"/>
                    <a:gd name="csY1" fmla="*/ 36590 h 926110"/>
                    <a:gd name="csX2" fmla="*/ 194914 w 200437"/>
                    <a:gd name="csY2" fmla="*/ 202696 h 926110"/>
                    <a:gd name="csX3" fmla="*/ 198941 w 200437"/>
                    <a:gd name="csY3" fmla="*/ 423320 h 926110"/>
                    <a:gd name="csX4" fmla="*/ 198089 w 200437"/>
                    <a:gd name="csY4" fmla="*/ 606928 h 926110"/>
                    <a:gd name="csX5" fmla="*/ 172611 w 200437"/>
                    <a:gd name="csY5" fmla="*/ 865807 h 926110"/>
                    <a:gd name="csX6" fmla="*/ 67449 w 200437"/>
                    <a:gd name="csY6" fmla="*/ 918465 h 926110"/>
                    <a:gd name="csX7" fmla="*/ 6195 w 200437"/>
                    <a:gd name="csY7" fmla="*/ 762968 h 926110"/>
                    <a:gd name="csX8" fmla="*/ 619 w 200437"/>
                    <a:gd name="csY8" fmla="*/ 456464 h 926110"/>
                    <a:gd name="csX0" fmla="*/ 14326 w 200437"/>
                    <a:gd name="csY0" fmla="*/ 280 h 926352"/>
                    <a:gd name="csX1" fmla="*/ 140861 w 200437"/>
                    <a:gd name="csY1" fmla="*/ 30482 h 926352"/>
                    <a:gd name="csX2" fmla="*/ 194914 w 200437"/>
                    <a:gd name="csY2" fmla="*/ 202938 h 926352"/>
                    <a:gd name="csX3" fmla="*/ 198941 w 200437"/>
                    <a:gd name="csY3" fmla="*/ 423562 h 926352"/>
                    <a:gd name="csX4" fmla="*/ 198089 w 200437"/>
                    <a:gd name="csY4" fmla="*/ 607170 h 926352"/>
                    <a:gd name="csX5" fmla="*/ 172611 w 200437"/>
                    <a:gd name="csY5" fmla="*/ 866049 h 926352"/>
                    <a:gd name="csX6" fmla="*/ 67449 w 200437"/>
                    <a:gd name="csY6" fmla="*/ 918707 h 926352"/>
                    <a:gd name="csX7" fmla="*/ 6195 w 200437"/>
                    <a:gd name="csY7" fmla="*/ 763210 h 926352"/>
                    <a:gd name="csX8" fmla="*/ 619 w 200437"/>
                    <a:gd name="csY8" fmla="*/ 456706 h 926352"/>
                    <a:gd name="csX0" fmla="*/ 14326 w 200437"/>
                    <a:gd name="csY0" fmla="*/ 2065 h 928137"/>
                    <a:gd name="csX1" fmla="*/ 140861 w 200437"/>
                    <a:gd name="csY1" fmla="*/ 32267 h 928137"/>
                    <a:gd name="csX2" fmla="*/ 194914 w 200437"/>
                    <a:gd name="csY2" fmla="*/ 204723 h 928137"/>
                    <a:gd name="csX3" fmla="*/ 198941 w 200437"/>
                    <a:gd name="csY3" fmla="*/ 425347 h 928137"/>
                    <a:gd name="csX4" fmla="*/ 198089 w 200437"/>
                    <a:gd name="csY4" fmla="*/ 608955 h 928137"/>
                    <a:gd name="csX5" fmla="*/ 172611 w 200437"/>
                    <a:gd name="csY5" fmla="*/ 867834 h 928137"/>
                    <a:gd name="csX6" fmla="*/ 67449 w 200437"/>
                    <a:gd name="csY6" fmla="*/ 920492 h 928137"/>
                    <a:gd name="csX7" fmla="*/ 6195 w 200437"/>
                    <a:gd name="csY7" fmla="*/ 764995 h 928137"/>
                    <a:gd name="csX8" fmla="*/ 619 w 200437"/>
                    <a:gd name="csY8" fmla="*/ 458491 h 9281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0437" h="928137">
                      <a:moveTo>
                        <a:pt x="14326" y="2065"/>
                      </a:moveTo>
                      <a:cubicBezTo>
                        <a:pt x="51961" y="1601"/>
                        <a:pt x="85363" y="-11034"/>
                        <a:pt x="140861" y="32267"/>
                      </a:cubicBezTo>
                      <a:cubicBezTo>
                        <a:pt x="196359" y="75568"/>
                        <a:pt x="185234" y="139210"/>
                        <a:pt x="194914" y="204723"/>
                      </a:cubicBezTo>
                      <a:cubicBezTo>
                        <a:pt x="204594" y="270236"/>
                        <a:pt x="198412" y="357975"/>
                        <a:pt x="198941" y="425347"/>
                      </a:cubicBezTo>
                      <a:cubicBezTo>
                        <a:pt x="199470" y="492719"/>
                        <a:pt x="202477" y="535207"/>
                        <a:pt x="198089" y="608955"/>
                      </a:cubicBezTo>
                      <a:cubicBezTo>
                        <a:pt x="193701" y="682703"/>
                        <a:pt x="194384" y="815911"/>
                        <a:pt x="172611" y="867834"/>
                      </a:cubicBezTo>
                      <a:cubicBezTo>
                        <a:pt x="150838" y="919757"/>
                        <a:pt x="114235" y="940807"/>
                        <a:pt x="67449" y="920492"/>
                      </a:cubicBezTo>
                      <a:cubicBezTo>
                        <a:pt x="20663" y="900177"/>
                        <a:pt x="13629" y="843054"/>
                        <a:pt x="6195" y="764995"/>
                      </a:cubicBezTo>
                      <a:cubicBezTo>
                        <a:pt x="-1239" y="686937"/>
                        <a:pt x="-310" y="550489"/>
                        <a:pt x="619" y="458491"/>
                      </a:cubicBezTo>
                    </a:path>
                  </a:pathLst>
                </a:custGeom>
                <a:noFill/>
                <a:ln w="19050">
                  <a:solidFill>
                    <a:schemeClr val="accent1">
                      <a:lumMod val="60000"/>
                      <a:lumOff val="40000"/>
                    </a:schemeClr>
                  </a:solidFill>
                  <a:tailEnd type="stealt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2117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31" name="Straight Connector 90">
                  <a:extLst>
                    <a:ext uri="{FF2B5EF4-FFF2-40B4-BE49-F238E27FC236}">
                      <a16:creationId xmlns:a16="http://schemas.microsoft.com/office/drawing/2014/main" id="{9ED1801B-A839-3498-0F9A-68318B7A36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187" y="761807"/>
                  <a:ext cx="1346" cy="281191"/>
                </a:xfrm>
                <a:prstGeom prst="line">
                  <a:avLst/>
                </a:prstGeom>
                <a:ln w="38100" cmpd="sng">
                  <a:solidFill>
                    <a:schemeClr val="tx1"/>
                  </a:solidFill>
                  <a:prstDash val="solid"/>
                  <a:headEnd type="none" w="med" len="sm"/>
                  <a:tailEnd type="stealth" w="med" len="me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0" name="TextBox 279">
                      <a:extLst>
                        <a:ext uri="{FF2B5EF4-FFF2-40B4-BE49-F238E27FC236}">
                          <a16:creationId xmlns:a16="http://schemas.microsoft.com/office/drawing/2014/main" id="{5C4B1173-0553-C6E7-0770-1AC2D34670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9809" y="3508599"/>
                      <a:ext cx="238847" cy="215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80" name="TextBox 279">
                      <a:extLst>
                        <a:ext uri="{FF2B5EF4-FFF2-40B4-BE49-F238E27FC236}">
                          <a16:creationId xmlns:a16="http://schemas.microsoft.com/office/drawing/2014/main" id="{5C4B1173-0553-C6E7-0770-1AC2D34670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99809" y="3508599"/>
                      <a:ext cx="238847" cy="215444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17949" r="-15385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1" name="TextBox 280">
                      <a:extLst>
                        <a:ext uri="{FF2B5EF4-FFF2-40B4-BE49-F238E27FC236}">
                          <a16:creationId xmlns:a16="http://schemas.microsoft.com/office/drawing/2014/main" id="{36694B61-BE47-C11C-CCEF-38DBE35EB15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8999" y="3508599"/>
                      <a:ext cx="139462" cy="215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RU" sz="1400" dirty="0"/>
                    </a:p>
                  </p:txBody>
                </p:sp>
              </mc:Choice>
              <mc:Fallback xmlns="">
                <p:sp>
                  <p:nvSpPr>
                    <p:cNvPr id="281" name="TextBox 280">
                      <a:extLst>
                        <a:ext uri="{FF2B5EF4-FFF2-40B4-BE49-F238E27FC236}">
                          <a16:creationId xmlns:a16="http://schemas.microsoft.com/office/drawing/2014/main" id="{36694B61-BE47-C11C-CCEF-38DBE35EB15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18999" y="3508599"/>
                      <a:ext cx="139462" cy="215444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l="-31818" r="-31818" b="-5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81C80C54-7E6B-A1C6-3F1A-C355BAB38E42}"/>
                      </a:ext>
                    </a:extLst>
                  </p:cNvPr>
                  <p:cNvSpPr txBox="1"/>
                  <p:nvPr/>
                </p:nvSpPr>
                <p:spPr>
                  <a:xfrm>
                    <a:off x="2885381" y="599612"/>
                    <a:ext cx="3234219" cy="26712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RU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𝑅𝑒𝑙𝑒𝑎𝑠𝑒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𝑗𝑜𝑏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sSub>
                            <m:sSubPr>
                              <m:ctrlPr>
                                <a:rPr lang="en-RU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RU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𝑡𝑎𝑠𝑘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81C80C54-7E6B-A1C6-3F1A-C355BAB38E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5381" y="599612"/>
                    <a:ext cx="3234219" cy="267124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753" r="-565" b="-232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26319BC9-168C-E088-D9ED-3023D4F91449}"/>
                      </a:ext>
                    </a:extLst>
                  </p:cNvPr>
                  <p:cNvSpPr txBox="1"/>
                  <p:nvPr/>
                </p:nvSpPr>
                <p:spPr>
                  <a:xfrm>
                    <a:off x="2885381" y="2317759"/>
                    <a:ext cx="3374257" cy="26712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RU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𝐸𝑥𝑒𝑐𝑢𝑡𝑖𝑜𝑛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𝑗𝑜𝑏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sSub>
                            <m:sSubPr>
                              <m:ctrlPr>
                                <a:rPr lang="en-RU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RU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𝑡𝑎𝑠𝑘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26319BC9-168C-E088-D9ED-3023D4F914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5381" y="2317759"/>
                    <a:ext cx="3374257" cy="26712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083" r="-542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87320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42FB6CD5-8EC3-41B0-9CD0-C8FC59BD789F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1016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3902D444-EB24-5439-1C91-B7A8897D73D2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1016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3" name="execution guide 0">
            <a:extLst>
              <a:ext uri="{FF2B5EF4-FFF2-40B4-BE49-F238E27FC236}">
                <a16:creationId xmlns:a16="http://schemas.microsoft.com/office/drawing/2014/main" id="{7A244039-536E-3F53-91D5-07DB7B0B15AE}"/>
              </a:ext>
            </a:extLst>
          </p:cNvPr>
          <p:cNvSpPr>
            <a:spLocks noGrp="1"/>
          </p:cNvSpPr>
          <p:nvPr/>
        </p:nvSpPr>
        <p:spPr>
          <a:xfrm>
            <a:off x="4057298" y="1022007"/>
            <a:ext cx="0" cy="1854000"/>
          </a:xfrm>
          <a:prstGeom prst="line">
            <a:avLst/>
          </a:prstGeom>
          <a:noFill/>
          <a:ln w="1016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4" name="execution guide 0">
            <a:extLst>
              <a:ext uri="{FF2B5EF4-FFF2-40B4-BE49-F238E27FC236}">
                <a16:creationId xmlns:a16="http://schemas.microsoft.com/office/drawing/2014/main" id="{B353CD0D-C2A9-9421-DDF6-FAA490407C64}"/>
              </a:ext>
            </a:extLst>
          </p:cNvPr>
          <p:cNvSpPr>
            <a:spLocks noGrp="1"/>
          </p:cNvSpPr>
          <p:nvPr/>
        </p:nvSpPr>
        <p:spPr>
          <a:xfrm>
            <a:off x="5409144" y="1022007"/>
            <a:ext cx="0" cy="1854000"/>
          </a:xfrm>
          <a:prstGeom prst="line">
            <a:avLst/>
          </a:prstGeom>
          <a:noFill/>
          <a:ln w="1016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5" name="execution guide 0">
            <a:extLst>
              <a:ext uri="{FF2B5EF4-FFF2-40B4-BE49-F238E27FC236}">
                <a16:creationId xmlns:a16="http://schemas.microsoft.com/office/drawing/2014/main" id="{A09ED082-77F9-0D42-01AE-26395D1ED8AE}"/>
              </a:ext>
            </a:extLst>
          </p:cNvPr>
          <p:cNvSpPr>
            <a:spLocks noGrp="1"/>
          </p:cNvSpPr>
          <p:nvPr/>
        </p:nvSpPr>
        <p:spPr>
          <a:xfrm>
            <a:off x="9464682" y="1022007"/>
            <a:ext cx="0" cy="1854000"/>
          </a:xfrm>
          <a:prstGeom prst="line">
            <a:avLst/>
          </a:prstGeom>
          <a:noFill/>
          <a:ln w="1016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9B4DF6FE-DE51-667C-4415-0108D11D66A0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1016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42A34909-6574-F47A-26AF-69A9599155B6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1016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2AF14256-FFC8-BBE9-4D4A-75945737904F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1016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0" name="execution guide 0">
            <a:extLst>
              <a:ext uri="{FF2B5EF4-FFF2-40B4-BE49-F238E27FC236}">
                <a16:creationId xmlns:a16="http://schemas.microsoft.com/office/drawing/2014/main" id="{6295ACD7-6EEF-FE94-DC6E-98A8E4D2691C}"/>
              </a:ext>
            </a:extLst>
          </p:cNvPr>
          <p:cNvSpPr>
            <a:spLocks noGrp="1"/>
          </p:cNvSpPr>
          <p:nvPr/>
        </p:nvSpPr>
        <p:spPr>
          <a:xfrm>
            <a:off x="8112836" y="1022007"/>
            <a:ext cx="0" cy="1854000"/>
          </a:xfrm>
          <a:prstGeom prst="line">
            <a:avLst/>
          </a:prstGeom>
          <a:noFill/>
          <a:ln w="1016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AADCBA74-368B-74DA-28B8-FE864699A9B0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1016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2" name="execution guide 0">
            <a:extLst>
              <a:ext uri="{FF2B5EF4-FFF2-40B4-BE49-F238E27FC236}">
                <a16:creationId xmlns:a16="http://schemas.microsoft.com/office/drawing/2014/main" id="{B2977340-A4C0-F3E8-B42D-9998A10516D5}"/>
              </a:ext>
            </a:extLst>
          </p:cNvPr>
          <p:cNvSpPr>
            <a:spLocks noGrp="1"/>
          </p:cNvSpPr>
          <p:nvPr/>
        </p:nvSpPr>
        <p:spPr>
          <a:xfrm>
            <a:off x="6760990" y="1022007"/>
            <a:ext cx="0" cy="1854000"/>
          </a:xfrm>
          <a:prstGeom prst="line">
            <a:avLst/>
          </a:prstGeom>
          <a:noFill/>
          <a:ln w="1016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9BB7EEB9-D026-BDE1-E117-0A84F199F45F}"/>
              </a:ext>
            </a:extLst>
          </p:cNvPr>
          <p:cNvSpPr/>
          <p:nvPr/>
        </p:nvSpPr>
        <p:spPr>
          <a:xfrm flipH="1">
            <a:off x="3384978" y="2417762"/>
            <a:ext cx="2707845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1" name="task model">
            <a:extLst>
              <a:ext uri="{FF2B5EF4-FFF2-40B4-BE49-F238E27FC236}">
                <a16:creationId xmlns:a16="http://schemas.microsoft.com/office/drawing/2014/main" id="{F626D48C-EC37-4B83-97E8-61A34E7D14FB}"/>
              </a:ext>
            </a:extLst>
          </p:cNvPr>
          <p:cNvSpPr>
            <a:spLocks noGrp="1"/>
          </p:cNvSpPr>
          <p:nvPr/>
        </p:nvSpPr>
        <p:spPr>
          <a:xfrm>
            <a:off x="923925" y="627062"/>
            <a:ext cx="2919938" cy="4397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τᵢ = (Cᵢ, Dᵢ</a:t>
            </a:r>
            <a:r>
              <a:rPr lang="ru-RU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</a:t>
            </a: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ᵢ)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Dᵢ = Pᵢ</a:t>
            </a:r>
            <a:endParaRPr sz="2200" i="1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58D5233E-0D31-422A-A6AB-FD8F62BC4EBD}"/>
              </a:ext>
            </a:extLst>
          </p:cNvPr>
          <p:cNvSpPr>
            <a:spLocks noGrp="1"/>
          </p:cNvSpPr>
          <p:nvPr/>
        </p:nvSpPr>
        <p:spPr>
          <a:xfrm>
            <a:off x="10368915" y="27051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54D8343A-4E1B-4D91-BAB5-4BD39DFD2FF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(20, 50, 50)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54D8343A-4E1B-4D91-BAB5-4BD39DFD2F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blipFill>
                <a:blip r:embed="rId2"/>
                <a:stretch>
                  <a:fillRect t="-32075" b="-5094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9B8DB52E-F27E-4B61-9251-E193805DDA1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 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(10, 20, 20)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9B8DB52E-F27E-4B61-9251-E193805DD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blipFill>
                <a:blip r:embed="rId3"/>
                <a:stretch>
                  <a:fillRect t="-30189" b="-5283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2D88966F-AA05-46ED-8951-B7C2A2AB2C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94096" y="2082801"/>
                <a:ext cx="169545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7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sz="1700" dirty="0">
                    <a:solidFill>
                      <a:srgbClr val="B5222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skipped</a:t>
                </a:r>
                <a:endParaRPr sz="1700" dirty="0">
                  <a:solidFill>
                    <a:srgbClr val="B5222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2D88966F-AA05-46ED-8951-B7C2A2AB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096" y="2082801"/>
                <a:ext cx="1695450" cy="295275"/>
              </a:xfrm>
              <a:prstGeom prst="rect">
                <a:avLst/>
              </a:prstGeom>
              <a:blipFill>
                <a:blip r:embed="rId4"/>
                <a:stretch>
                  <a:fillRect t="-18750" b="-3541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job 1">
            <a:extLst>
              <a:ext uri="{FF2B5EF4-FFF2-40B4-BE49-F238E27FC236}">
                <a16:creationId xmlns:a16="http://schemas.microsoft.com/office/drawing/2014/main" id="{6B5EC593-8AD8-4A23-81EB-7656F7AAB753}"/>
              </a:ext>
            </a:extLst>
          </p:cNvPr>
          <p:cNvSpPr>
            <a:spLocks noGrp="1"/>
          </p:cNvSpPr>
          <p:nvPr/>
        </p:nvSpPr>
        <p:spPr>
          <a:xfrm>
            <a:off x="3381376" y="1422401"/>
            <a:ext cx="270510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0E272D2A-FC50-4DD0-828F-4A762CF00BF5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FC6E4C52-4FE3-49F0-B811-F66816E9DEFC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2D27CF7E-B451-7877-2643-CBC9335EA5CB}"/>
              </a:ext>
            </a:extLst>
          </p:cNvPr>
          <p:cNvSpPr/>
          <p:nvPr/>
        </p:nvSpPr>
        <p:spPr>
          <a:xfrm flipH="1">
            <a:off x="6098548" y="2413001"/>
            <a:ext cx="1334128" cy="377849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31D826F6-DD9C-7CFB-E00F-B66EBE2DDCDD}"/>
              </a:ext>
            </a:extLst>
          </p:cNvPr>
          <p:cNvCxnSpPr>
            <a:cxnSpLocks/>
          </p:cNvCxnSpPr>
          <p:nvPr/>
        </p:nvCxnSpPr>
        <p:spPr>
          <a:xfrm>
            <a:off x="3381375" y="2794000"/>
            <a:ext cx="690436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5CEF882-268B-19C4-0FBF-A4B6D145E6C3}"/>
                  </a:ext>
                </a:extLst>
              </p:cNvPr>
              <p:cNvSpPr txBox="1"/>
              <p:nvPr/>
            </p:nvSpPr>
            <p:spPr>
              <a:xfrm>
                <a:off x="6562240" y="2489201"/>
                <a:ext cx="401020" cy="256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5CEF882-268B-19C4-0FBF-A4B6D145E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240" y="2489201"/>
                <a:ext cx="401020" cy="256993"/>
              </a:xfrm>
              <a:prstGeom prst="rect">
                <a:avLst/>
              </a:prstGeom>
              <a:blipFill>
                <a:blip r:embed="rId5"/>
                <a:stretch>
                  <a:fillRect l="-7576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4F402B2-BDC5-6EC3-D786-FE3CB317EA0D}"/>
                  </a:ext>
                </a:extLst>
              </p:cNvPr>
              <p:cNvSpPr txBox="1"/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4F402B2-BDC5-6EC3-D786-FE3CB317E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blipFill>
                <a:blip r:embed="rId6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A43402F-B87A-E4B0-1811-A0373CDDB620}"/>
                  </a:ext>
                </a:extLst>
              </p:cNvPr>
              <p:cNvSpPr txBox="1"/>
              <p:nvPr/>
            </p:nvSpPr>
            <p:spPr>
              <a:xfrm>
                <a:off x="4587876" y="1473201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A43402F-B87A-E4B0-1811-A0373CDDB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876" y="1473201"/>
                <a:ext cx="425116" cy="339773"/>
              </a:xfrm>
              <a:prstGeom prst="rect">
                <a:avLst/>
              </a:prstGeom>
              <a:blipFill>
                <a:blip r:embed="rId7"/>
                <a:stretch>
                  <a:fillRect l="-21739" r="-5797" b="-2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68E47D9E-FDD3-4A6B-A8B0-FA6DD8F3617C}"/>
              </a:ext>
            </a:extLst>
          </p:cNvPr>
          <p:cNvSpPr>
            <a:spLocks noGrp="1"/>
          </p:cNvSpPr>
          <p:nvPr/>
        </p:nvSpPr>
        <p:spPr>
          <a:xfrm flipH="1">
            <a:off x="6086474" y="2325688"/>
            <a:ext cx="6349" cy="468313"/>
          </a:xfrm>
          <a:prstGeom prst="line">
            <a:avLst/>
          </a:prstGeom>
          <a:noFill/>
          <a:ln w="14288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919E53B4-E136-4B66-AAF5-A0AFA0279193}"/>
              </a:ext>
            </a:extLst>
          </p:cNvPr>
          <p:cNvSpPr>
            <a:spLocks noGrp="1"/>
          </p:cNvSpPr>
          <p:nvPr/>
        </p:nvSpPr>
        <p:spPr>
          <a:xfrm>
            <a:off x="6037793" y="2311399"/>
            <a:ext cx="114300" cy="114300"/>
          </a:xfrm>
          <a:prstGeom prst="line">
            <a:avLst/>
          </a:prstGeom>
          <a:noFill/>
          <a:ln w="17145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4" name="skip cross b">
            <a:extLst>
              <a:ext uri="{FF2B5EF4-FFF2-40B4-BE49-F238E27FC236}">
                <a16:creationId xmlns:a16="http://schemas.microsoft.com/office/drawing/2014/main" id="{0171961E-0A40-4FB9-99DA-347B75CD7433}"/>
              </a:ext>
            </a:extLst>
          </p:cNvPr>
          <p:cNvSpPr>
            <a:spLocks noGrp="1"/>
          </p:cNvSpPr>
          <p:nvPr/>
        </p:nvSpPr>
        <p:spPr>
          <a:xfrm flipV="1">
            <a:off x="6037793" y="2311399"/>
            <a:ext cx="114300" cy="114300"/>
          </a:xfrm>
          <a:prstGeom prst="line">
            <a:avLst/>
          </a:prstGeom>
          <a:noFill/>
          <a:ln w="17145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27E34108-80C6-480E-240F-4119A95CD38B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EAA1B7A3-D9A4-D90D-8643-416F59A7B071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A8B85A3D-25C8-3F38-00F9-EAA3C8BA2B9B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06F8C6A1-0269-425E-ABB2-819E19D2B451}"/>
              </a:ext>
            </a:extLst>
          </p:cNvPr>
          <p:cNvSpPr>
            <a:spLocks noGrp="1"/>
          </p:cNvSpPr>
          <p:nvPr/>
        </p:nvSpPr>
        <p:spPr>
          <a:xfrm>
            <a:off x="927100" y="1524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5C51473A-77ED-0CEA-44B9-EA8E03198525}"/>
              </a:ext>
            </a:extLst>
          </p:cNvPr>
          <p:cNvCxnSpPr>
            <a:cxnSpLocks/>
          </p:cNvCxnSpPr>
          <p:nvPr/>
        </p:nvCxnSpPr>
        <p:spPr>
          <a:xfrm>
            <a:off x="6082665" y="1428751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07E5928A-B05C-65BB-7770-37D5287A3CC2}"/>
              </a:ext>
            </a:extLst>
          </p:cNvPr>
          <p:cNvCxnSpPr>
            <a:cxnSpLocks/>
          </p:cNvCxnSpPr>
          <p:nvPr/>
        </p:nvCxnSpPr>
        <p:spPr>
          <a:xfrm>
            <a:off x="742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0B35E239-56F3-D187-AD80-9B74F922FF94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90AC4A7-90E8-82BD-D87C-CCFD3656B6E0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90AC4A7-90E8-82BD-D87C-CCFD3656B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B3336F2-23AA-4CDB-7855-30EC12E299D8}"/>
                  </a:ext>
                </a:extLst>
              </p:cNvPr>
              <p:cNvSpPr txBox="1"/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B3336F2-23AA-4CDB-7855-30EC12E29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BAE534-7061-B35F-2C66-150E5144981D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BAE534-7061-B35F-2C66-150E51449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3A64BF2-48C3-287C-F7A1-467C7CE877C0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3A64BF2-48C3-287C-F7A1-467C7CE87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11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11C0D2F-5026-770C-0FE8-2114D70091B9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11C0D2F-5026-770C-0FE8-2114D7009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2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43428A-2478-9CA9-3F2D-5459942ED591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943428A-2478-9CA9-3F2D-5459942ED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3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8166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0283ED-E5E7-2CEB-BCFE-FF8518C8D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E9B1BD1B-EEF8-5465-B433-DDD99C76B683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D915CA84-1CD7-C811-EC42-8A9F5702339F}"/>
              </a:ext>
            </a:extLst>
          </p:cNvPr>
          <p:cNvSpPr>
            <a:spLocks noGrp="1"/>
          </p:cNvSpPr>
          <p:nvPr/>
        </p:nvSpPr>
        <p:spPr>
          <a:xfrm>
            <a:off x="649062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11E33C63-57ED-7D9C-FC4E-20771BD0880D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2433FFE5-0FB7-8219-D919-1B4B37552352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690D903F-C098-9A3F-AEFF-6BFBA6FD6AE3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0" name="execution guide 0">
            <a:extLst>
              <a:ext uri="{FF2B5EF4-FFF2-40B4-BE49-F238E27FC236}">
                <a16:creationId xmlns:a16="http://schemas.microsoft.com/office/drawing/2014/main" id="{81DF15FD-F117-CC0F-8002-ED01152B7AEC}"/>
              </a:ext>
            </a:extLst>
          </p:cNvPr>
          <p:cNvSpPr>
            <a:spLocks noGrp="1"/>
          </p:cNvSpPr>
          <p:nvPr/>
        </p:nvSpPr>
        <p:spPr>
          <a:xfrm>
            <a:off x="8112836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2" name="execution guide 0">
            <a:extLst>
              <a:ext uri="{FF2B5EF4-FFF2-40B4-BE49-F238E27FC236}">
                <a16:creationId xmlns:a16="http://schemas.microsoft.com/office/drawing/2014/main" id="{7D971E04-4F1F-72D3-CDDC-C920D66387E3}"/>
              </a:ext>
            </a:extLst>
          </p:cNvPr>
          <p:cNvSpPr>
            <a:spLocks noGrp="1"/>
          </p:cNvSpPr>
          <p:nvPr/>
        </p:nvSpPr>
        <p:spPr>
          <a:xfrm>
            <a:off x="6760990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B4F63881-1315-9EC4-24E5-B11226327A98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9" name="execution guide 0">
            <a:extLst>
              <a:ext uri="{FF2B5EF4-FFF2-40B4-BE49-F238E27FC236}">
                <a16:creationId xmlns:a16="http://schemas.microsoft.com/office/drawing/2014/main" id="{3B02194B-F3A7-7406-A96C-E26AE02EA38D}"/>
              </a:ext>
            </a:extLst>
          </p:cNvPr>
          <p:cNvSpPr>
            <a:spLocks noGrp="1"/>
          </p:cNvSpPr>
          <p:nvPr/>
        </p:nvSpPr>
        <p:spPr>
          <a:xfrm>
            <a:off x="703136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9D8027D1-B722-A717-9D39-868670D2268E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EF735C42-6A9F-2C59-31D7-CA7BC2FFDA16}"/>
              </a:ext>
            </a:extLst>
          </p:cNvPr>
          <p:cNvSpPr>
            <a:spLocks noGrp="1"/>
          </p:cNvSpPr>
          <p:nvPr/>
        </p:nvSpPr>
        <p:spPr>
          <a:xfrm>
            <a:off x="730173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4" name="execution guide 0">
            <a:extLst>
              <a:ext uri="{FF2B5EF4-FFF2-40B4-BE49-F238E27FC236}">
                <a16:creationId xmlns:a16="http://schemas.microsoft.com/office/drawing/2014/main" id="{B6946781-49FC-093F-92EB-1167FD541601}"/>
              </a:ext>
            </a:extLst>
          </p:cNvPr>
          <p:cNvSpPr>
            <a:spLocks noGrp="1"/>
          </p:cNvSpPr>
          <p:nvPr/>
        </p:nvSpPr>
        <p:spPr>
          <a:xfrm>
            <a:off x="757209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9C7C6186-FD52-0E77-A028-9263C28E708B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6" name="execution guide 0">
            <a:extLst>
              <a:ext uri="{FF2B5EF4-FFF2-40B4-BE49-F238E27FC236}">
                <a16:creationId xmlns:a16="http://schemas.microsoft.com/office/drawing/2014/main" id="{D3D9B0E8-F7B5-B783-D16A-8B91888D8526}"/>
              </a:ext>
            </a:extLst>
          </p:cNvPr>
          <p:cNvSpPr>
            <a:spLocks noGrp="1"/>
          </p:cNvSpPr>
          <p:nvPr/>
        </p:nvSpPr>
        <p:spPr>
          <a:xfrm>
            <a:off x="784246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6EBD8AF5-4B78-07B1-F5FD-75EFD6090F37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DAB4BEFA-C2C9-51FB-FFB4-4A47B8D8150F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B25DEE07-74D2-5D0E-8C28-22DDC66B3F45}"/>
              </a:ext>
            </a:extLst>
          </p:cNvPr>
          <p:cNvSpPr>
            <a:spLocks noGrp="1"/>
          </p:cNvSpPr>
          <p:nvPr/>
        </p:nvSpPr>
        <p:spPr>
          <a:xfrm>
            <a:off x="838320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BF78360B-73D9-6069-1F2F-20A9703706D1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1" name="execution guide 0">
            <a:extLst>
              <a:ext uri="{FF2B5EF4-FFF2-40B4-BE49-F238E27FC236}">
                <a16:creationId xmlns:a16="http://schemas.microsoft.com/office/drawing/2014/main" id="{2723E808-843E-24BF-F203-442211BFAAC1}"/>
              </a:ext>
            </a:extLst>
          </p:cNvPr>
          <p:cNvSpPr>
            <a:spLocks noGrp="1"/>
          </p:cNvSpPr>
          <p:nvPr/>
        </p:nvSpPr>
        <p:spPr>
          <a:xfrm>
            <a:off x="865357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7" name="execution guide 0">
            <a:extLst>
              <a:ext uri="{FF2B5EF4-FFF2-40B4-BE49-F238E27FC236}">
                <a16:creationId xmlns:a16="http://schemas.microsoft.com/office/drawing/2014/main" id="{134ACB6E-DBBD-5A71-2CA2-A89E2988B077}"/>
              </a:ext>
            </a:extLst>
          </p:cNvPr>
          <p:cNvSpPr>
            <a:spLocks noGrp="1"/>
          </p:cNvSpPr>
          <p:nvPr/>
        </p:nvSpPr>
        <p:spPr>
          <a:xfrm>
            <a:off x="892394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0AED72AB-BCC3-4D6D-86DA-6B9D763ED06B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9" name="execution guide 0">
            <a:extLst>
              <a:ext uri="{FF2B5EF4-FFF2-40B4-BE49-F238E27FC236}">
                <a16:creationId xmlns:a16="http://schemas.microsoft.com/office/drawing/2014/main" id="{E528D301-6F71-14A4-6C58-6D393F5915B5}"/>
              </a:ext>
            </a:extLst>
          </p:cNvPr>
          <p:cNvSpPr>
            <a:spLocks noGrp="1"/>
          </p:cNvSpPr>
          <p:nvPr/>
        </p:nvSpPr>
        <p:spPr>
          <a:xfrm>
            <a:off x="919431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55F3C01E-ACAD-D6B4-6DE7-A1A70364E9CA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5" name="execution guide 0">
            <a:extLst>
              <a:ext uri="{FF2B5EF4-FFF2-40B4-BE49-F238E27FC236}">
                <a16:creationId xmlns:a16="http://schemas.microsoft.com/office/drawing/2014/main" id="{470D5729-A7D7-07AC-692C-12433314D29D}"/>
              </a:ext>
            </a:extLst>
          </p:cNvPr>
          <p:cNvSpPr>
            <a:spLocks noGrp="1"/>
          </p:cNvSpPr>
          <p:nvPr/>
        </p:nvSpPr>
        <p:spPr>
          <a:xfrm>
            <a:off x="9464682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32ABC46D-48F0-6ED8-EDA9-45185CC8C43C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BFAE7996-1EC3-909D-0F76-E3963AEB5756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2" name="execution guide 0">
            <a:extLst>
              <a:ext uri="{FF2B5EF4-FFF2-40B4-BE49-F238E27FC236}">
                <a16:creationId xmlns:a16="http://schemas.microsoft.com/office/drawing/2014/main" id="{95E47BD4-39A8-9A87-742D-2A996A4A7A12}"/>
              </a:ext>
            </a:extLst>
          </p:cNvPr>
          <p:cNvSpPr>
            <a:spLocks noGrp="1"/>
          </p:cNvSpPr>
          <p:nvPr/>
        </p:nvSpPr>
        <p:spPr>
          <a:xfrm>
            <a:off x="973505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68A2AB4E-8B86-BE90-F658-1CFCD16B7650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4" name="execution guide 0">
            <a:extLst>
              <a:ext uri="{FF2B5EF4-FFF2-40B4-BE49-F238E27FC236}">
                <a16:creationId xmlns:a16="http://schemas.microsoft.com/office/drawing/2014/main" id="{FB03ACAD-6E4A-6091-BA4B-4AF13C60D60C}"/>
              </a:ext>
            </a:extLst>
          </p:cNvPr>
          <p:cNvSpPr>
            <a:spLocks noGrp="1"/>
          </p:cNvSpPr>
          <p:nvPr/>
        </p:nvSpPr>
        <p:spPr>
          <a:xfrm>
            <a:off x="1000542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4" name="execution guide 0">
            <a:extLst>
              <a:ext uri="{FF2B5EF4-FFF2-40B4-BE49-F238E27FC236}">
                <a16:creationId xmlns:a16="http://schemas.microsoft.com/office/drawing/2014/main" id="{EA16B822-2A2C-55CF-CD15-7AC66BAB0578}"/>
              </a:ext>
            </a:extLst>
          </p:cNvPr>
          <p:cNvSpPr>
            <a:spLocks noGrp="1"/>
          </p:cNvSpPr>
          <p:nvPr/>
        </p:nvSpPr>
        <p:spPr>
          <a:xfrm>
            <a:off x="622025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4" name="execution guide 0">
            <a:extLst>
              <a:ext uri="{FF2B5EF4-FFF2-40B4-BE49-F238E27FC236}">
                <a16:creationId xmlns:a16="http://schemas.microsoft.com/office/drawing/2014/main" id="{412BC1E3-657B-F805-6670-55A81096ACCC}"/>
              </a:ext>
            </a:extLst>
          </p:cNvPr>
          <p:cNvSpPr>
            <a:spLocks noGrp="1"/>
          </p:cNvSpPr>
          <p:nvPr/>
        </p:nvSpPr>
        <p:spPr>
          <a:xfrm>
            <a:off x="5409144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F1821E8D-8000-75BD-B356-9FCB81595C27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4" name="execution guide 0">
            <a:extLst>
              <a:ext uri="{FF2B5EF4-FFF2-40B4-BE49-F238E27FC236}">
                <a16:creationId xmlns:a16="http://schemas.microsoft.com/office/drawing/2014/main" id="{A9358286-2A32-936E-9AFA-4655A3D18409}"/>
              </a:ext>
            </a:extLst>
          </p:cNvPr>
          <p:cNvSpPr>
            <a:spLocks noGrp="1"/>
          </p:cNvSpPr>
          <p:nvPr/>
        </p:nvSpPr>
        <p:spPr>
          <a:xfrm>
            <a:off x="486840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F56D708C-DB5C-5FAF-6462-4367B3023ED8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execution guide 0">
            <a:extLst>
              <a:ext uri="{FF2B5EF4-FFF2-40B4-BE49-F238E27FC236}">
                <a16:creationId xmlns:a16="http://schemas.microsoft.com/office/drawing/2014/main" id="{BD08A091-B948-EB83-A654-CB78ACB461CA}"/>
              </a:ext>
            </a:extLst>
          </p:cNvPr>
          <p:cNvSpPr>
            <a:spLocks noGrp="1"/>
          </p:cNvSpPr>
          <p:nvPr/>
        </p:nvSpPr>
        <p:spPr>
          <a:xfrm>
            <a:off x="513877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392820AF-6A24-4CCC-2EAA-1800DFAF0A61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1" name="execution guide 0">
            <a:extLst>
              <a:ext uri="{FF2B5EF4-FFF2-40B4-BE49-F238E27FC236}">
                <a16:creationId xmlns:a16="http://schemas.microsoft.com/office/drawing/2014/main" id="{0B5D6789-9832-EF06-DF67-C89A9C159171}"/>
              </a:ext>
            </a:extLst>
          </p:cNvPr>
          <p:cNvSpPr>
            <a:spLocks noGrp="1"/>
          </p:cNvSpPr>
          <p:nvPr/>
        </p:nvSpPr>
        <p:spPr>
          <a:xfrm>
            <a:off x="567951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ACEB50A0-E836-2AB1-D2EB-089B52FB3C5C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3" name="execution guide 0">
            <a:extLst>
              <a:ext uri="{FF2B5EF4-FFF2-40B4-BE49-F238E27FC236}">
                <a16:creationId xmlns:a16="http://schemas.microsoft.com/office/drawing/2014/main" id="{2BE5EE65-4446-CBBF-DD1E-320EB03EF7D2}"/>
              </a:ext>
            </a:extLst>
          </p:cNvPr>
          <p:cNvSpPr>
            <a:spLocks noGrp="1"/>
          </p:cNvSpPr>
          <p:nvPr/>
        </p:nvSpPr>
        <p:spPr>
          <a:xfrm>
            <a:off x="594988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3FE77102-48E5-AB52-2914-BBB77DA39EF3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3" name="execution guide 0">
            <a:extLst>
              <a:ext uri="{FF2B5EF4-FFF2-40B4-BE49-F238E27FC236}">
                <a16:creationId xmlns:a16="http://schemas.microsoft.com/office/drawing/2014/main" id="{FEDD0C8E-84EA-9941-FF71-46F29EDE8EB9}"/>
              </a:ext>
            </a:extLst>
          </p:cNvPr>
          <p:cNvSpPr>
            <a:spLocks noGrp="1"/>
          </p:cNvSpPr>
          <p:nvPr/>
        </p:nvSpPr>
        <p:spPr>
          <a:xfrm>
            <a:off x="405729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19E669DF-8FB7-BE65-B40D-5345D2E2D06C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FA309F7B-06CC-2C3A-B88E-34AB23B232C9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" name="execution guide 0">
            <a:extLst>
              <a:ext uri="{FF2B5EF4-FFF2-40B4-BE49-F238E27FC236}">
                <a16:creationId xmlns:a16="http://schemas.microsoft.com/office/drawing/2014/main" id="{375254D1-66A9-A36A-603C-F8DAA9163CFA}"/>
              </a:ext>
            </a:extLst>
          </p:cNvPr>
          <p:cNvSpPr>
            <a:spLocks noGrp="1"/>
          </p:cNvSpPr>
          <p:nvPr/>
        </p:nvSpPr>
        <p:spPr>
          <a:xfrm>
            <a:off x="432766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C3C857AA-3BB6-2ACE-01C8-A06FCB41E1C0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3" name="execution guide 0">
            <a:extLst>
              <a:ext uri="{FF2B5EF4-FFF2-40B4-BE49-F238E27FC236}">
                <a16:creationId xmlns:a16="http://schemas.microsoft.com/office/drawing/2014/main" id="{2EF604A2-BC68-2AAE-3BE6-09C2CA3C213F}"/>
              </a:ext>
            </a:extLst>
          </p:cNvPr>
          <p:cNvSpPr>
            <a:spLocks noGrp="1"/>
          </p:cNvSpPr>
          <p:nvPr/>
        </p:nvSpPr>
        <p:spPr>
          <a:xfrm>
            <a:off x="459803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B40F7AC3-2ACC-7B94-3C91-2D5641BE3CCE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" name="execution guide 0">
            <a:extLst>
              <a:ext uri="{FF2B5EF4-FFF2-40B4-BE49-F238E27FC236}">
                <a16:creationId xmlns:a16="http://schemas.microsoft.com/office/drawing/2014/main" id="{B7467924-D58D-496E-1B87-F1013FF9FDBB}"/>
              </a:ext>
            </a:extLst>
          </p:cNvPr>
          <p:cNvSpPr>
            <a:spLocks noGrp="1"/>
          </p:cNvSpPr>
          <p:nvPr/>
        </p:nvSpPr>
        <p:spPr>
          <a:xfrm>
            <a:off x="351656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4E555228-327E-32D6-2940-2FCF276D0BB1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" name="execution guide 0">
            <a:extLst>
              <a:ext uri="{FF2B5EF4-FFF2-40B4-BE49-F238E27FC236}">
                <a16:creationId xmlns:a16="http://schemas.microsoft.com/office/drawing/2014/main" id="{15DD4961-AEDC-FAD9-ADF3-0DF6E24C1EB1}"/>
              </a:ext>
            </a:extLst>
          </p:cNvPr>
          <p:cNvSpPr>
            <a:spLocks noGrp="1"/>
          </p:cNvSpPr>
          <p:nvPr/>
        </p:nvSpPr>
        <p:spPr>
          <a:xfrm>
            <a:off x="378693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79B97876-7A11-E54F-49B2-7DA5670D02B0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B10207C3-6749-0F76-6B01-D4B889B2DF5C}"/>
              </a:ext>
            </a:extLst>
          </p:cNvPr>
          <p:cNvSpPr/>
          <p:nvPr/>
        </p:nvSpPr>
        <p:spPr>
          <a:xfrm flipH="1">
            <a:off x="3384978" y="2417762"/>
            <a:ext cx="2707845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1" name="task model">
            <a:extLst>
              <a:ext uri="{FF2B5EF4-FFF2-40B4-BE49-F238E27FC236}">
                <a16:creationId xmlns:a16="http://schemas.microsoft.com/office/drawing/2014/main" id="{4695F976-5ECE-7D87-F5CE-3DFD36592866}"/>
              </a:ext>
            </a:extLst>
          </p:cNvPr>
          <p:cNvSpPr>
            <a:spLocks noGrp="1"/>
          </p:cNvSpPr>
          <p:nvPr/>
        </p:nvSpPr>
        <p:spPr>
          <a:xfrm>
            <a:off x="923925" y="627062"/>
            <a:ext cx="2919938" cy="4397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τᵢ = (Cᵢ, Dᵢ</a:t>
            </a:r>
            <a:r>
              <a:rPr lang="ru-RU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</a:t>
            </a: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ᵢ)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Dᵢ = Pᵢ</a:t>
            </a:r>
            <a:endParaRPr sz="2200" i="1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1A45FC85-5A9D-EDD1-7886-CAA9CFF8FEA9}"/>
              </a:ext>
            </a:extLst>
          </p:cNvPr>
          <p:cNvSpPr>
            <a:spLocks noGrp="1"/>
          </p:cNvSpPr>
          <p:nvPr/>
        </p:nvSpPr>
        <p:spPr>
          <a:xfrm>
            <a:off x="10368915" y="27051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E38A2462-023B-99E9-66F2-9D01FA11A4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(20, 50, 50)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E38A2462-023B-99E9-66F2-9D01FA11A4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blipFill>
                <a:blip r:embed="rId2"/>
                <a:stretch>
                  <a:fillRect t="-32075" b="-5094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957AF4EC-9423-9026-2149-49FAB84D4C2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 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(10, 20, 20)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957AF4EC-9423-9026-2149-49FAB84D4C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blipFill>
                <a:blip r:embed="rId3"/>
                <a:stretch>
                  <a:fillRect t="-30189" b="-5283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0175A708-5F7D-B9A8-1E1D-D4920E1E19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94096" y="2082801"/>
                <a:ext cx="169545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7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sz="1700" dirty="0">
                    <a:solidFill>
                      <a:srgbClr val="B5222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skipped</a:t>
                </a:r>
                <a:endParaRPr sz="1700" dirty="0">
                  <a:solidFill>
                    <a:srgbClr val="B5222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0175A708-5F7D-B9A8-1E1D-D4920E1E1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096" y="2082801"/>
                <a:ext cx="1695450" cy="295275"/>
              </a:xfrm>
              <a:prstGeom prst="rect">
                <a:avLst/>
              </a:prstGeom>
              <a:blipFill>
                <a:blip r:embed="rId4"/>
                <a:stretch>
                  <a:fillRect t="-18750" b="-3541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job 1">
            <a:extLst>
              <a:ext uri="{FF2B5EF4-FFF2-40B4-BE49-F238E27FC236}">
                <a16:creationId xmlns:a16="http://schemas.microsoft.com/office/drawing/2014/main" id="{F305FF42-D153-4CDA-DCA6-AC5E2FCE6107}"/>
              </a:ext>
            </a:extLst>
          </p:cNvPr>
          <p:cNvSpPr>
            <a:spLocks noGrp="1"/>
          </p:cNvSpPr>
          <p:nvPr/>
        </p:nvSpPr>
        <p:spPr>
          <a:xfrm>
            <a:off x="3381376" y="1422401"/>
            <a:ext cx="270510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DE208E06-CB5D-07B6-F4B8-E3DD7C0E23D5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D13C14A0-6F8D-1CBE-301D-746E7A102F15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D970C71D-8629-6163-54C8-3E23AC82D2A7}"/>
              </a:ext>
            </a:extLst>
          </p:cNvPr>
          <p:cNvSpPr/>
          <p:nvPr/>
        </p:nvSpPr>
        <p:spPr>
          <a:xfrm flipH="1">
            <a:off x="6098548" y="2413001"/>
            <a:ext cx="1334128" cy="377849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260F4F2B-32F3-D6B8-A039-0AED2AE7740B}"/>
              </a:ext>
            </a:extLst>
          </p:cNvPr>
          <p:cNvCxnSpPr>
            <a:cxnSpLocks/>
          </p:cNvCxnSpPr>
          <p:nvPr/>
        </p:nvCxnSpPr>
        <p:spPr>
          <a:xfrm>
            <a:off x="3381375" y="2794000"/>
            <a:ext cx="690436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A599B5F-87C4-3C09-5C08-89BD80DB0BB5}"/>
                  </a:ext>
                </a:extLst>
              </p:cNvPr>
              <p:cNvSpPr txBox="1"/>
              <p:nvPr/>
            </p:nvSpPr>
            <p:spPr>
              <a:xfrm>
                <a:off x="6562240" y="2489201"/>
                <a:ext cx="401020" cy="256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A599B5F-87C4-3C09-5C08-89BD80DB0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240" y="2489201"/>
                <a:ext cx="401020" cy="256993"/>
              </a:xfrm>
              <a:prstGeom prst="rect">
                <a:avLst/>
              </a:prstGeom>
              <a:blipFill>
                <a:blip r:embed="rId5"/>
                <a:stretch>
                  <a:fillRect l="-7576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64556D7-BAFC-06FA-94FC-38E6432787D7}"/>
                  </a:ext>
                </a:extLst>
              </p:cNvPr>
              <p:cNvSpPr txBox="1"/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64556D7-BAFC-06FA-94FC-38E643278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blipFill>
                <a:blip r:embed="rId6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35289A1-AD1C-74E4-020E-694F82890F38}"/>
                  </a:ext>
                </a:extLst>
              </p:cNvPr>
              <p:cNvSpPr txBox="1"/>
              <p:nvPr/>
            </p:nvSpPr>
            <p:spPr>
              <a:xfrm>
                <a:off x="4587876" y="1473201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35289A1-AD1C-74E4-020E-694F82890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876" y="1473201"/>
                <a:ext cx="425116" cy="339773"/>
              </a:xfrm>
              <a:prstGeom prst="rect">
                <a:avLst/>
              </a:prstGeom>
              <a:blipFill>
                <a:blip r:embed="rId7"/>
                <a:stretch>
                  <a:fillRect l="-21739" r="-5797" b="-2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DD4B9564-C939-4975-F1DD-69A4C1947D33}"/>
              </a:ext>
            </a:extLst>
          </p:cNvPr>
          <p:cNvSpPr>
            <a:spLocks noGrp="1"/>
          </p:cNvSpPr>
          <p:nvPr/>
        </p:nvSpPr>
        <p:spPr>
          <a:xfrm flipH="1">
            <a:off x="6086474" y="2325688"/>
            <a:ext cx="6349" cy="468313"/>
          </a:xfrm>
          <a:prstGeom prst="line">
            <a:avLst/>
          </a:prstGeom>
          <a:noFill/>
          <a:ln w="14288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A0A8CA60-08AD-9457-02B9-D637C53AA7E4}"/>
              </a:ext>
            </a:extLst>
          </p:cNvPr>
          <p:cNvSpPr>
            <a:spLocks noGrp="1"/>
          </p:cNvSpPr>
          <p:nvPr/>
        </p:nvSpPr>
        <p:spPr>
          <a:xfrm>
            <a:off x="6037793" y="2311399"/>
            <a:ext cx="114300" cy="114300"/>
          </a:xfrm>
          <a:prstGeom prst="line">
            <a:avLst/>
          </a:prstGeom>
          <a:noFill/>
          <a:ln w="17145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4" name="skip cross b">
            <a:extLst>
              <a:ext uri="{FF2B5EF4-FFF2-40B4-BE49-F238E27FC236}">
                <a16:creationId xmlns:a16="http://schemas.microsoft.com/office/drawing/2014/main" id="{CC0AD98F-6E19-1E4C-2BEB-E60A24FC5156}"/>
              </a:ext>
            </a:extLst>
          </p:cNvPr>
          <p:cNvSpPr>
            <a:spLocks noGrp="1"/>
          </p:cNvSpPr>
          <p:nvPr/>
        </p:nvSpPr>
        <p:spPr>
          <a:xfrm flipV="1">
            <a:off x="6037793" y="2311399"/>
            <a:ext cx="114300" cy="114300"/>
          </a:xfrm>
          <a:prstGeom prst="line">
            <a:avLst/>
          </a:prstGeom>
          <a:noFill/>
          <a:ln w="17145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DD91D918-E060-C04B-9AB7-AEBB4CCF125F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49922DAD-4CC1-974A-B659-B8E87C507E8F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4C1297C4-E1EB-5297-09DC-1A09F80E218E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07C08533-646B-19BD-0720-1442B191AF1D}"/>
              </a:ext>
            </a:extLst>
          </p:cNvPr>
          <p:cNvSpPr>
            <a:spLocks noGrp="1"/>
          </p:cNvSpPr>
          <p:nvPr/>
        </p:nvSpPr>
        <p:spPr>
          <a:xfrm>
            <a:off x="927100" y="1524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0023AD43-DA12-990A-537E-C02A76494FDC}"/>
              </a:ext>
            </a:extLst>
          </p:cNvPr>
          <p:cNvCxnSpPr>
            <a:cxnSpLocks/>
          </p:cNvCxnSpPr>
          <p:nvPr/>
        </p:nvCxnSpPr>
        <p:spPr>
          <a:xfrm>
            <a:off x="6082665" y="1428751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0A2E80AE-CCFB-AAAE-9825-D5B0EEB0BBC2}"/>
              </a:ext>
            </a:extLst>
          </p:cNvPr>
          <p:cNvCxnSpPr>
            <a:cxnSpLocks/>
          </p:cNvCxnSpPr>
          <p:nvPr/>
        </p:nvCxnSpPr>
        <p:spPr>
          <a:xfrm>
            <a:off x="742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89450B03-75C9-BEE1-9FBF-535C6C8F6848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F63E27-9BFC-0CD5-8931-2487AC1A1AA7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F63E27-9BFC-0CD5-8931-2487AC1A1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321537E-965C-92A9-AA43-9213B859021E}"/>
                  </a:ext>
                </a:extLst>
              </p:cNvPr>
              <p:cNvSpPr txBox="1"/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321537E-965C-92A9-AA43-9213B8590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A9BFE5-B170-2378-6DC9-684009E2AC79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A9BFE5-B170-2378-6DC9-684009E2A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60FC48A-3927-C992-2283-1E8ECF28C585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60FC48A-3927-C992-2283-1E8ECF28C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11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F4EDCD-BDF0-9B03-CBD4-20C4CE0EE34A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F4EDCD-BDF0-9B03-CBD4-20C4CE0EE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2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2CFCD1B-BA02-57E2-000B-1E5EDF3C12A0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2CFCD1B-BA02-57E2-000B-1E5EDF3C1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3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377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A8AAF5-B8E2-76AC-4204-CB2267F1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3C91F105-B43E-898E-1C81-237BF23F0448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EECB16C9-FDE5-1228-F86B-C4D26E3D3426}"/>
              </a:ext>
            </a:extLst>
          </p:cNvPr>
          <p:cNvSpPr>
            <a:spLocks noGrp="1"/>
          </p:cNvSpPr>
          <p:nvPr/>
        </p:nvSpPr>
        <p:spPr>
          <a:xfrm>
            <a:off x="649062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7CB83DBD-B02B-29E6-5EF4-F3459A70F99D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56CF5C18-FD90-5D1E-651E-FF29BA90FCC0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B7E2D177-5BE1-69E7-4348-044272E90113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0" name="execution guide 0">
            <a:extLst>
              <a:ext uri="{FF2B5EF4-FFF2-40B4-BE49-F238E27FC236}">
                <a16:creationId xmlns:a16="http://schemas.microsoft.com/office/drawing/2014/main" id="{B1AF8E68-0F7C-9CA7-2E65-B815841A81D3}"/>
              </a:ext>
            </a:extLst>
          </p:cNvPr>
          <p:cNvSpPr>
            <a:spLocks noGrp="1"/>
          </p:cNvSpPr>
          <p:nvPr/>
        </p:nvSpPr>
        <p:spPr>
          <a:xfrm>
            <a:off x="8112836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2" name="execution guide 0">
            <a:extLst>
              <a:ext uri="{FF2B5EF4-FFF2-40B4-BE49-F238E27FC236}">
                <a16:creationId xmlns:a16="http://schemas.microsoft.com/office/drawing/2014/main" id="{FE27715B-A29A-24AD-F178-902104EA0DFA}"/>
              </a:ext>
            </a:extLst>
          </p:cNvPr>
          <p:cNvSpPr>
            <a:spLocks noGrp="1"/>
          </p:cNvSpPr>
          <p:nvPr/>
        </p:nvSpPr>
        <p:spPr>
          <a:xfrm>
            <a:off x="6760990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23151889-E85D-DB67-D3B3-EEA2E7A0818F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9" name="execution guide 0">
            <a:extLst>
              <a:ext uri="{FF2B5EF4-FFF2-40B4-BE49-F238E27FC236}">
                <a16:creationId xmlns:a16="http://schemas.microsoft.com/office/drawing/2014/main" id="{4A15AB21-191C-C0B2-8A51-E0425FDAB431}"/>
              </a:ext>
            </a:extLst>
          </p:cNvPr>
          <p:cNvSpPr>
            <a:spLocks noGrp="1"/>
          </p:cNvSpPr>
          <p:nvPr/>
        </p:nvSpPr>
        <p:spPr>
          <a:xfrm>
            <a:off x="703136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7E88230D-DB42-5A13-A33E-BAD5E86101F3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590ABA7C-50E0-13E9-ED88-E3C386641515}"/>
              </a:ext>
            </a:extLst>
          </p:cNvPr>
          <p:cNvSpPr>
            <a:spLocks noGrp="1"/>
          </p:cNvSpPr>
          <p:nvPr/>
        </p:nvSpPr>
        <p:spPr>
          <a:xfrm>
            <a:off x="730173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4" name="execution guide 0">
            <a:extLst>
              <a:ext uri="{FF2B5EF4-FFF2-40B4-BE49-F238E27FC236}">
                <a16:creationId xmlns:a16="http://schemas.microsoft.com/office/drawing/2014/main" id="{1AFD4BF2-DBF4-A38C-5916-04F5ADEDB97B}"/>
              </a:ext>
            </a:extLst>
          </p:cNvPr>
          <p:cNvSpPr>
            <a:spLocks noGrp="1"/>
          </p:cNvSpPr>
          <p:nvPr/>
        </p:nvSpPr>
        <p:spPr>
          <a:xfrm>
            <a:off x="757209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CD8B9A25-B8FB-B965-07D1-9AD8B6C78566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6" name="execution guide 0">
            <a:extLst>
              <a:ext uri="{FF2B5EF4-FFF2-40B4-BE49-F238E27FC236}">
                <a16:creationId xmlns:a16="http://schemas.microsoft.com/office/drawing/2014/main" id="{0E2B25E0-9687-7151-6625-C2B5DD44E0AB}"/>
              </a:ext>
            </a:extLst>
          </p:cNvPr>
          <p:cNvSpPr>
            <a:spLocks noGrp="1"/>
          </p:cNvSpPr>
          <p:nvPr/>
        </p:nvSpPr>
        <p:spPr>
          <a:xfrm>
            <a:off x="784246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506AE4E7-4F69-20B5-FC49-EB2B2463FF78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7566373B-2E7E-A593-4C27-4035075E50DB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26AAACCC-7648-7501-CA33-E51BA1D7B86E}"/>
              </a:ext>
            </a:extLst>
          </p:cNvPr>
          <p:cNvSpPr>
            <a:spLocks noGrp="1"/>
          </p:cNvSpPr>
          <p:nvPr/>
        </p:nvSpPr>
        <p:spPr>
          <a:xfrm>
            <a:off x="838320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05CC2D63-F140-B2C3-9A93-02324295BB70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1" name="execution guide 0">
            <a:extLst>
              <a:ext uri="{FF2B5EF4-FFF2-40B4-BE49-F238E27FC236}">
                <a16:creationId xmlns:a16="http://schemas.microsoft.com/office/drawing/2014/main" id="{544A5D0A-2FDB-0AB8-78A3-0653D801A161}"/>
              </a:ext>
            </a:extLst>
          </p:cNvPr>
          <p:cNvSpPr>
            <a:spLocks noGrp="1"/>
          </p:cNvSpPr>
          <p:nvPr/>
        </p:nvSpPr>
        <p:spPr>
          <a:xfrm>
            <a:off x="865357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7" name="execution guide 0">
            <a:extLst>
              <a:ext uri="{FF2B5EF4-FFF2-40B4-BE49-F238E27FC236}">
                <a16:creationId xmlns:a16="http://schemas.microsoft.com/office/drawing/2014/main" id="{7F7103D6-8378-5721-8D84-80FEF9AC8451}"/>
              </a:ext>
            </a:extLst>
          </p:cNvPr>
          <p:cNvSpPr>
            <a:spLocks noGrp="1"/>
          </p:cNvSpPr>
          <p:nvPr/>
        </p:nvSpPr>
        <p:spPr>
          <a:xfrm>
            <a:off x="892394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1C7B8B75-009F-2C2E-8BE3-91470CCFE11A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9" name="execution guide 0">
            <a:extLst>
              <a:ext uri="{FF2B5EF4-FFF2-40B4-BE49-F238E27FC236}">
                <a16:creationId xmlns:a16="http://schemas.microsoft.com/office/drawing/2014/main" id="{E56400B1-9F66-4BC2-EF85-5A60B1A9AD0B}"/>
              </a:ext>
            </a:extLst>
          </p:cNvPr>
          <p:cNvSpPr>
            <a:spLocks noGrp="1"/>
          </p:cNvSpPr>
          <p:nvPr/>
        </p:nvSpPr>
        <p:spPr>
          <a:xfrm>
            <a:off x="919431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E3D781BF-5CCF-5FB0-48FA-3A196B54589B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5" name="execution guide 0">
            <a:extLst>
              <a:ext uri="{FF2B5EF4-FFF2-40B4-BE49-F238E27FC236}">
                <a16:creationId xmlns:a16="http://schemas.microsoft.com/office/drawing/2014/main" id="{616ADFC0-6D78-34F1-7804-23B38B28C60E}"/>
              </a:ext>
            </a:extLst>
          </p:cNvPr>
          <p:cNvSpPr>
            <a:spLocks noGrp="1"/>
          </p:cNvSpPr>
          <p:nvPr/>
        </p:nvSpPr>
        <p:spPr>
          <a:xfrm>
            <a:off x="9464682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5F024B29-03A5-0096-FC8E-DD5C06E3E67D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326B3D23-0DD5-9A1C-244A-A86D7EEDAD24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2" name="execution guide 0">
            <a:extLst>
              <a:ext uri="{FF2B5EF4-FFF2-40B4-BE49-F238E27FC236}">
                <a16:creationId xmlns:a16="http://schemas.microsoft.com/office/drawing/2014/main" id="{5D8FB009-F5E7-07FD-6B4B-FD15F0AF0ED5}"/>
              </a:ext>
            </a:extLst>
          </p:cNvPr>
          <p:cNvSpPr>
            <a:spLocks noGrp="1"/>
          </p:cNvSpPr>
          <p:nvPr/>
        </p:nvSpPr>
        <p:spPr>
          <a:xfrm>
            <a:off x="973505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15E82062-0A6E-457B-DA36-552B31863E36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4" name="execution guide 0">
            <a:extLst>
              <a:ext uri="{FF2B5EF4-FFF2-40B4-BE49-F238E27FC236}">
                <a16:creationId xmlns:a16="http://schemas.microsoft.com/office/drawing/2014/main" id="{07A4DFDA-700F-C58F-A5BC-2DD064346EE3}"/>
              </a:ext>
            </a:extLst>
          </p:cNvPr>
          <p:cNvSpPr>
            <a:spLocks noGrp="1"/>
          </p:cNvSpPr>
          <p:nvPr/>
        </p:nvSpPr>
        <p:spPr>
          <a:xfrm>
            <a:off x="1000542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4" name="execution guide 0">
            <a:extLst>
              <a:ext uri="{FF2B5EF4-FFF2-40B4-BE49-F238E27FC236}">
                <a16:creationId xmlns:a16="http://schemas.microsoft.com/office/drawing/2014/main" id="{035A4FBE-0E4A-F1E4-EDF0-1BBE8F2B721A}"/>
              </a:ext>
            </a:extLst>
          </p:cNvPr>
          <p:cNvSpPr>
            <a:spLocks noGrp="1"/>
          </p:cNvSpPr>
          <p:nvPr/>
        </p:nvSpPr>
        <p:spPr>
          <a:xfrm>
            <a:off x="622025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4" name="execution guide 0">
            <a:extLst>
              <a:ext uri="{FF2B5EF4-FFF2-40B4-BE49-F238E27FC236}">
                <a16:creationId xmlns:a16="http://schemas.microsoft.com/office/drawing/2014/main" id="{8E43A212-24C9-23AA-C97E-24FCA5118A3B}"/>
              </a:ext>
            </a:extLst>
          </p:cNvPr>
          <p:cNvSpPr>
            <a:spLocks noGrp="1"/>
          </p:cNvSpPr>
          <p:nvPr/>
        </p:nvSpPr>
        <p:spPr>
          <a:xfrm>
            <a:off x="5409144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A3B1C0D4-F99D-6FA1-F59B-17BF798C9FFF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4" name="execution guide 0">
            <a:extLst>
              <a:ext uri="{FF2B5EF4-FFF2-40B4-BE49-F238E27FC236}">
                <a16:creationId xmlns:a16="http://schemas.microsoft.com/office/drawing/2014/main" id="{131BE066-4F85-C452-C321-61DB6973FE55}"/>
              </a:ext>
            </a:extLst>
          </p:cNvPr>
          <p:cNvSpPr>
            <a:spLocks noGrp="1"/>
          </p:cNvSpPr>
          <p:nvPr/>
        </p:nvSpPr>
        <p:spPr>
          <a:xfrm>
            <a:off x="486840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D82493A3-9881-0041-D521-9E04D3EACC5B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execution guide 0">
            <a:extLst>
              <a:ext uri="{FF2B5EF4-FFF2-40B4-BE49-F238E27FC236}">
                <a16:creationId xmlns:a16="http://schemas.microsoft.com/office/drawing/2014/main" id="{54BE034A-5856-3381-D9A0-B730E30B3110}"/>
              </a:ext>
            </a:extLst>
          </p:cNvPr>
          <p:cNvSpPr>
            <a:spLocks noGrp="1"/>
          </p:cNvSpPr>
          <p:nvPr/>
        </p:nvSpPr>
        <p:spPr>
          <a:xfrm>
            <a:off x="513877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7854CA68-8197-4AEC-DA32-9C9383174C53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1" name="execution guide 0">
            <a:extLst>
              <a:ext uri="{FF2B5EF4-FFF2-40B4-BE49-F238E27FC236}">
                <a16:creationId xmlns:a16="http://schemas.microsoft.com/office/drawing/2014/main" id="{D8E7302B-6F34-0EB7-E506-E2DCC265FCB9}"/>
              </a:ext>
            </a:extLst>
          </p:cNvPr>
          <p:cNvSpPr>
            <a:spLocks noGrp="1"/>
          </p:cNvSpPr>
          <p:nvPr/>
        </p:nvSpPr>
        <p:spPr>
          <a:xfrm>
            <a:off x="567951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354DCA93-FDC8-5CFF-756D-311B3231CEBD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3" name="execution guide 0">
            <a:extLst>
              <a:ext uri="{FF2B5EF4-FFF2-40B4-BE49-F238E27FC236}">
                <a16:creationId xmlns:a16="http://schemas.microsoft.com/office/drawing/2014/main" id="{1F4BB0F2-3098-ECE3-C2BD-5E1FB0C899BF}"/>
              </a:ext>
            </a:extLst>
          </p:cNvPr>
          <p:cNvSpPr>
            <a:spLocks noGrp="1"/>
          </p:cNvSpPr>
          <p:nvPr/>
        </p:nvSpPr>
        <p:spPr>
          <a:xfrm>
            <a:off x="594988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1A28272D-9EDD-3000-08E3-A7A6E35F39AF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3" name="execution guide 0">
            <a:extLst>
              <a:ext uri="{FF2B5EF4-FFF2-40B4-BE49-F238E27FC236}">
                <a16:creationId xmlns:a16="http://schemas.microsoft.com/office/drawing/2014/main" id="{7FB5B216-6DC2-5630-F87F-089A4A3A0566}"/>
              </a:ext>
            </a:extLst>
          </p:cNvPr>
          <p:cNvSpPr>
            <a:spLocks noGrp="1"/>
          </p:cNvSpPr>
          <p:nvPr/>
        </p:nvSpPr>
        <p:spPr>
          <a:xfrm>
            <a:off x="405729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0C2F6E74-1881-701A-FEE4-52D93C8F428A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60D8EF4B-B946-17FA-0081-384A8F3D950A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" name="execution guide 0">
            <a:extLst>
              <a:ext uri="{FF2B5EF4-FFF2-40B4-BE49-F238E27FC236}">
                <a16:creationId xmlns:a16="http://schemas.microsoft.com/office/drawing/2014/main" id="{AAA77ACA-31C2-F5D3-0847-3B7A7C43FCA2}"/>
              </a:ext>
            </a:extLst>
          </p:cNvPr>
          <p:cNvSpPr>
            <a:spLocks noGrp="1"/>
          </p:cNvSpPr>
          <p:nvPr/>
        </p:nvSpPr>
        <p:spPr>
          <a:xfrm>
            <a:off x="432766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66C2DAC2-F1D3-F959-7101-5B7BB428EA52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3" name="execution guide 0">
            <a:extLst>
              <a:ext uri="{FF2B5EF4-FFF2-40B4-BE49-F238E27FC236}">
                <a16:creationId xmlns:a16="http://schemas.microsoft.com/office/drawing/2014/main" id="{534C110B-C00E-1041-C20F-7549187A5D28}"/>
              </a:ext>
            </a:extLst>
          </p:cNvPr>
          <p:cNvSpPr>
            <a:spLocks noGrp="1"/>
          </p:cNvSpPr>
          <p:nvPr/>
        </p:nvSpPr>
        <p:spPr>
          <a:xfrm>
            <a:off x="459803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25243079-BEAD-1A71-212F-B61AB3D92757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" name="execution guide 0">
            <a:extLst>
              <a:ext uri="{FF2B5EF4-FFF2-40B4-BE49-F238E27FC236}">
                <a16:creationId xmlns:a16="http://schemas.microsoft.com/office/drawing/2014/main" id="{0B6077CF-2833-C330-1339-97A407E2FCD5}"/>
              </a:ext>
            </a:extLst>
          </p:cNvPr>
          <p:cNvSpPr>
            <a:spLocks noGrp="1"/>
          </p:cNvSpPr>
          <p:nvPr/>
        </p:nvSpPr>
        <p:spPr>
          <a:xfrm>
            <a:off x="351656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28AC4DCB-A269-2321-F2EB-01AAD7488CB0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" name="execution guide 0">
            <a:extLst>
              <a:ext uri="{FF2B5EF4-FFF2-40B4-BE49-F238E27FC236}">
                <a16:creationId xmlns:a16="http://schemas.microsoft.com/office/drawing/2014/main" id="{C5722911-BD4B-78CC-9662-12C41CC879A9}"/>
              </a:ext>
            </a:extLst>
          </p:cNvPr>
          <p:cNvSpPr>
            <a:spLocks noGrp="1"/>
          </p:cNvSpPr>
          <p:nvPr/>
        </p:nvSpPr>
        <p:spPr>
          <a:xfrm>
            <a:off x="378693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811BDC6D-4A35-3D6F-0F6A-C80D7D16105D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AB6AA150-CF2E-D60F-01BF-B41673D04A9A}"/>
              </a:ext>
            </a:extLst>
          </p:cNvPr>
          <p:cNvSpPr/>
          <p:nvPr/>
        </p:nvSpPr>
        <p:spPr>
          <a:xfrm flipH="1">
            <a:off x="3384978" y="2417762"/>
            <a:ext cx="2423738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1" name="task model">
            <a:extLst>
              <a:ext uri="{FF2B5EF4-FFF2-40B4-BE49-F238E27FC236}">
                <a16:creationId xmlns:a16="http://schemas.microsoft.com/office/drawing/2014/main" id="{19633125-8825-E42A-3558-B643B0CE9CBD}"/>
              </a:ext>
            </a:extLst>
          </p:cNvPr>
          <p:cNvSpPr>
            <a:spLocks noGrp="1"/>
          </p:cNvSpPr>
          <p:nvPr/>
        </p:nvSpPr>
        <p:spPr>
          <a:xfrm>
            <a:off x="923925" y="627062"/>
            <a:ext cx="2919938" cy="4397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τᵢ = (Cᵢ, Dᵢ</a:t>
            </a:r>
            <a:r>
              <a:rPr lang="ru-RU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</a:t>
            </a: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ᵢ)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Dᵢ = Pᵢ</a:t>
            </a:r>
            <a:endParaRPr sz="2200" i="1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73E9734E-56D9-364C-3A19-2E6962EA0F8D}"/>
              </a:ext>
            </a:extLst>
          </p:cNvPr>
          <p:cNvSpPr>
            <a:spLocks noGrp="1"/>
          </p:cNvSpPr>
          <p:nvPr/>
        </p:nvSpPr>
        <p:spPr>
          <a:xfrm>
            <a:off x="10368915" y="27051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E90FC781-EA20-9C85-60FE-5684588A7C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</a:t>
                </a:r>
                <a:r>
                  <a:rPr lang="ru-RU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17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, 50, 50)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E90FC781-EA20-9C85-60FE-5684588A7C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blipFill>
                <a:blip r:embed="rId2"/>
                <a:stretch>
                  <a:fillRect t="-32075" b="-5094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35CE5B1A-FB03-5E86-6BE7-0A417651BE2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 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(10, 20, 20)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35CE5B1A-FB03-5E86-6BE7-0A417651BE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blipFill>
                <a:blip r:embed="rId3"/>
                <a:stretch>
                  <a:fillRect t="-30189" b="-5283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E2EB52DB-7A77-C156-2C07-C3F27D03FA9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7870" y="2082801"/>
                <a:ext cx="171107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7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sz="1700" dirty="0">
                    <a:solidFill>
                      <a:srgbClr val="B5222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skipped</a:t>
                </a:r>
                <a:endParaRPr sz="1700" dirty="0">
                  <a:solidFill>
                    <a:srgbClr val="B5222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E2EB52DB-7A77-C156-2C07-C3F27D03FA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870" y="2082801"/>
                <a:ext cx="1711070" cy="295275"/>
              </a:xfrm>
              <a:prstGeom prst="rect">
                <a:avLst/>
              </a:prstGeom>
              <a:blipFill>
                <a:blip r:embed="rId4"/>
                <a:stretch>
                  <a:fillRect t="-18750" b="-3541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job 1">
            <a:extLst>
              <a:ext uri="{FF2B5EF4-FFF2-40B4-BE49-F238E27FC236}">
                <a16:creationId xmlns:a16="http://schemas.microsoft.com/office/drawing/2014/main" id="{CCF5964E-69F5-BA12-3C73-EF735D95B854}"/>
              </a:ext>
            </a:extLst>
          </p:cNvPr>
          <p:cNvSpPr>
            <a:spLocks noGrp="1"/>
          </p:cNvSpPr>
          <p:nvPr/>
        </p:nvSpPr>
        <p:spPr>
          <a:xfrm>
            <a:off x="3381375" y="1422401"/>
            <a:ext cx="2437564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AAAF91B7-80DB-CA10-92A5-3BE21E6ADEFE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BC4E946C-1B62-78E2-9327-C8F05CE3DF18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782712D8-C5CD-BB22-2FD3-E0D7ECBBDC71}"/>
              </a:ext>
            </a:extLst>
          </p:cNvPr>
          <p:cNvSpPr/>
          <p:nvPr/>
        </p:nvSpPr>
        <p:spPr>
          <a:xfrm flipH="1">
            <a:off x="6087264" y="2413001"/>
            <a:ext cx="1081477" cy="377849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B0E9BC3E-80FD-0795-DCEB-BDD695FB1FB3}"/>
              </a:ext>
            </a:extLst>
          </p:cNvPr>
          <p:cNvCxnSpPr>
            <a:cxnSpLocks/>
          </p:cNvCxnSpPr>
          <p:nvPr/>
        </p:nvCxnSpPr>
        <p:spPr>
          <a:xfrm>
            <a:off x="3381375" y="2794000"/>
            <a:ext cx="690436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69B6555-8360-9923-2B9E-F791F4B322EA}"/>
                  </a:ext>
                </a:extLst>
              </p:cNvPr>
              <p:cNvSpPr txBox="1"/>
              <p:nvPr/>
            </p:nvSpPr>
            <p:spPr>
              <a:xfrm>
                <a:off x="6286015" y="2489201"/>
                <a:ext cx="404715" cy="256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69B6555-8360-9923-2B9E-F791F4B32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015" y="2489201"/>
                <a:ext cx="404715" cy="256993"/>
              </a:xfrm>
              <a:prstGeom prst="rect">
                <a:avLst/>
              </a:prstGeom>
              <a:blipFill>
                <a:blip r:embed="rId5"/>
                <a:stretch>
                  <a:fillRect l="-746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B8AD729-4F44-C234-0DB0-7F7C19C903DE}"/>
                  </a:ext>
                </a:extLst>
              </p:cNvPr>
              <p:cNvSpPr txBox="1"/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B8AD729-4F44-C234-0DB0-7F7C19C90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blipFill>
                <a:blip r:embed="rId6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661476E-F6BF-1CDD-2DCD-000BDA318F79}"/>
                  </a:ext>
                </a:extLst>
              </p:cNvPr>
              <p:cNvSpPr txBox="1"/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661476E-F6BF-1CDD-2DCD-000BDA318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blipFill>
                <a:blip r:embed="rId7"/>
                <a:stretch>
                  <a:fillRect l="-21429" r="-4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skip cross b">
            <a:extLst>
              <a:ext uri="{FF2B5EF4-FFF2-40B4-BE49-F238E27FC236}">
                <a16:creationId xmlns:a16="http://schemas.microsoft.com/office/drawing/2014/main" id="{D67B0AAA-830F-D684-6AA1-A007695E5CB3}"/>
              </a:ext>
            </a:extLst>
          </p:cNvPr>
          <p:cNvSpPr>
            <a:spLocks noGrp="1"/>
          </p:cNvSpPr>
          <p:nvPr/>
        </p:nvSpPr>
        <p:spPr>
          <a:xfrm flipV="1">
            <a:off x="5758393" y="2311399"/>
            <a:ext cx="114300" cy="114300"/>
          </a:xfrm>
          <a:prstGeom prst="line">
            <a:avLst/>
          </a:prstGeom>
          <a:noFill/>
          <a:ln w="17145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0A83C58F-4406-38F2-D7FF-217E264C8B61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AE07CEAE-2F55-2A64-800C-A1E1A3BFB302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D2133A50-3531-E434-A967-617ED8640F8C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7B69B589-23A9-159F-C030-F22489472758}"/>
              </a:ext>
            </a:extLst>
          </p:cNvPr>
          <p:cNvSpPr>
            <a:spLocks noGrp="1"/>
          </p:cNvSpPr>
          <p:nvPr/>
        </p:nvSpPr>
        <p:spPr>
          <a:xfrm>
            <a:off x="927100" y="1524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A4163331-A660-2997-ABCE-BB815C6E22D5}"/>
              </a:ext>
            </a:extLst>
          </p:cNvPr>
          <p:cNvCxnSpPr>
            <a:cxnSpLocks/>
          </p:cNvCxnSpPr>
          <p:nvPr/>
        </p:nvCxnSpPr>
        <p:spPr>
          <a:xfrm>
            <a:off x="5814914" y="141605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364B405F-D127-CEB4-8E77-1C48FE578C99}"/>
              </a:ext>
            </a:extLst>
          </p:cNvPr>
          <p:cNvCxnSpPr>
            <a:cxnSpLocks/>
          </p:cNvCxnSpPr>
          <p:nvPr/>
        </p:nvCxnSpPr>
        <p:spPr>
          <a:xfrm>
            <a:off x="716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EB4EC6AB-052F-D757-1A79-819448D3F2DA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82C32E-B4BB-6D88-5C59-0E4CBC26B213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82C32E-B4BB-6D88-5C59-0E4CBC26B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E8DA129-C592-8AE6-A33E-D7E07DF640AA}"/>
                  </a:ext>
                </a:extLst>
              </p:cNvPr>
              <p:cNvSpPr txBox="1"/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E8DA129-C592-8AE6-A33E-D7E07DF64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9F5FF34-948A-F465-9EE1-E50552A0E7D2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9F5FF34-948A-F465-9EE1-E50552A0E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8DE52C6-84E2-39E0-D10C-F7F2ED9F88FD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8DE52C6-84E2-39E0-D10C-F7F2ED9F8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11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941BD39-83D9-4C97-7179-431BE89CC03C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941BD39-83D9-4C97-7179-431BE89CC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2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A7A311-5078-7487-3493-5CF6CF44527C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A7A311-5078-7487-3493-5CF6CF445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3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job 1">
            <a:extLst>
              <a:ext uri="{FF2B5EF4-FFF2-40B4-BE49-F238E27FC236}">
                <a16:creationId xmlns:a16="http://schemas.microsoft.com/office/drawing/2014/main" id="{B493F08E-E111-BCDF-C9CD-506F5D22468B}"/>
              </a:ext>
            </a:extLst>
          </p:cNvPr>
          <p:cNvSpPr>
            <a:spLocks noGrp="1"/>
          </p:cNvSpPr>
          <p:nvPr/>
        </p:nvSpPr>
        <p:spPr>
          <a:xfrm>
            <a:off x="5816611" y="2413000"/>
            <a:ext cx="273097" cy="379411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6E50D826-AB1A-95E6-7C91-3533D17CCA1F}"/>
              </a:ext>
            </a:extLst>
          </p:cNvPr>
          <p:cNvSpPr>
            <a:spLocks noGrp="1"/>
          </p:cNvSpPr>
          <p:nvPr/>
        </p:nvSpPr>
        <p:spPr>
          <a:xfrm flipH="1">
            <a:off x="5809456" y="2325688"/>
            <a:ext cx="6349" cy="468313"/>
          </a:xfrm>
          <a:prstGeom prst="line">
            <a:avLst/>
          </a:prstGeom>
          <a:noFill/>
          <a:ln w="14288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72C62C89-4572-5E68-BDA8-AF99A0D2D45D}"/>
              </a:ext>
            </a:extLst>
          </p:cNvPr>
          <p:cNvSpPr>
            <a:spLocks noGrp="1"/>
          </p:cNvSpPr>
          <p:nvPr/>
        </p:nvSpPr>
        <p:spPr>
          <a:xfrm>
            <a:off x="5758393" y="2311399"/>
            <a:ext cx="114300" cy="114300"/>
          </a:xfrm>
          <a:prstGeom prst="line">
            <a:avLst/>
          </a:prstGeom>
          <a:noFill/>
          <a:ln w="17145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67" name="execution guide 0">
            <a:extLst>
              <a:ext uri="{FF2B5EF4-FFF2-40B4-BE49-F238E27FC236}">
                <a16:creationId xmlns:a16="http://schemas.microsoft.com/office/drawing/2014/main" id="{D666A947-56E1-4767-3CB5-D82845BA96C2}"/>
              </a:ext>
            </a:extLst>
          </p:cNvPr>
          <p:cNvSpPr>
            <a:spLocks noGrp="1"/>
          </p:cNvSpPr>
          <p:nvPr/>
        </p:nvSpPr>
        <p:spPr>
          <a:xfrm flipH="1">
            <a:off x="6083114" y="2415380"/>
            <a:ext cx="1" cy="373857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</p:spTree>
    <p:extLst>
      <p:ext uri="{BB962C8B-B14F-4D97-AF65-F5344CB8AC3E}">
        <p14:creationId xmlns:p14="http://schemas.microsoft.com/office/powerpoint/2010/main" val="1196621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B7A5C5-8CF5-4DCC-72AB-368039AB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0BF206E4-1B62-B7D8-480C-F945C7933A80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4AF380F3-3010-D72D-F625-0E1AABB0DB43}"/>
              </a:ext>
            </a:extLst>
          </p:cNvPr>
          <p:cNvSpPr>
            <a:spLocks noGrp="1"/>
          </p:cNvSpPr>
          <p:nvPr/>
        </p:nvSpPr>
        <p:spPr>
          <a:xfrm>
            <a:off x="649062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C4FEA609-76DD-6B69-9202-2217FCB158A9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3F16A54B-75A0-0DB8-2B2E-94E506BA15A1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3D064B1D-8F3E-9F6E-1F22-32834BD47209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0" name="execution guide 0">
            <a:extLst>
              <a:ext uri="{FF2B5EF4-FFF2-40B4-BE49-F238E27FC236}">
                <a16:creationId xmlns:a16="http://schemas.microsoft.com/office/drawing/2014/main" id="{7412FE70-C628-0A30-99E4-CFC96543088B}"/>
              </a:ext>
            </a:extLst>
          </p:cNvPr>
          <p:cNvSpPr>
            <a:spLocks noGrp="1"/>
          </p:cNvSpPr>
          <p:nvPr/>
        </p:nvSpPr>
        <p:spPr>
          <a:xfrm>
            <a:off x="8112836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2" name="execution guide 0">
            <a:extLst>
              <a:ext uri="{FF2B5EF4-FFF2-40B4-BE49-F238E27FC236}">
                <a16:creationId xmlns:a16="http://schemas.microsoft.com/office/drawing/2014/main" id="{2AD5B09E-9A88-3A8A-A2F4-B551F8ECB6B7}"/>
              </a:ext>
            </a:extLst>
          </p:cNvPr>
          <p:cNvSpPr>
            <a:spLocks noGrp="1"/>
          </p:cNvSpPr>
          <p:nvPr/>
        </p:nvSpPr>
        <p:spPr>
          <a:xfrm>
            <a:off x="6760990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4B6E2B72-8C61-7103-565D-608C77A24123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9" name="execution guide 0">
            <a:extLst>
              <a:ext uri="{FF2B5EF4-FFF2-40B4-BE49-F238E27FC236}">
                <a16:creationId xmlns:a16="http://schemas.microsoft.com/office/drawing/2014/main" id="{EB70D334-5A58-FE5F-1C5B-DBC0BAAE8CCF}"/>
              </a:ext>
            </a:extLst>
          </p:cNvPr>
          <p:cNvSpPr>
            <a:spLocks noGrp="1"/>
          </p:cNvSpPr>
          <p:nvPr/>
        </p:nvSpPr>
        <p:spPr>
          <a:xfrm>
            <a:off x="703136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9E4F529D-CC4D-7B5C-58C3-A4397AAF1E1C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FF4DD131-BC99-6E40-4F63-41843240B1B4}"/>
              </a:ext>
            </a:extLst>
          </p:cNvPr>
          <p:cNvSpPr>
            <a:spLocks noGrp="1"/>
          </p:cNvSpPr>
          <p:nvPr/>
        </p:nvSpPr>
        <p:spPr>
          <a:xfrm>
            <a:off x="730173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4" name="execution guide 0">
            <a:extLst>
              <a:ext uri="{FF2B5EF4-FFF2-40B4-BE49-F238E27FC236}">
                <a16:creationId xmlns:a16="http://schemas.microsoft.com/office/drawing/2014/main" id="{107DF6AA-1589-71C1-51AF-2F515814A41D}"/>
              </a:ext>
            </a:extLst>
          </p:cNvPr>
          <p:cNvSpPr>
            <a:spLocks noGrp="1"/>
          </p:cNvSpPr>
          <p:nvPr/>
        </p:nvSpPr>
        <p:spPr>
          <a:xfrm>
            <a:off x="757209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1A7D596F-A7E8-BCB3-B0F2-548BA714E9AB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6" name="execution guide 0">
            <a:extLst>
              <a:ext uri="{FF2B5EF4-FFF2-40B4-BE49-F238E27FC236}">
                <a16:creationId xmlns:a16="http://schemas.microsoft.com/office/drawing/2014/main" id="{BD4E92EA-0AF0-F40A-ED26-8A4059516C89}"/>
              </a:ext>
            </a:extLst>
          </p:cNvPr>
          <p:cNvSpPr>
            <a:spLocks noGrp="1"/>
          </p:cNvSpPr>
          <p:nvPr/>
        </p:nvSpPr>
        <p:spPr>
          <a:xfrm>
            <a:off x="784246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0CC95582-38D9-6131-4322-E24161EEDB00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9A8F5B88-4E87-4587-114A-406CF19FAF34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44A121C4-5DF4-D835-CEDA-002D74FBA8D1}"/>
              </a:ext>
            </a:extLst>
          </p:cNvPr>
          <p:cNvSpPr>
            <a:spLocks noGrp="1"/>
          </p:cNvSpPr>
          <p:nvPr/>
        </p:nvSpPr>
        <p:spPr>
          <a:xfrm>
            <a:off x="838320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BDC8B0E8-725D-1064-A01C-08101F0B47DE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1" name="execution guide 0">
            <a:extLst>
              <a:ext uri="{FF2B5EF4-FFF2-40B4-BE49-F238E27FC236}">
                <a16:creationId xmlns:a16="http://schemas.microsoft.com/office/drawing/2014/main" id="{1CED344E-4A15-8263-3F57-4DF64C4A9373}"/>
              </a:ext>
            </a:extLst>
          </p:cNvPr>
          <p:cNvSpPr>
            <a:spLocks noGrp="1"/>
          </p:cNvSpPr>
          <p:nvPr/>
        </p:nvSpPr>
        <p:spPr>
          <a:xfrm>
            <a:off x="865357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7" name="execution guide 0">
            <a:extLst>
              <a:ext uri="{FF2B5EF4-FFF2-40B4-BE49-F238E27FC236}">
                <a16:creationId xmlns:a16="http://schemas.microsoft.com/office/drawing/2014/main" id="{B71322DB-69B9-C6A8-C379-3777685C7112}"/>
              </a:ext>
            </a:extLst>
          </p:cNvPr>
          <p:cNvSpPr>
            <a:spLocks noGrp="1"/>
          </p:cNvSpPr>
          <p:nvPr/>
        </p:nvSpPr>
        <p:spPr>
          <a:xfrm>
            <a:off x="892394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0E053CE5-67ED-72CF-41F5-7A6C4F835728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9" name="execution guide 0">
            <a:extLst>
              <a:ext uri="{FF2B5EF4-FFF2-40B4-BE49-F238E27FC236}">
                <a16:creationId xmlns:a16="http://schemas.microsoft.com/office/drawing/2014/main" id="{76A6118F-7853-8891-F2C2-BF720B843030}"/>
              </a:ext>
            </a:extLst>
          </p:cNvPr>
          <p:cNvSpPr>
            <a:spLocks noGrp="1"/>
          </p:cNvSpPr>
          <p:nvPr/>
        </p:nvSpPr>
        <p:spPr>
          <a:xfrm>
            <a:off x="919431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1E4213F6-5D99-C3C1-D08D-010FBB7CCC3F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5" name="execution guide 0">
            <a:extLst>
              <a:ext uri="{FF2B5EF4-FFF2-40B4-BE49-F238E27FC236}">
                <a16:creationId xmlns:a16="http://schemas.microsoft.com/office/drawing/2014/main" id="{7BC42714-2F07-4E49-E828-9E7BA46A678E}"/>
              </a:ext>
            </a:extLst>
          </p:cNvPr>
          <p:cNvSpPr>
            <a:spLocks noGrp="1"/>
          </p:cNvSpPr>
          <p:nvPr/>
        </p:nvSpPr>
        <p:spPr>
          <a:xfrm>
            <a:off x="9464682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40FEFB06-F7E5-FCB9-535B-BEC825D83DF8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33985564-035C-6910-A2D5-233958CA4A0E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2" name="execution guide 0">
            <a:extLst>
              <a:ext uri="{FF2B5EF4-FFF2-40B4-BE49-F238E27FC236}">
                <a16:creationId xmlns:a16="http://schemas.microsoft.com/office/drawing/2014/main" id="{7F742477-5AEE-D673-42A5-FBC49C060169}"/>
              </a:ext>
            </a:extLst>
          </p:cNvPr>
          <p:cNvSpPr>
            <a:spLocks noGrp="1"/>
          </p:cNvSpPr>
          <p:nvPr/>
        </p:nvSpPr>
        <p:spPr>
          <a:xfrm>
            <a:off x="973505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3A494808-0ABF-5456-4BEB-975B706A4FE2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4" name="execution guide 0">
            <a:extLst>
              <a:ext uri="{FF2B5EF4-FFF2-40B4-BE49-F238E27FC236}">
                <a16:creationId xmlns:a16="http://schemas.microsoft.com/office/drawing/2014/main" id="{AF998D06-E1C2-E39E-25E6-7BABD91AC284}"/>
              </a:ext>
            </a:extLst>
          </p:cNvPr>
          <p:cNvSpPr>
            <a:spLocks noGrp="1"/>
          </p:cNvSpPr>
          <p:nvPr/>
        </p:nvSpPr>
        <p:spPr>
          <a:xfrm>
            <a:off x="1000542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4" name="execution guide 0">
            <a:extLst>
              <a:ext uri="{FF2B5EF4-FFF2-40B4-BE49-F238E27FC236}">
                <a16:creationId xmlns:a16="http://schemas.microsoft.com/office/drawing/2014/main" id="{68EF034E-60EF-AA1A-29A6-EAA63D71FFA5}"/>
              </a:ext>
            </a:extLst>
          </p:cNvPr>
          <p:cNvSpPr>
            <a:spLocks noGrp="1"/>
          </p:cNvSpPr>
          <p:nvPr/>
        </p:nvSpPr>
        <p:spPr>
          <a:xfrm>
            <a:off x="6220252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4" name="execution guide 0">
            <a:extLst>
              <a:ext uri="{FF2B5EF4-FFF2-40B4-BE49-F238E27FC236}">
                <a16:creationId xmlns:a16="http://schemas.microsoft.com/office/drawing/2014/main" id="{89B8B412-58AB-7CC7-D66B-9E795254A786}"/>
              </a:ext>
            </a:extLst>
          </p:cNvPr>
          <p:cNvSpPr>
            <a:spLocks noGrp="1"/>
          </p:cNvSpPr>
          <p:nvPr/>
        </p:nvSpPr>
        <p:spPr>
          <a:xfrm>
            <a:off x="5409144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996009BC-2FE4-F108-517F-30E98AA941C9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4" name="execution guide 0">
            <a:extLst>
              <a:ext uri="{FF2B5EF4-FFF2-40B4-BE49-F238E27FC236}">
                <a16:creationId xmlns:a16="http://schemas.microsoft.com/office/drawing/2014/main" id="{D4A9E29A-9CFE-1D40-E887-F87614CBCF6A}"/>
              </a:ext>
            </a:extLst>
          </p:cNvPr>
          <p:cNvSpPr>
            <a:spLocks noGrp="1"/>
          </p:cNvSpPr>
          <p:nvPr/>
        </p:nvSpPr>
        <p:spPr>
          <a:xfrm>
            <a:off x="486840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6FE6F170-B9DE-3EA8-F6A0-EBB15DA3465D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execution guide 0">
            <a:extLst>
              <a:ext uri="{FF2B5EF4-FFF2-40B4-BE49-F238E27FC236}">
                <a16:creationId xmlns:a16="http://schemas.microsoft.com/office/drawing/2014/main" id="{54495091-295B-0D40-0859-1D69403152CC}"/>
              </a:ext>
            </a:extLst>
          </p:cNvPr>
          <p:cNvSpPr>
            <a:spLocks noGrp="1"/>
          </p:cNvSpPr>
          <p:nvPr/>
        </p:nvSpPr>
        <p:spPr>
          <a:xfrm>
            <a:off x="5138776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D262D935-1CD9-8E9B-48AA-7317E31771B1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1" name="execution guide 0">
            <a:extLst>
              <a:ext uri="{FF2B5EF4-FFF2-40B4-BE49-F238E27FC236}">
                <a16:creationId xmlns:a16="http://schemas.microsoft.com/office/drawing/2014/main" id="{B874F05C-7A7A-FF0A-6DBA-7F93948CE1AA}"/>
              </a:ext>
            </a:extLst>
          </p:cNvPr>
          <p:cNvSpPr>
            <a:spLocks noGrp="1"/>
          </p:cNvSpPr>
          <p:nvPr/>
        </p:nvSpPr>
        <p:spPr>
          <a:xfrm>
            <a:off x="567951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972667A3-239B-4A8B-286D-9F1FFBF555A5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3" name="execution guide 0">
            <a:extLst>
              <a:ext uri="{FF2B5EF4-FFF2-40B4-BE49-F238E27FC236}">
                <a16:creationId xmlns:a16="http://schemas.microsoft.com/office/drawing/2014/main" id="{6784C98E-FC98-D470-0A61-151E6B7C291F}"/>
              </a:ext>
            </a:extLst>
          </p:cNvPr>
          <p:cNvSpPr>
            <a:spLocks noGrp="1"/>
          </p:cNvSpPr>
          <p:nvPr/>
        </p:nvSpPr>
        <p:spPr>
          <a:xfrm>
            <a:off x="5949884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3100404F-A55E-247A-8B30-DD6D0CA6EE7E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3" name="execution guide 0">
            <a:extLst>
              <a:ext uri="{FF2B5EF4-FFF2-40B4-BE49-F238E27FC236}">
                <a16:creationId xmlns:a16="http://schemas.microsoft.com/office/drawing/2014/main" id="{99DE4D00-8805-D9F6-D85F-DFD1DFB46077}"/>
              </a:ext>
            </a:extLst>
          </p:cNvPr>
          <p:cNvSpPr>
            <a:spLocks noGrp="1"/>
          </p:cNvSpPr>
          <p:nvPr/>
        </p:nvSpPr>
        <p:spPr>
          <a:xfrm>
            <a:off x="405729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36245D70-C69F-0075-58A5-0C2A65EDA9E5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E342FC3F-61AB-9D5D-1536-27EDBE6ECB9D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" name="execution guide 0">
            <a:extLst>
              <a:ext uri="{FF2B5EF4-FFF2-40B4-BE49-F238E27FC236}">
                <a16:creationId xmlns:a16="http://schemas.microsoft.com/office/drawing/2014/main" id="{62B3F1AE-6160-2C0D-CD84-065DB8C7847D}"/>
              </a:ext>
            </a:extLst>
          </p:cNvPr>
          <p:cNvSpPr>
            <a:spLocks noGrp="1"/>
          </p:cNvSpPr>
          <p:nvPr/>
        </p:nvSpPr>
        <p:spPr>
          <a:xfrm>
            <a:off x="432766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FB21DBCE-C0FD-3EB7-7F4D-C2A232544B53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3" name="execution guide 0">
            <a:extLst>
              <a:ext uri="{FF2B5EF4-FFF2-40B4-BE49-F238E27FC236}">
                <a16:creationId xmlns:a16="http://schemas.microsoft.com/office/drawing/2014/main" id="{B649B8F2-3D21-F6EA-8DAE-03AEE6BD3F57}"/>
              </a:ext>
            </a:extLst>
          </p:cNvPr>
          <p:cNvSpPr>
            <a:spLocks noGrp="1"/>
          </p:cNvSpPr>
          <p:nvPr/>
        </p:nvSpPr>
        <p:spPr>
          <a:xfrm>
            <a:off x="4598038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C5A0A6F3-BE55-2D2C-4F52-C1DD1B084A1D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" name="execution guide 0">
            <a:extLst>
              <a:ext uri="{FF2B5EF4-FFF2-40B4-BE49-F238E27FC236}">
                <a16:creationId xmlns:a16="http://schemas.microsoft.com/office/drawing/2014/main" id="{950D441B-C89A-402F-A863-0FDF8C7F142C}"/>
              </a:ext>
            </a:extLst>
          </p:cNvPr>
          <p:cNvSpPr>
            <a:spLocks noGrp="1"/>
          </p:cNvSpPr>
          <p:nvPr/>
        </p:nvSpPr>
        <p:spPr>
          <a:xfrm>
            <a:off x="351656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B3DF1F8F-48BA-C006-9485-A42DFA0F9216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" name="execution guide 0">
            <a:extLst>
              <a:ext uri="{FF2B5EF4-FFF2-40B4-BE49-F238E27FC236}">
                <a16:creationId xmlns:a16="http://schemas.microsoft.com/office/drawing/2014/main" id="{2D95EB25-A51B-CCBE-A153-D004497D20B3}"/>
              </a:ext>
            </a:extLst>
          </p:cNvPr>
          <p:cNvSpPr>
            <a:spLocks noGrp="1"/>
          </p:cNvSpPr>
          <p:nvPr/>
        </p:nvSpPr>
        <p:spPr>
          <a:xfrm>
            <a:off x="3786930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DEA84F8A-E131-8942-79A4-916D80DBAA28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sysDash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32CF270F-9484-CD66-4D71-4855B35746E0}"/>
              </a:ext>
            </a:extLst>
          </p:cNvPr>
          <p:cNvSpPr/>
          <p:nvPr/>
        </p:nvSpPr>
        <p:spPr>
          <a:xfrm flipH="1">
            <a:off x="3384978" y="2417762"/>
            <a:ext cx="2423738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1" name="task model">
            <a:extLst>
              <a:ext uri="{FF2B5EF4-FFF2-40B4-BE49-F238E27FC236}">
                <a16:creationId xmlns:a16="http://schemas.microsoft.com/office/drawing/2014/main" id="{8B156AB1-9B9F-903E-4C28-4423943687B4}"/>
              </a:ext>
            </a:extLst>
          </p:cNvPr>
          <p:cNvSpPr>
            <a:spLocks noGrp="1"/>
          </p:cNvSpPr>
          <p:nvPr/>
        </p:nvSpPr>
        <p:spPr>
          <a:xfrm>
            <a:off x="923925" y="627062"/>
            <a:ext cx="2919938" cy="4397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τᵢ = (Cᵢ, Dᵢ</a:t>
            </a:r>
            <a:r>
              <a:rPr lang="ru-RU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</a:t>
            </a: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ᵢ)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Dᵢ = Pᵢ</a:t>
            </a:r>
            <a:endParaRPr sz="2200" i="1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185CE95F-F681-3E81-F341-82E20F27C15D}"/>
              </a:ext>
            </a:extLst>
          </p:cNvPr>
          <p:cNvSpPr>
            <a:spLocks noGrp="1"/>
          </p:cNvSpPr>
          <p:nvPr/>
        </p:nvSpPr>
        <p:spPr>
          <a:xfrm>
            <a:off x="10318260" y="264797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F2FB7E8B-D115-F17A-5595-325482D1522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</a:t>
                </a:r>
                <a:r>
                  <a:rPr lang="ru-RU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17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, 50, 50)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F2FB7E8B-D115-F17A-5595-325482D152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blipFill>
                <a:blip r:embed="rId2"/>
                <a:stretch>
                  <a:fillRect t="-32075" b="-5094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D6EC38CB-CC21-FE8E-1DD5-B0D1EB4C780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 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(10, 20, 20)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D6EC38CB-CC21-FE8E-1DD5-B0D1EB4C7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blipFill>
                <a:blip r:embed="rId3"/>
                <a:stretch>
                  <a:fillRect t="-30189" b="-5283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A88A0A0B-B738-2060-D297-BE7F00992CB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7870" y="2082801"/>
                <a:ext cx="171107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7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sz="1700" dirty="0">
                    <a:solidFill>
                      <a:srgbClr val="B5222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skipped</a:t>
                </a:r>
                <a:endParaRPr sz="1700" dirty="0">
                  <a:solidFill>
                    <a:srgbClr val="B5222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A88A0A0B-B738-2060-D297-BE7F00992C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870" y="2082801"/>
                <a:ext cx="1711070" cy="295275"/>
              </a:xfrm>
              <a:prstGeom prst="rect">
                <a:avLst/>
              </a:prstGeom>
              <a:blipFill>
                <a:blip r:embed="rId4"/>
                <a:stretch>
                  <a:fillRect t="-18750" b="-3541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job 1">
            <a:extLst>
              <a:ext uri="{FF2B5EF4-FFF2-40B4-BE49-F238E27FC236}">
                <a16:creationId xmlns:a16="http://schemas.microsoft.com/office/drawing/2014/main" id="{A6B9C2F0-0741-CF35-2193-A4F38C7F605A}"/>
              </a:ext>
            </a:extLst>
          </p:cNvPr>
          <p:cNvSpPr>
            <a:spLocks noGrp="1"/>
          </p:cNvSpPr>
          <p:nvPr/>
        </p:nvSpPr>
        <p:spPr>
          <a:xfrm>
            <a:off x="3381375" y="1422401"/>
            <a:ext cx="2437564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4D3F787F-5D70-D96B-D1DC-3F1C87C9BA27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50FC0EC0-C1B4-63B5-6ACE-7703193EB8CC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54610451-B33C-EB3E-5E32-DA6C2FD3A24A}"/>
              </a:ext>
            </a:extLst>
          </p:cNvPr>
          <p:cNvSpPr/>
          <p:nvPr/>
        </p:nvSpPr>
        <p:spPr>
          <a:xfrm flipH="1">
            <a:off x="6087264" y="2413001"/>
            <a:ext cx="1081477" cy="377849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3065461D-FFB2-7BF4-AB1F-5204099303E6}"/>
              </a:ext>
            </a:extLst>
          </p:cNvPr>
          <p:cNvCxnSpPr>
            <a:cxnSpLocks/>
          </p:cNvCxnSpPr>
          <p:nvPr/>
        </p:nvCxnSpPr>
        <p:spPr>
          <a:xfrm>
            <a:off x="3381375" y="2794000"/>
            <a:ext cx="690436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5215FB8-C1D0-D1DD-7E08-B775EE598447}"/>
                  </a:ext>
                </a:extLst>
              </p:cNvPr>
              <p:cNvSpPr txBox="1"/>
              <p:nvPr/>
            </p:nvSpPr>
            <p:spPr>
              <a:xfrm>
                <a:off x="6286015" y="2489201"/>
                <a:ext cx="404715" cy="256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5215FB8-C1D0-D1DD-7E08-B775EE598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015" y="2489201"/>
                <a:ext cx="404715" cy="256993"/>
              </a:xfrm>
              <a:prstGeom prst="rect">
                <a:avLst/>
              </a:prstGeom>
              <a:blipFill>
                <a:blip r:embed="rId5"/>
                <a:stretch>
                  <a:fillRect l="-746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15E2BDB-9C80-D3E8-21F7-F80B3CFE2E3F}"/>
                  </a:ext>
                </a:extLst>
              </p:cNvPr>
              <p:cNvSpPr txBox="1"/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15E2BDB-9C80-D3E8-21F7-F80B3CFE2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blipFill>
                <a:blip r:embed="rId6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5AF5A2F-07D4-5AB1-CDBC-CE5B27821CFE}"/>
                  </a:ext>
                </a:extLst>
              </p:cNvPr>
              <p:cNvSpPr txBox="1"/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5AF5A2F-07D4-5AB1-CDBC-CE5B27821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blipFill>
                <a:blip r:embed="rId7"/>
                <a:stretch>
                  <a:fillRect l="-21429" r="-4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skip cross b">
            <a:extLst>
              <a:ext uri="{FF2B5EF4-FFF2-40B4-BE49-F238E27FC236}">
                <a16:creationId xmlns:a16="http://schemas.microsoft.com/office/drawing/2014/main" id="{AB1C3825-A40D-29EB-BA9D-FEE804CF4BF9}"/>
              </a:ext>
            </a:extLst>
          </p:cNvPr>
          <p:cNvSpPr>
            <a:spLocks noGrp="1"/>
          </p:cNvSpPr>
          <p:nvPr/>
        </p:nvSpPr>
        <p:spPr>
          <a:xfrm flipV="1">
            <a:off x="5758393" y="2311399"/>
            <a:ext cx="114300" cy="114300"/>
          </a:xfrm>
          <a:prstGeom prst="line">
            <a:avLst/>
          </a:prstGeom>
          <a:noFill/>
          <a:ln w="17145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B4024F97-D34B-8E61-E361-A24C8C69038A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19225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091454EF-B6C3-765A-6362-00507F14D606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104D9321-A247-EA0B-A618-C2FDD5937439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0B4E3E2D-B9F2-9149-28AA-750301267AD4}"/>
              </a:ext>
            </a:extLst>
          </p:cNvPr>
          <p:cNvSpPr>
            <a:spLocks noGrp="1"/>
          </p:cNvSpPr>
          <p:nvPr/>
        </p:nvSpPr>
        <p:spPr>
          <a:xfrm>
            <a:off x="927100" y="1524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6E4314FA-4B74-790F-0057-5733C66BF094}"/>
              </a:ext>
            </a:extLst>
          </p:cNvPr>
          <p:cNvCxnSpPr>
            <a:cxnSpLocks/>
          </p:cNvCxnSpPr>
          <p:nvPr/>
        </p:nvCxnSpPr>
        <p:spPr>
          <a:xfrm>
            <a:off x="5814914" y="141922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0A5AE0F7-C9A5-14B9-A76E-479B0A96F25C}"/>
              </a:ext>
            </a:extLst>
          </p:cNvPr>
          <p:cNvCxnSpPr>
            <a:cxnSpLocks/>
          </p:cNvCxnSpPr>
          <p:nvPr/>
        </p:nvCxnSpPr>
        <p:spPr>
          <a:xfrm>
            <a:off x="716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3E52733-E3AB-E513-AA97-1BC53EE1295D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3E52733-E3AB-E513-AA97-1BC53EE12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DC8548-1443-CC9C-E466-335132D9E8A3}"/>
                  </a:ext>
                </a:extLst>
              </p:cNvPr>
              <p:cNvSpPr txBox="1"/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DC8548-1443-CC9C-E466-335132D9E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8908B7-F2CA-E508-5DE1-3E2187CF0055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8908B7-F2CA-E508-5DE1-3E2187CF0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73548F5-6FB5-A06F-54F5-1BAFE14ADB7C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73548F5-6FB5-A06F-54F5-1BAFE14AD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11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1468E3-DC6F-9866-36C1-BC16245C6858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1468E3-DC6F-9866-36C1-BC16245C6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2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6C54EBE-10DA-C29C-D06A-CE22D463727D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6C54EBE-10DA-C29C-D06A-CE22D4637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3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job 1">
            <a:extLst>
              <a:ext uri="{FF2B5EF4-FFF2-40B4-BE49-F238E27FC236}">
                <a16:creationId xmlns:a16="http://schemas.microsoft.com/office/drawing/2014/main" id="{3596DAD2-572D-C3DC-F06E-1CDD5F9795AE}"/>
              </a:ext>
            </a:extLst>
          </p:cNvPr>
          <p:cNvSpPr>
            <a:spLocks noGrp="1"/>
          </p:cNvSpPr>
          <p:nvPr/>
        </p:nvSpPr>
        <p:spPr>
          <a:xfrm>
            <a:off x="5816611" y="2413001"/>
            <a:ext cx="273097" cy="377849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BAAA1CC0-CFC9-E13C-D8BF-7274094A53E9}"/>
              </a:ext>
            </a:extLst>
          </p:cNvPr>
          <p:cNvSpPr>
            <a:spLocks noGrp="1"/>
          </p:cNvSpPr>
          <p:nvPr/>
        </p:nvSpPr>
        <p:spPr>
          <a:xfrm flipH="1">
            <a:off x="5809456" y="2325688"/>
            <a:ext cx="6349" cy="468313"/>
          </a:xfrm>
          <a:prstGeom prst="line">
            <a:avLst/>
          </a:prstGeom>
          <a:noFill/>
          <a:ln w="14288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FD1F15D5-5357-3697-8D0A-95EDAAF88AE7}"/>
              </a:ext>
            </a:extLst>
          </p:cNvPr>
          <p:cNvSpPr>
            <a:spLocks noGrp="1"/>
          </p:cNvSpPr>
          <p:nvPr/>
        </p:nvSpPr>
        <p:spPr>
          <a:xfrm>
            <a:off x="5758393" y="2311399"/>
            <a:ext cx="114300" cy="114300"/>
          </a:xfrm>
          <a:prstGeom prst="line">
            <a:avLst/>
          </a:prstGeom>
          <a:noFill/>
          <a:ln w="17145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67" name="execution guide 0">
            <a:extLst>
              <a:ext uri="{FF2B5EF4-FFF2-40B4-BE49-F238E27FC236}">
                <a16:creationId xmlns:a16="http://schemas.microsoft.com/office/drawing/2014/main" id="{9344F628-350C-1CCF-CCCD-2E00C669B660}"/>
              </a:ext>
            </a:extLst>
          </p:cNvPr>
          <p:cNvSpPr>
            <a:spLocks noGrp="1"/>
          </p:cNvSpPr>
          <p:nvPr/>
        </p:nvSpPr>
        <p:spPr>
          <a:xfrm flipH="1">
            <a:off x="6083114" y="2415380"/>
            <a:ext cx="1" cy="373857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5" name="Freeform 1">
            <a:extLst>
              <a:ext uri="{FF2B5EF4-FFF2-40B4-BE49-F238E27FC236}">
                <a16:creationId xmlns:a16="http://schemas.microsoft.com/office/drawing/2014/main" id="{BE2FA8CD-9A6A-A8A8-0615-9EC304D9C6DD}"/>
              </a:ext>
            </a:extLst>
          </p:cNvPr>
          <p:cNvSpPr/>
          <p:nvPr/>
        </p:nvSpPr>
        <p:spPr>
          <a:xfrm>
            <a:off x="6063622" y="2417762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68" name="Freeform 1">
            <a:extLst>
              <a:ext uri="{FF2B5EF4-FFF2-40B4-BE49-F238E27FC236}">
                <a16:creationId xmlns:a16="http://schemas.microsoft.com/office/drawing/2014/main" id="{14965105-6630-C606-A439-436179C852B4}"/>
              </a:ext>
            </a:extLst>
          </p:cNvPr>
          <p:cNvSpPr/>
          <p:nvPr/>
        </p:nvSpPr>
        <p:spPr>
          <a:xfrm>
            <a:off x="10119160" y="1412968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69" name="Freeform 1">
            <a:extLst>
              <a:ext uri="{FF2B5EF4-FFF2-40B4-BE49-F238E27FC236}">
                <a16:creationId xmlns:a16="http://schemas.microsoft.com/office/drawing/2014/main" id="{7E1BB200-306D-7F19-8557-D79AA569C8FA}"/>
              </a:ext>
            </a:extLst>
          </p:cNvPr>
          <p:cNvSpPr/>
          <p:nvPr/>
        </p:nvSpPr>
        <p:spPr>
          <a:xfrm>
            <a:off x="10115914" y="2413001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BA6FAF1B-82DA-02C5-F154-1FE70D1B05E5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49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A8BAF-C021-A42D-642D-280FA816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897A65D2-C99B-2B71-273B-13906130F7E5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0995180A-AF79-C68D-BF10-C17440E2BAD1}"/>
              </a:ext>
            </a:extLst>
          </p:cNvPr>
          <p:cNvSpPr>
            <a:spLocks noGrp="1"/>
          </p:cNvSpPr>
          <p:nvPr/>
        </p:nvSpPr>
        <p:spPr>
          <a:xfrm>
            <a:off x="6490622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E6F1EA6C-5A8F-1F4F-9908-EC713F45ACE8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C07AB72E-78B4-B9A2-9F0E-A1DDACE682C2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A6EC1277-40E5-2F95-D36B-66870BBCE784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0" name="execution guide 0">
            <a:extLst>
              <a:ext uri="{FF2B5EF4-FFF2-40B4-BE49-F238E27FC236}">
                <a16:creationId xmlns:a16="http://schemas.microsoft.com/office/drawing/2014/main" id="{65EEE474-A5C3-6A0A-096C-18FB015D8193}"/>
              </a:ext>
            </a:extLst>
          </p:cNvPr>
          <p:cNvSpPr>
            <a:spLocks noGrp="1"/>
          </p:cNvSpPr>
          <p:nvPr/>
        </p:nvSpPr>
        <p:spPr>
          <a:xfrm>
            <a:off x="8112836" y="1022007"/>
            <a:ext cx="0" cy="1854000"/>
          </a:xfrm>
          <a:prstGeom prst="line">
            <a:avLst/>
          </a:prstGeom>
          <a:noFill/>
          <a:ln w="3810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2" name="execution guide 0">
            <a:extLst>
              <a:ext uri="{FF2B5EF4-FFF2-40B4-BE49-F238E27FC236}">
                <a16:creationId xmlns:a16="http://schemas.microsoft.com/office/drawing/2014/main" id="{EB94221B-4677-1C97-236F-FC2B76B96BC5}"/>
              </a:ext>
            </a:extLst>
          </p:cNvPr>
          <p:cNvSpPr>
            <a:spLocks noGrp="1"/>
          </p:cNvSpPr>
          <p:nvPr/>
        </p:nvSpPr>
        <p:spPr>
          <a:xfrm>
            <a:off x="6760990" y="1022007"/>
            <a:ext cx="0" cy="1854000"/>
          </a:xfrm>
          <a:prstGeom prst="line">
            <a:avLst/>
          </a:prstGeom>
          <a:noFill/>
          <a:ln w="3810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A0BBC921-6092-E363-D90A-62A7BA2808F7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9" name="execution guide 0">
            <a:extLst>
              <a:ext uri="{FF2B5EF4-FFF2-40B4-BE49-F238E27FC236}">
                <a16:creationId xmlns:a16="http://schemas.microsoft.com/office/drawing/2014/main" id="{36DF0079-1D21-2E64-C292-BB0070ACD229}"/>
              </a:ext>
            </a:extLst>
          </p:cNvPr>
          <p:cNvSpPr>
            <a:spLocks noGrp="1"/>
          </p:cNvSpPr>
          <p:nvPr/>
        </p:nvSpPr>
        <p:spPr>
          <a:xfrm>
            <a:off x="7031360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53962162-2135-F9FE-A62F-0F6EA16BBB83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F0396D4E-4C69-0BDB-DC80-0C28B8535F47}"/>
              </a:ext>
            </a:extLst>
          </p:cNvPr>
          <p:cNvSpPr>
            <a:spLocks noGrp="1"/>
          </p:cNvSpPr>
          <p:nvPr/>
        </p:nvSpPr>
        <p:spPr>
          <a:xfrm>
            <a:off x="7301730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4" name="execution guide 0">
            <a:extLst>
              <a:ext uri="{FF2B5EF4-FFF2-40B4-BE49-F238E27FC236}">
                <a16:creationId xmlns:a16="http://schemas.microsoft.com/office/drawing/2014/main" id="{A09A2338-2222-9165-6AC3-2D68C88A962B}"/>
              </a:ext>
            </a:extLst>
          </p:cNvPr>
          <p:cNvSpPr>
            <a:spLocks noGrp="1"/>
          </p:cNvSpPr>
          <p:nvPr/>
        </p:nvSpPr>
        <p:spPr>
          <a:xfrm>
            <a:off x="7572098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FFD5670D-FBD0-BAB0-0CD2-7FD8F9C3D932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6" name="execution guide 0">
            <a:extLst>
              <a:ext uri="{FF2B5EF4-FFF2-40B4-BE49-F238E27FC236}">
                <a16:creationId xmlns:a16="http://schemas.microsoft.com/office/drawing/2014/main" id="{13CC1F2A-5F65-0FEB-96BE-4B21F0B87F3A}"/>
              </a:ext>
            </a:extLst>
          </p:cNvPr>
          <p:cNvSpPr>
            <a:spLocks noGrp="1"/>
          </p:cNvSpPr>
          <p:nvPr/>
        </p:nvSpPr>
        <p:spPr>
          <a:xfrm>
            <a:off x="7842468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0734EEDF-4B00-F1C5-3675-48EF7FB53E5D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2FE7EC5A-C579-1E26-F8D7-03806439B924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CAE979F3-93E7-6587-7982-0AAEDF4EDCA2}"/>
              </a:ext>
            </a:extLst>
          </p:cNvPr>
          <p:cNvSpPr>
            <a:spLocks noGrp="1"/>
          </p:cNvSpPr>
          <p:nvPr/>
        </p:nvSpPr>
        <p:spPr>
          <a:xfrm>
            <a:off x="8383206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F5FA6B93-67C1-DC43-E279-F7981CCF95DC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1" name="execution guide 0">
            <a:extLst>
              <a:ext uri="{FF2B5EF4-FFF2-40B4-BE49-F238E27FC236}">
                <a16:creationId xmlns:a16="http://schemas.microsoft.com/office/drawing/2014/main" id="{A6E89538-5B41-3622-8BBA-E44FF19CE905}"/>
              </a:ext>
            </a:extLst>
          </p:cNvPr>
          <p:cNvSpPr>
            <a:spLocks noGrp="1"/>
          </p:cNvSpPr>
          <p:nvPr/>
        </p:nvSpPr>
        <p:spPr>
          <a:xfrm>
            <a:off x="8653576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7" name="execution guide 0">
            <a:extLst>
              <a:ext uri="{FF2B5EF4-FFF2-40B4-BE49-F238E27FC236}">
                <a16:creationId xmlns:a16="http://schemas.microsoft.com/office/drawing/2014/main" id="{085A4387-07B0-FFEE-BF13-6B8608995D89}"/>
              </a:ext>
            </a:extLst>
          </p:cNvPr>
          <p:cNvSpPr>
            <a:spLocks noGrp="1"/>
          </p:cNvSpPr>
          <p:nvPr/>
        </p:nvSpPr>
        <p:spPr>
          <a:xfrm>
            <a:off x="8923944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DCA0A163-4D2A-5DE2-CC4D-573BAFE4B9A7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9" name="execution guide 0">
            <a:extLst>
              <a:ext uri="{FF2B5EF4-FFF2-40B4-BE49-F238E27FC236}">
                <a16:creationId xmlns:a16="http://schemas.microsoft.com/office/drawing/2014/main" id="{BBD2FBFA-710E-E7D3-1F8E-7056BDE4868F}"/>
              </a:ext>
            </a:extLst>
          </p:cNvPr>
          <p:cNvSpPr>
            <a:spLocks noGrp="1"/>
          </p:cNvSpPr>
          <p:nvPr/>
        </p:nvSpPr>
        <p:spPr>
          <a:xfrm>
            <a:off x="9194314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B94E1352-E633-FEE6-8294-5C7794DA3207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5" name="execution guide 0">
            <a:extLst>
              <a:ext uri="{FF2B5EF4-FFF2-40B4-BE49-F238E27FC236}">
                <a16:creationId xmlns:a16="http://schemas.microsoft.com/office/drawing/2014/main" id="{4D5967A0-9263-0272-C7E9-9A38902A82D1}"/>
              </a:ext>
            </a:extLst>
          </p:cNvPr>
          <p:cNvSpPr>
            <a:spLocks noGrp="1"/>
          </p:cNvSpPr>
          <p:nvPr/>
        </p:nvSpPr>
        <p:spPr>
          <a:xfrm>
            <a:off x="9464682" y="1022007"/>
            <a:ext cx="0" cy="1854000"/>
          </a:xfrm>
          <a:prstGeom prst="line">
            <a:avLst/>
          </a:prstGeom>
          <a:noFill/>
          <a:ln w="3810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477ED34F-53A0-CA73-5A22-DB520064BCE4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19305D1E-C42D-4DA6-C51D-C238A0E1EFE9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2" name="execution guide 0">
            <a:extLst>
              <a:ext uri="{FF2B5EF4-FFF2-40B4-BE49-F238E27FC236}">
                <a16:creationId xmlns:a16="http://schemas.microsoft.com/office/drawing/2014/main" id="{01875B87-B203-C598-1BA1-956236956DAD}"/>
              </a:ext>
            </a:extLst>
          </p:cNvPr>
          <p:cNvSpPr>
            <a:spLocks noGrp="1"/>
          </p:cNvSpPr>
          <p:nvPr/>
        </p:nvSpPr>
        <p:spPr>
          <a:xfrm>
            <a:off x="9735052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22BDD6F7-66CA-ED9E-1DDB-27CCD6FE0562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4" name="execution guide 0">
            <a:extLst>
              <a:ext uri="{FF2B5EF4-FFF2-40B4-BE49-F238E27FC236}">
                <a16:creationId xmlns:a16="http://schemas.microsoft.com/office/drawing/2014/main" id="{8867BC45-0868-E383-7794-9EC250C5633F}"/>
              </a:ext>
            </a:extLst>
          </p:cNvPr>
          <p:cNvSpPr>
            <a:spLocks noGrp="1"/>
          </p:cNvSpPr>
          <p:nvPr/>
        </p:nvSpPr>
        <p:spPr>
          <a:xfrm>
            <a:off x="10005422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4" name="execution guide 0">
            <a:extLst>
              <a:ext uri="{FF2B5EF4-FFF2-40B4-BE49-F238E27FC236}">
                <a16:creationId xmlns:a16="http://schemas.microsoft.com/office/drawing/2014/main" id="{8E1D8A3A-15D2-4570-5251-8D8EC539C7B0}"/>
              </a:ext>
            </a:extLst>
          </p:cNvPr>
          <p:cNvSpPr>
            <a:spLocks noGrp="1"/>
          </p:cNvSpPr>
          <p:nvPr/>
        </p:nvSpPr>
        <p:spPr>
          <a:xfrm>
            <a:off x="6220252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4" name="execution guide 0">
            <a:extLst>
              <a:ext uri="{FF2B5EF4-FFF2-40B4-BE49-F238E27FC236}">
                <a16:creationId xmlns:a16="http://schemas.microsoft.com/office/drawing/2014/main" id="{AADAF9A8-B433-45EC-903D-F3DCE797C46A}"/>
              </a:ext>
            </a:extLst>
          </p:cNvPr>
          <p:cNvSpPr>
            <a:spLocks noGrp="1"/>
          </p:cNvSpPr>
          <p:nvPr/>
        </p:nvSpPr>
        <p:spPr>
          <a:xfrm>
            <a:off x="5409144" y="1022007"/>
            <a:ext cx="0" cy="1854000"/>
          </a:xfrm>
          <a:prstGeom prst="line">
            <a:avLst/>
          </a:prstGeom>
          <a:noFill/>
          <a:ln w="3810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9D4BBB56-4B00-BF5A-2F33-4DB1332A9FF8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4" name="execution guide 0">
            <a:extLst>
              <a:ext uri="{FF2B5EF4-FFF2-40B4-BE49-F238E27FC236}">
                <a16:creationId xmlns:a16="http://schemas.microsoft.com/office/drawing/2014/main" id="{01311EF8-8286-3CFF-B099-8D919FFFB1EA}"/>
              </a:ext>
            </a:extLst>
          </p:cNvPr>
          <p:cNvSpPr>
            <a:spLocks noGrp="1"/>
          </p:cNvSpPr>
          <p:nvPr/>
        </p:nvSpPr>
        <p:spPr>
          <a:xfrm>
            <a:off x="4868406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64C5DDC8-5EC6-39F5-0A4B-A2A2029E9EF2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execution guide 0">
            <a:extLst>
              <a:ext uri="{FF2B5EF4-FFF2-40B4-BE49-F238E27FC236}">
                <a16:creationId xmlns:a16="http://schemas.microsoft.com/office/drawing/2014/main" id="{8865C428-4E27-0923-BEFD-A5682296ACA4}"/>
              </a:ext>
            </a:extLst>
          </p:cNvPr>
          <p:cNvSpPr>
            <a:spLocks noGrp="1"/>
          </p:cNvSpPr>
          <p:nvPr/>
        </p:nvSpPr>
        <p:spPr>
          <a:xfrm>
            <a:off x="5138776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2A7FC719-5661-441C-C04E-B8FCE47BDB6C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1" name="execution guide 0">
            <a:extLst>
              <a:ext uri="{FF2B5EF4-FFF2-40B4-BE49-F238E27FC236}">
                <a16:creationId xmlns:a16="http://schemas.microsoft.com/office/drawing/2014/main" id="{BFFF14B3-56BE-8DB0-C521-B5586D9EDC13}"/>
              </a:ext>
            </a:extLst>
          </p:cNvPr>
          <p:cNvSpPr>
            <a:spLocks noGrp="1"/>
          </p:cNvSpPr>
          <p:nvPr/>
        </p:nvSpPr>
        <p:spPr>
          <a:xfrm>
            <a:off x="5679514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A37C908B-94DE-516D-6D36-2BB5EFD3747F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3" name="execution guide 0">
            <a:extLst>
              <a:ext uri="{FF2B5EF4-FFF2-40B4-BE49-F238E27FC236}">
                <a16:creationId xmlns:a16="http://schemas.microsoft.com/office/drawing/2014/main" id="{F390532E-8BAC-042F-89D6-9F4839A6B36A}"/>
              </a:ext>
            </a:extLst>
          </p:cNvPr>
          <p:cNvSpPr>
            <a:spLocks noGrp="1"/>
          </p:cNvSpPr>
          <p:nvPr/>
        </p:nvSpPr>
        <p:spPr>
          <a:xfrm>
            <a:off x="5949884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7DDF65FC-8C76-FCBF-802E-A31CE45A6E4E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3" name="execution guide 0">
            <a:extLst>
              <a:ext uri="{FF2B5EF4-FFF2-40B4-BE49-F238E27FC236}">
                <a16:creationId xmlns:a16="http://schemas.microsoft.com/office/drawing/2014/main" id="{50B6A67A-4167-0DCC-5A3F-E7EDEBD466B1}"/>
              </a:ext>
            </a:extLst>
          </p:cNvPr>
          <p:cNvSpPr>
            <a:spLocks noGrp="1"/>
          </p:cNvSpPr>
          <p:nvPr/>
        </p:nvSpPr>
        <p:spPr>
          <a:xfrm>
            <a:off x="4057298" y="1022007"/>
            <a:ext cx="0" cy="1854000"/>
          </a:xfrm>
          <a:prstGeom prst="line">
            <a:avLst/>
          </a:prstGeom>
          <a:noFill/>
          <a:ln w="3810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255D72EF-E1DF-66A1-B8BE-949E95BE5D84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9E755B3C-E8A0-3C14-924A-AB0CE8947EF2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" name="execution guide 0">
            <a:extLst>
              <a:ext uri="{FF2B5EF4-FFF2-40B4-BE49-F238E27FC236}">
                <a16:creationId xmlns:a16="http://schemas.microsoft.com/office/drawing/2014/main" id="{EE5D3A56-9E8D-8757-6504-A8A50477B9FD}"/>
              </a:ext>
            </a:extLst>
          </p:cNvPr>
          <p:cNvSpPr>
            <a:spLocks noGrp="1"/>
          </p:cNvSpPr>
          <p:nvPr/>
        </p:nvSpPr>
        <p:spPr>
          <a:xfrm>
            <a:off x="4327668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784F03F5-6177-E66F-5104-867D4D7EA9B1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3" name="execution guide 0">
            <a:extLst>
              <a:ext uri="{FF2B5EF4-FFF2-40B4-BE49-F238E27FC236}">
                <a16:creationId xmlns:a16="http://schemas.microsoft.com/office/drawing/2014/main" id="{261ADFAD-830D-C3DB-6723-9D3BE2D96FE5}"/>
              </a:ext>
            </a:extLst>
          </p:cNvPr>
          <p:cNvSpPr>
            <a:spLocks noGrp="1"/>
          </p:cNvSpPr>
          <p:nvPr/>
        </p:nvSpPr>
        <p:spPr>
          <a:xfrm>
            <a:off x="4598038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F64C9FF0-522E-D0C4-35C9-7AE335ACD6E0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" name="execution guide 0">
            <a:extLst>
              <a:ext uri="{FF2B5EF4-FFF2-40B4-BE49-F238E27FC236}">
                <a16:creationId xmlns:a16="http://schemas.microsoft.com/office/drawing/2014/main" id="{8E5B2F55-9A67-D16D-F429-A474534851A1}"/>
              </a:ext>
            </a:extLst>
          </p:cNvPr>
          <p:cNvSpPr>
            <a:spLocks noGrp="1"/>
          </p:cNvSpPr>
          <p:nvPr/>
        </p:nvSpPr>
        <p:spPr>
          <a:xfrm>
            <a:off x="3516560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188AFAC1-D282-A443-F05A-31546B9ED004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" name="execution guide 0">
            <a:extLst>
              <a:ext uri="{FF2B5EF4-FFF2-40B4-BE49-F238E27FC236}">
                <a16:creationId xmlns:a16="http://schemas.microsoft.com/office/drawing/2014/main" id="{C5D8E161-4C86-E6B3-796F-E7300C8A27C9}"/>
              </a:ext>
            </a:extLst>
          </p:cNvPr>
          <p:cNvSpPr>
            <a:spLocks noGrp="1"/>
          </p:cNvSpPr>
          <p:nvPr/>
        </p:nvSpPr>
        <p:spPr>
          <a:xfrm>
            <a:off x="3786930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32379A6E-63F6-5032-78CE-FC635DEE7EDD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4FF9EAA6-2FDC-AD13-9EAC-9FCC73F0626D}"/>
              </a:ext>
            </a:extLst>
          </p:cNvPr>
          <p:cNvSpPr/>
          <p:nvPr/>
        </p:nvSpPr>
        <p:spPr>
          <a:xfrm flipH="1">
            <a:off x="3384978" y="2417762"/>
            <a:ext cx="2423738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1" name="task model">
            <a:extLst>
              <a:ext uri="{FF2B5EF4-FFF2-40B4-BE49-F238E27FC236}">
                <a16:creationId xmlns:a16="http://schemas.microsoft.com/office/drawing/2014/main" id="{A7C79539-A9A4-FFDF-8548-599EA1BE7122}"/>
              </a:ext>
            </a:extLst>
          </p:cNvPr>
          <p:cNvSpPr>
            <a:spLocks noGrp="1"/>
          </p:cNvSpPr>
          <p:nvPr/>
        </p:nvSpPr>
        <p:spPr>
          <a:xfrm>
            <a:off x="923925" y="627062"/>
            <a:ext cx="2919938" cy="4397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τᵢ = (Cᵢ, Dᵢ</a:t>
            </a:r>
            <a:r>
              <a:rPr lang="ru-RU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</a:t>
            </a: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ᵢ)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Dᵢ = Pᵢ</a:t>
            </a:r>
            <a:endParaRPr sz="2200" i="1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47761338-F4DC-2137-DF8D-7E913E863B90}"/>
              </a:ext>
            </a:extLst>
          </p:cNvPr>
          <p:cNvSpPr>
            <a:spLocks noGrp="1"/>
          </p:cNvSpPr>
          <p:nvPr/>
        </p:nvSpPr>
        <p:spPr>
          <a:xfrm>
            <a:off x="10368915" y="27051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94B0C8F9-5F0A-8F8E-A613-2EED06F672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</a:t>
                </a:r>
                <a:r>
                  <a:rPr lang="ru-RU" sz="220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18</a:t>
                </a:r>
                <a:r>
                  <a:rPr lang="en-US" sz="220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,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50, 50)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94B0C8F9-5F0A-8F8E-A613-2EED06F67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blipFill>
                <a:blip r:embed="rId2"/>
                <a:stretch>
                  <a:fillRect t="-32075" b="-5094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70EE987D-CDA0-3909-7CBC-8B71A9AA579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 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(10, 20, 20)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70EE987D-CDA0-3909-7CBC-8B71A9AA5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blipFill>
                <a:blip r:embed="rId3"/>
                <a:stretch>
                  <a:fillRect t="-30189" b="-5283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A910B627-5571-5726-B3CC-E69FA025A54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7870" y="2082801"/>
                <a:ext cx="171107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7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sz="1700" dirty="0">
                    <a:solidFill>
                      <a:srgbClr val="B5222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skipped</a:t>
                </a:r>
                <a:endParaRPr sz="1700" dirty="0">
                  <a:solidFill>
                    <a:srgbClr val="B5222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A910B627-5571-5726-B3CC-E69FA025A5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870" y="2082801"/>
                <a:ext cx="1711070" cy="295275"/>
              </a:xfrm>
              <a:prstGeom prst="rect">
                <a:avLst/>
              </a:prstGeom>
              <a:blipFill>
                <a:blip r:embed="rId4"/>
                <a:stretch>
                  <a:fillRect t="-18750" b="-3541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job 1">
            <a:extLst>
              <a:ext uri="{FF2B5EF4-FFF2-40B4-BE49-F238E27FC236}">
                <a16:creationId xmlns:a16="http://schemas.microsoft.com/office/drawing/2014/main" id="{DBD39F10-9304-DAE5-B77E-958BDEBA4263}"/>
              </a:ext>
            </a:extLst>
          </p:cNvPr>
          <p:cNvSpPr>
            <a:spLocks noGrp="1"/>
          </p:cNvSpPr>
          <p:nvPr/>
        </p:nvSpPr>
        <p:spPr>
          <a:xfrm>
            <a:off x="3381375" y="1422401"/>
            <a:ext cx="2437564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C16F5706-5BF2-E363-3516-1D799C63031A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1B3ED121-EF09-6569-7EFA-DB58D300B44D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286B0BD7-347C-F2CC-5911-98FF0FB8A36F}"/>
              </a:ext>
            </a:extLst>
          </p:cNvPr>
          <p:cNvSpPr/>
          <p:nvPr/>
        </p:nvSpPr>
        <p:spPr>
          <a:xfrm flipH="1">
            <a:off x="6087264" y="2413001"/>
            <a:ext cx="1081477" cy="377849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35506124-7391-5404-1DBC-AE73365DCD46}"/>
              </a:ext>
            </a:extLst>
          </p:cNvPr>
          <p:cNvCxnSpPr>
            <a:cxnSpLocks/>
          </p:cNvCxnSpPr>
          <p:nvPr/>
        </p:nvCxnSpPr>
        <p:spPr>
          <a:xfrm>
            <a:off x="3381375" y="2794000"/>
            <a:ext cx="690436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2AFA3A0-3C37-0AB4-A007-B8FB752D96CC}"/>
                  </a:ext>
                </a:extLst>
              </p:cNvPr>
              <p:cNvSpPr txBox="1"/>
              <p:nvPr/>
            </p:nvSpPr>
            <p:spPr>
              <a:xfrm>
                <a:off x="6286015" y="2489201"/>
                <a:ext cx="404715" cy="256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2AFA3A0-3C37-0AB4-A007-B8FB752D9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015" y="2489201"/>
                <a:ext cx="404715" cy="256993"/>
              </a:xfrm>
              <a:prstGeom prst="rect">
                <a:avLst/>
              </a:prstGeom>
              <a:blipFill>
                <a:blip r:embed="rId5"/>
                <a:stretch>
                  <a:fillRect l="-746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7062508-DF10-39C2-768A-BB1B68C3BEA1}"/>
                  </a:ext>
                </a:extLst>
              </p:cNvPr>
              <p:cNvSpPr txBox="1"/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7062508-DF10-39C2-768A-BB1B68C3B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blipFill>
                <a:blip r:embed="rId6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04004E3-1C4A-BB2D-B3BB-0FDDEA326D3E}"/>
                  </a:ext>
                </a:extLst>
              </p:cNvPr>
              <p:cNvSpPr txBox="1"/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04004E3-1C4A-BB2D-B3BB-0FDDEA326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blipFill>
                <a:blip r:embed="rId7"/>
                <a:stretch>
                  <a:fillRect l="-21429" r="-4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skip cross b">
            <a:extLst>
              <a:ext uri="{FF2B5EF4-FFF2-40B4-BE49-F238E27FC236}">
                <a16:creationId xmlns:a16="http://schemas.microsoft.com/office/drawing/2014/main" id="{FB0B70E2-9A1A-FC91-09CE-E1C30D233692}"/>
              </a:ext>
            </a:extLst>
          </p:cNvPr>
          <p:cNvSpPr>
            <a:spLocks noGrp="1"/>
          </p:cNvSpPr>
          <p:nvPr/>
        </p:nvSpPr>
        <p:spPr>
          <a:xfrm flipV="1">
            <a:off x="5758393" y="2311399"/>
            <a:ext cx="114300" cy="114300"/>
          </a:xfrm>
          <a:prstGeom prst="line">
            <a:avLst/>
          </a:prstGeom>
          <a:noFill/>
          <a:ln w="17145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6B115ADF-9CD8-79EE-E03C-EA50B6B60646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CE6D7690-BFFE-75B9-81F7-66FC3F8999BF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15D74C0E-AB9B-AF23-2244-554ADD22937D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4A7217CD-7352-3B9D-DE6C-B81EFC5E3D9A}"/>
              </a:ext>
            </a:extLst>
          </p:cNvPr>
          <p:cNvSpPr>
            <a:spLocks noGrp="1"/>
          </p:cNvSpPr>
          <p:nvPr/>
        </p:nvSpPr>
        <p:spPr>
          <a:xfrm>
            <a:off x="927100" y="1524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D36D8538-DC05-1456-577D-FD2B72BA953D}"/>
              </a:ext>
            </a:extLst>
          </p:cNvPr>
          <p:cNvCxnSpPr>
            <a:cxnSpLocks/>
          </p:cNvCxnSpPr>
          <p:nvPr/>
        </p:nvCxnSpPr>
        <p:spPr>
          <a:xfrm>
            <a:off x="5814914" y="141922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02A6219D-7D99-D0BD-8867-7C443F3F8B94}"/>
              </a:ext>
            </a:extLst>
          </p:cNvPr>
          <p:cNvCxnSpPr>
            <a:cxnSpLocks/>
          </p:cNvCxnSpPr>
          <p:nvPr/>
        </p:nvCxnSpPr>
        <p:spPr>
          <a:xfrm>
            <a:off x="716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F26B777B-8057-6BFC-9A84-6E959061E68A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AEEBEC-CF3B-4789-5427-7465C87FA483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AEEBEC-CF3B-4789-5427-7465C87FA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82957A-48C1-12E8-9522-1CFDA81F2615}"/>
                  </a:ext>
                </a:extLst>
              </p:cNvPr>
              <p:cNvSpPr txBox="1"/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B82957A-48C1-12E8-9522-1CFDA81F2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C80501-2AE2-11EA-F91A-0737BE006336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C80501-2AE2-11EA-F91A-0737BE006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29E8997-939A-E502-A5B1-AEEB0950CEE4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29E8997-939A-E502-A5B1-AEEB0950C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11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115DD0-D1B8-97C8-834E-9F7C0C92B109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115DD0-D1B8-97C8-834E-9F7C0C92B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2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213FF57-F9CA-FCB5-16F3-AC24720163FD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213FF57-F9CA-FCB5-16F3-AC2472016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3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job 1">
            <a:extLst>
              <a:ext uri="{FF2B5EF4-FFF2-40B4-BE49-F238E27FC236}">
                <a16:creationId xmlns:a16="http://schemas.microsoft.com/office/drawing/2014/main" id="{BCB404B2-4F50-5733-1D9C-B9F996C80EED}"/>
              </a:ext>
            </a:extLst>
          </p:cNvPr>
          <p:cNvSpPr>
            <a:spLocks noGrp="1"/>
          </p:cNvSpPr>
          <p:nvPr/>
        </p:nvSpPr>
        <p:spPr>
          <a:xfrm>
            <a:off x="5816611" y="2413001"/>
            <a:ext cx="273097" cy="377849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B7D2C331-86DA-61FD-1FC4-71210CBF0936}"/>
              </a:ext>
            </a:extLst>
          </p:cNvPr>
          <p:cNvSpPr>
            <a:spLocks noGrp="1"/>
          </p:cNvSpPr>
          <p:nvPr/>
        </p:nvSpPr>
        <p:spPr>
          <a:xfrm flipH="1">
            <a:off x="5809456" y="2325688"/>
            <a:ext cx="6349" cy="468313"/>
          </a:xfrm>
          <a:prstGeom prst="line">
            <a:avLst/>
          </a:prstGeom>
          <a:noFill/>
          <a:ln w="14288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FDCB16F5-451B-FC65-4DB2-0F8E38347A66}"/>
              </a:ext>
            </a:extLst>
          </p:cNvPr>
          <p:cNvSpPr>
            <a:spLocks noGrp="1"/>
          </p:cNvSpPr>
          <p:nvPr/>
        </p:nvSpPr>
        <p:spPr>
          <a:xfrm>
            <a:off x="5758393" y="2311399"/>
            <a:ext cx="114300" cy="114300"/>
          </a:xfrm>
          <a:prstGeom prst="line">
            <a:avLst/>
          </a:prstGeom>
          <a:noFill/>
          <a:ln w="17145">
            <a:solidFill>
              <a:srgbClr val="B5222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67" name="execution guide 0">
            <a:extLst>
              <a:ext uri="{FF2B5EF4-FFF2-40B4-BE49-F238E27FC236}">
                <a16:creationId xmlns:a16="http://schemas.microsoft.com/office/drawing/2014/main" id="{3846717E-12D1-C870-7A01-C760D00ACFBB}"/>
              </a:ext>
            </a:extLst>
          </p:cNvPr>
          <p:cNvSpPr>
            <a:spLocks noGrp="1"/>
          </p:cNvSpPr>
          <p:nvPr/>
        </p:nvSpPr>
        <p:spPr>
          <a:xfrm flipH="1">
            <a:off x="6083114" y="2415380"/>
            <a:ext cx="1" cy="373857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5" name="Freeform 1">
            <a:extLst>
              <a:ext uri="{FF2B5EF4-FFF2-40B4-BE49-F238E27FC236}">
                <a16:creationId xmlns:a16="http://schemas.microsoft.com/office/drawing/2014/main" id="{FE27F281-8D56-7CDB-901F-9FCF6B9C5A56}"/>
              </a:ext>
            </a:extLst>
          </p:cNvPr>
          <p:cNvSpPr/>
          <p:nvPr/>
        </p:nvSpPr>
        <p:spPr>
          <a:xfrm>
            <a:off x="6063622" y="2417762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68" name="Freeform 1">
            <a:extLst>
              <a:ext uri="{FF2B5EF4-FFF2-40B4-BE49-F238E27FC236}">
                <a16:creationId xmlns:a16="http://schemas.microsoft.com/office/drawing/2014/main" id="{FFF0E596-20A6-11F2-710E-EA783BBE79C9}"/>
              </a:ext>
            </a:extLst>
          </p:cNvPr>
          <p:cNvSpPr/>
          <p:nvPr/>
        </p:nvSpPr>
        <p:spPr>
          <a:xfrm>
            <a:off x="10119160" y="1412968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69" name="Freeform 1">
            <a:extLst>
              <a:ext uri="{FF2B5EF4-FFF2-40B4-BE49-F238E27FC236}">
                <a16:creationId xmlns:a16="http://schemas.microsoft.com/office/drawing/2014/main" id="{E2106D3B-07DA-04D7-C82A-92322856E1D3}"/>
              </a:ext>
            </a:extLst>
          </p:cNvPr>
          <p:cNvSpPr/>
          <p:nvPr/>
        </p:nvSpPr>
        <p:spPr>
          <a:xfrm>
            <a:off x="10115914" y="2413001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</p:spTree>
    <p:extLst>
      <p:ext uri="{BB962C8B-B14F-4D97-AF65-F5344CB8AC3E}">
        <p14:creationId xmlns:p14="http://schemas.microsoft.com/office/powerpoint/2010/main" val="163942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85BB-0F2B-091D-6D29-24998D54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94B59CB4-6F96-E69C-070B-77ED213E1D1A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EB4000AF-88E1-6A23-8FBB-C2F97F333187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AE33C1F0-41A8-EB84-B463-B1713A02E97E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B94D7812-C547-0CB3-EDA5-54F0095982AE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87F29213-DBB1-DCC6-BC56-37A44011EBE5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37825578-41D8-9DB8-0113-014876D79FEF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37E27562-98A5-3E43-BFC1-AEDCE5F14287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B30FAB84-93AA-670B-86BC-7274C1C07551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4935224B-B6FE-E200-968B-34A473BBA1D3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D9CE4F18-4780-E184-CE8E-7E0FF058A5C7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FD8A2104-02FB-83D8-1DB8-20B5479EB8D2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A917FE82-EC9C-6BD3-E7A1-1CD947BB3191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89352EC3-ED17-8FAE-04B3-64E5C69C1BAA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31535642-EB9B-4543-112F-6C73246A7C0B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E28ABF76-5DA2-DA8C-FBB5-F04AFB6CF63D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5982C7AC-8DAC-2AC0-87B4-74FA722160B0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B0ED0397-2222-2576-3FF5-AB376BE89801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38F6B184-7BBA-A311-7173-E31F14025F4A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CB445F4A-FA4A-EEED-4D3F-D877DDA836B1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E9B26744-0FEC-BA84-A85B-D56BB06ABAD4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04CB5F2C-0C8D-B8C6-93B8-E174AE8F60D1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C9739905-79B7-CDCD-7170-C2E39D406E10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47AB7E29-48E9-D380-8979-6C38341DD498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98BA84FC-CF64-289D-C44D-77F0651CC065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4DF4714B-F678-535F-8704-18F01BFD05E7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83A9FA1E-67F8-BFD7-6136-40F4A24D4CE8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A9CE622A-0AF5-0130-A0FA-13D4893F0AD1}"/>
              </a:ext>
            </a:extLst>
          </p:cNvPr>
          <p:cNvSpPr/>
          <p:nvPr/>
        </p:nvSpPr>
        <p:spPr>
          <a:xfrm flipH="1">
            <a:off x="3384978" y="2417762"/>
            <a:ext cx="2423738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1" name="task model">
            <a:extLst>
              <a:ext uri="{FF2B5EF4-FFF2-40B4-BE49-F238E27FC236}">
                <a16:creationId xmlns:a16="http://schemas.microsoft.com/office/drawing/2014/main" id="{A2DAE3A1-7408-D4EA-3A0F-A40B9AB876EB}"/>
              </a:ext>
            </a:extLst>
          </p:cNvPr>
          <p:cNvSpPr>
            <a:spLocks noGrp="1"/>
          </p:cNvSpPr>
          <p:nvPr/>
        </p:nvSpPr>
        <p:spPr>
          <a:xfrm>
            <a:off x="923925" y="627062"/>
            <a:ext cx="2919938" cy="4397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τᵢ = (Cᵢ, Dᵢ</a:t>
            </a:r>
            <a:r>
              <a:rPr lang="ru-RU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</a:t>
            </a:r>
            <a:r>
              <a:rPr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ᵢ)</a:t>
            </a:r>
            <a:r>
              <a:rPr lang="en-US" sz="22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Dᵢ = Pᵢ</a:t>
            </a:r>
            <a:endParaRPr sz="2200" i="1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F8E8AD6F-B41B-47A3-1E04-52D3D5D5D312}"/>
              </a:ext>
            </a:extLst>
          </p:cNvPr>
          <p:cNvSpPr>
            <a:spLocks noGrp="1"/>
          </p:cNvSpPr>
          <p:nvPr/>
        </p:nvSpPr>
        <p:spPr>
          <a:xfrm>
            <a:off x="10368915" y="27051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4FE871F4-1B03-2C23-4B10-B87A9F1E0CF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</a:t>
                </a:r>
                <a:r>
                  <a:rPr lang="ru-RU" sz="220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18</a:t>
                </a:r>
                <a:r>
                  <a:rPr lang="en-US" sz="220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,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50, 50)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4FE871F4-1B03-2C23-4B10-B87A9F1E0C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blipFill>
                <a:blip r:embed="rId2"/>
                <a:stretch>
                  <a:fillRect t="-32075" b="-5094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3874851B-87A3-3073-94E5-9B10C786B02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 = </a:t>
                </a:r>
                <a:r>
                  <a:rPr lang="en-US" sz="22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(10, 20, 20)</a:t>
                </a:r>
                <a:endParaRPr sz="22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3874851B-87A3-3073-94E5-9B10C786B0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blipFill>
                <a:blip r:embed="rId3"/>
                <a:stretch>
                  <a:fillRect t="-30189" b="-5283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DA9BB966-44CB-D0D5-3123-D0D75F2A70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7870" y="2082801"/>
                <a:ext cx="171107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7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sz="17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skipped</a:t>
                </a:r>
              </a:p>
            </p:txBody>
          </p:sp>
        </mc:Choice>
        <mc:Fallback xmlns="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DA9BB966-44CB-D0D5-3123-D0D75F2A7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870" y="2082801"/>
                <a:ext cx="1711070" cy="295275"/>
              </a:xfrm>
              <a:prstGeom prst="rect">
                <a:avLst/>
              </a:prstGeom>
              <a:blipFill>
                <a:blip r:embed="rId4"/>
                <a:stretch>
                  <a:fillRect t="-18750" b="-3541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job 1">
            <a:extLst>
              <a:ext uri="{FF2B5EF4-FFF2-40B4-BE49-F238E27FC236}">
                <a16:creationId xmlns:a16="http://schemas.microsoft.com/office/drawing/2014/main" id="{B57A440D-BB87-143B-3115-A9CEA5D7F33C}"/>
              </a:ext>
            </a:extLst>
          </p:cNvPr>
          <p:cNvSpPr>
            <a:spLocks noGrp="1"/>
          </p:cNvSpPr>
          <p:nvPr/>
        </p:nvSpPr>
        <p:spPr>
          <a:xfrm>
            <a:off x="3381375" y="1422401"/>
            <a:ext cx="2437564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A9BE929D-C5CA-BEC4-B2AA-B34207FFDA02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DA7F4CA0-95B1-4A0C-A905-BCDB74A9B18C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DD981BC3-001E-112F-E50E-1C23D75D9D28}"/>
              </a:ext>
            </a:extLst>
          </p:cNvPr>
          <p:cNvSpPr/>
          <p:nvPr/>
        </p:nvSpPr>
        <p:spPr>
          <a:xfrm flipH="1">
            <a:off x="6087264" y="2413001"/>
            <a:ext cx="1081477" cy="377849"/>
          </a:xfrm>
          <a:prstGeom prst="rect">
            <a:avLst/>
          </a:prstGeom>
          <a:solidFill>
            <a:srgbClr val="C00000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C00000"/>
              </a:solidFill>
            </a:endParaRPr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96DC9806-80EB-257F-D02A-F0C12A7F04F0}"/>
              </a:ext>
            </a:extLst>
          </p:cNvPr>
          <p:cNvCxnSpPr>
            <a:cxnSpLocks/>
          </p:cNvCxnSpPr>
          <p:nvPr/>
        </p:nvCxnSpPr>
        <p:spPr>
          <a:xfrm>
            <a:off x="3381375" y="2794000"/>
            <a:ext cx="690436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707798C-FD92-EF4A-8B36-EDB4D460D650}"/>
                  </a:ext>
                </a:extLst>
              </p:cNvPr>
              <p:cNvSpPr txBox="1"/>
              <p:nvPr/>
            </p:nvSpPr>
            <p:spPr>
              <a:xfrm>
                <a:off x="6286015" y="2489201"/>
                <a:ext cx="404715" cy="256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707798C-FD92-EF4A-8B36-EDB4D460D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015" y="2489201"/>
                <a:ext cx="404715" cy="256993"/>
              </a:xfrm>
              <a:prstGeom prst="rect">
                <a:avLst/>
              </a:prstGeom>
              <a:blipFill>
                <a:blip r:embed="rId5"/>
                <a:stretch>
                  <a:fillRect l="-746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73DC8DD-0BE4-FD7F-ACA9-E11F0B9CC092}"/>
                  </a:ext>
                </a:extLst>
              </p:cNvPr>
              <p:cNvSpPr txBox="1"/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73DC8DD-0BE4-FD7F-ACA9-E11F0B9CC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blipFill>
                <a:blip r:embed="rId6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82BA786-FE68-FD95-13F2-3A4449A17809}"/>
                  </a:ext>
                </a:extLst>
              </p:cNvPr>
              <p:cNvSpPr txBox="1"/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82BA786-FE68-FD95-13F2-3A4449A17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blipFill>
                <a:blip r:embed="rId7"/>
                <a:stretch>
                  <a:fillRect l="-21429" r="-4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skip cross b">
            <a:extLst>
              <a:ext uri="{FF2B5EF4-FFF2-40B4-BE49-F238E27FC236}">
                <a16:creationId xmlns:a16="http://schemas.microsoft.com/office/drawing/2014/main" id="{B1567F45-3A91-B00E-A387-5AB1B7390EB4}"/>
              </a:ext>
            </a:extLst>
          </p:cNvPr>
          <p:cNvSpPr>
            <a:spLocks noGrp="1"/>
          </p:cNvSpPr>
          <p:nvPr/>
        </p:nvSpPr>
        <p:spPr>
          <a:xfrm flipV="1">
            <a:off x="5758393" y="2311399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7834ED9E-D298-E99A-8066-4036FD7DF1E6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BF75FB75-FE07-CD13-AC69-BB9E36D7BAAD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C9ADD97D-E89A-DAD8-A5BA-7204F9E7B9F3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ED78236A-4CF2-CA84-8B4A-ECD463E31C4F}"/>
              </a:ext>
            </a:extLst>
          </p:cNvPr>
          <p:cNvSpPr>
            <a:spLocks noGrp="1"/>
          </p:cNvSpPr>
          <p:nvPr/>
        </p:nvSpPr>
        <p:spPr>
          <a:xfrm>
            <a:off x="927100" y="1524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81CD0037-990C-60C4-F45E-6BC44C9D30F1}"/>
              </a:ext>
            </a:extLst>
          </p:cNvPr>
          <p:cNvCxnSpPr>
            <a:cxnSpLocks/>
          </p:cNvCxnSpPr>
          <p:nvPr/>
        </p:nvCxnSpPr>
        <p:spPr>
          <a:xfrm>
            <a:off x="5814914" y="141922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2F216F77-DE9A-D9AD-2733-1A3B3810F69C}"/>
              </a:ext>
            </a:extLst>
          </p:cNvPr>
          <p:cNvCxnSpPr>
            <a:cxnSpLocks/>
          </p:cNvCxnSpPr>
          <p:nvPr/>
        </p:nvCxnSpPr>
        <p:spPr>
          <a:xfrm>
            <a:off x="716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37604C26-436C-CEEE-E209-8DB193D62F62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D80ADBA-6842-07DC-62C9-A06C226CFC6F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D80ADBA-6842-07DC-62C9-A06C226CF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1A2E044-EC05-FAAD-784C-9DB6481FD3D3}"/>
                  </a:ext>
                </a:extLst>
              </p:cNvPr>
              <p:cNvSpPr txBox="1"/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1A2E044-EC05-FAAD-784C-9DB6481FD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093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354B272-CDA6-B30C-55BC-8BF3CC6F22C5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354B272-CDA6-B30C-55BC-8BF3CC6F2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A471405-C9A9-5F02-0B6D-69057F3926FD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A471405-C9A9-5F02-0B6D-69057F392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11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E398D3D-1C67-9C32-C620-4ED16203ED76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E398D3D-1C67-9C32-C620-4ED16203E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2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C389CD2-9B92-65AC-BE67-3A645A7F6101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C389CD2-9B92-65AC-BE67-3A645A7F6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3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job 1">
            <a:extLst>
              <a:ext uri="{FF2B5EF4-FFF2-40B4-BE49-F238E27FC236}">
                <a16:creationId xmlns:a16="http://schemas.microsoft.com/office/drawing/2014/main" id="{3D5D00BE-D847-C87C-3F39-B1DC267D004D}"/>
              </a:ext>
            </a:extLst>
          </p:cNvPr>
          <p:cNvSpPr>
            <a:spLocks noGrp="1"/>
          </p:cNvSpPr>
          <p:nvPr/>
        </p:nvSpPr>
        <p:spPr>
          <a:xfrm>
            <a:off x="5816611" y="2413001"/>
            <a:ext cx="273097" cy="377849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2772AF57-8C1C-4C68-7D87-3133EA33C4E4}"/>
              </a:ext>
            </a:extLst>
          </p:cNvPr>
          <p:cNvSpPr>
            <a:spLocks noGrp="1"/>
          </p:cNvSpPr>
          <p:nvPr/>
        </p:nvSpPr>
        <p:spPr>
          <a:xfrm flipH="1">
            <a:off x="5809456" y="2325688"/>
            <a:ext cx="6349" cy="468313"/>
          </a:xfrm>
          <a:prstGeom prst="line">
            <a:avLst/>
          </a:prstGeom>
          <a:noFill/>
          <a:ln w="14288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E54A1F3B-9A86-37CC-378B-F8A5259E8156}"/>
              </a:ext>
            </a:extLst>
          </p:cNvPr>
          <p:cNvSpPr>
            <a:spLocks noGrp="1"/>
          </p:cNvSpPr>
          <p:nvPr/>
        </p:nvSpPr>
        <p:spPr>
          <a:xfrm>
            <a:off x="5758393" y="2311399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67" name="execution guide 0">
            <a:extLst>
              <a:ext uri="{FF2B5EF4-FFF2-40B4-BE49-F238E27FC236}">
                <a16:creationId xmlns:a16="http://schemas.microsoft.com/office/drawing/2014/main" id="{C76D125F-A15B-DB2E-B6F1-83D553C9C90A}"/>
              </a:ext>
            </a:extLst>
          </p:cNvPr>
          <p:cNvSpPr>
            <a:spLocks noGrp="1"/>
          </p:cNvSpPr>
          <p:nvPr/>
        </p:nvSpPr>
        <p:spPr>
          <a:xfrm flipH="1">
            <a:off x="6083114" y="2415380"/>
            <a:ext cx="1" cy="373857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5" name="Freeform 1">
            <a:extLst>
              <a:ext uri="{FF2B5EF4-FFF2-40B4-BE49-F238E27FC236}">
                <a16:creationId xmlns:a16="http://schemas.microsoft.com/office/drawing/2014/main" id="{ECA091D3-275C-8E4D-F52F-9811040AE327}"/>
              </a:ext>
            </a:extLst>
          </p:cNvPr>
          <p:cNvSpPr/>
          <p:nvPr/>
        </p:nvSpPr>
        <p:spPr>
          <a:xfrm>
            <a:off x="6063622" y="2417762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68" name="Freeform 1">
            <a:extLst>
              <a:ext uri="{FF2B5EF4-FFF2-40B4-BE49-F238E27FC236}">
                <a16:creationId xmlns:a16="http://schemas.microsoft.com/office/drawing/2014/main" id="{558D05D8-6346-5713-F894-DEA17A76767B}"/>
              </a:ext>
            </a:extLst>
          </p:cNvPr>
          <p:cNvSpPr/>
          <p:nvPr/>
        </p:nvSpPr>
        <p:spPr>
          <a:xfrm>
            <a:off x="10119160" y="1412968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69" name="Freeform 1">
            <a:extLst>
              <a:ext uri="{FF2B5EF4-FFF2-40B4-BE49-F238E27FC236}">
                <a16:creationId xmlns:a16="http://schemas.microsoft.com/office/drawing/2014/main" id="{B6F7C999-23C2-2F4A-94AB-4FD2E45BC990}"/>
              </a:ext>
            </a:extLst>
          </p:cNvPr>
          <p:cNvSpPr/>
          <p:nvPr/>
        </p:nvSpPr>
        <p:spPr>
          <a:xfrm>
            <a:off x="10115914" y="2413001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</p:spTree>
    <p:extLst>
      <p:ext uri="{BB962C8B-B14F-4D97-AF65-F5344CB8AC3E}">
        <p14:creationId xmlns:p14="http://schemas.microsoft.com/office/powerpoint/2010/main" val="2140953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536ED-430E-1891-2C41-E0099EC0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CAF98A46-6853-92EE-6D70-68257538CAFF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9E1133B5-BEC7-58BF-7252-ED4F91A06FF5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EE62DB40-CA45-7A18-0A8C-8D443C78DF2A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422497C0-D67F-704B-31CB-B022031606D4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8975C0E7-41D4-0D89-12AE-3851F7DA530B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A67ABC50-EC25-6729-4196-15EE2DDB051D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154BF35B-0077-F91C-2A0D-9F1EF1FA8CA0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98F5D838-25BB-8062-902B-210379E22574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2B4AC127-56C8-70F4-FBCF-EABB25FB0023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5CDC62E1-4D00-4458-D8A5-3A8DD03DDA6E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9B0256B4-7A0C-C8A1-298E-62BBAE1DAADC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F08ADF55-BA88-A167-D78E-2664E453ED5A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39E53AD3-9EA9-F7F3-5DA4-0B9DB60661AA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276DDCB0-8AE9-0995-C12B-A0644ED829E2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A4D225E9-46FA-0454-B556-6C778C63A6FB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0D360612-6D0E-B272-5F5F-B53498C5148F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04685D9A-5DB0-8851-8655-BD1EAE0D5E30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CEB49386-5D53-F09D-7461-55F5D742763F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5102CB59-9B52-A434-3A26-7B05BEB78D84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AA3F2E82-3EA5-C409-3165-664FC0F27D37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E5E5D99D-0799-909C-F043-35DC30742516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E95776B1-0AD5-F2D9-325C-3E1B25F91299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E481E67E-0487-1409-2B5E-1A85AC03BB56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E38AFDE0-BCFF-53E4-2897-BC03EB4FD981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F536D014-9208-0910-444F-E88B55D6CC74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7D370E48-AF81-F81A-8C29-91701D0EEFEF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765BA269-B200-97E3-06A6-D5FAD6141601}"/>
              </a:ext>
            </a:extLst>
          </p:cNvPr>
          <p:cNvSpPr/>
          <p:nvPr/>
        </p:nvSpPr>
        <p:spPr>
          <a:xfrm flipH="1">
            <a:off x="3384978" y="2417762"/>
            <a:ext cx="2423738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1" name="task model">
            <a:extLst>
              <a:ext uri="{FF2B5EF4-FFF2-40B4-BE49-F238E27FC236}">
                <a16:creationId xmlns:a16="http://schemas.microsoft.com/office/drawing/2014/main" id="{D494C33F-C21D-0384-10A9-A6467C5E29EC}"/>
              </a:ext>
            </a:extLst>
          </p:cNvPr>
          <p:cNvSpPr>
            <a:spLocks noGrp="1"/>
          </p:cNvSpPr>
          <p:nvPr/>
        </p:nvSpPr>
        <p:spPr>
          <a:xfrm>
            <a:off x="923925" y="611822"/>
            <a:ext cx="2919938" cy="4397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τᵢ = (Cᵢ, Dᵢ</a:t>
            </a:r>
            <a:r>
              <a:rPr lang="ru-RU" sz="20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</a:t>
            </a:r>
            <a:r>
              <a:rPr lang="en-US" sz="20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</a:t>
            </a:r>
            <a:r>
              <a:rPr sz="20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ᵢ)</a:t>
            </a:r>
            <a:r>
              <a:rPr lang="en-US" sz="20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Dᵢ = Pᵢ</a:t>
            </a:r>
            <a:endParaRPr sz="2000" i="1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31AAA0A7-A444-D68A-640D-09CEC88211F0}"/>
              </a:ext>
            </a:extLst>
          </p:cNvPr>
          <p:cNvSpPr>
            <a:spLocks noGrp="1"/>
          </p:cNvSpPr>
          <p:nvPr/>
        </p:nvSpPr>
        <p:spPr>
          <a:xfrm>
            <a:off x="10368915" y="27051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A3F70094-FB85-FAF6-DF05-46FBA097E2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= </a:t>
                </a:r>
                <a:r>
                  <a:rPr lang="en-US" sz="20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</a:t>
                </a:r>
                <a:r>
                  <a:rPr lang="ru-RU" sz="200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18</a:t>
                </a:r>
                <a:r>
                  <a:rPr lang="en-US" sz="200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, </a:t>
                </a:r>
                <a:r>
                  <a:rPr lang="en-US" sz="20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50, 50)</a:t>
                </a:r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A3F70094-FB85-FAF6-DF05-46FBA097E2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blipFill>
                <a:blip r:embed="rId2"/>
                <a:stretch>
                  <a:fillRect t="-24528" b="-4150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D73FF705-ACB1-B744-C407-80AB40D4819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 = </a:t>
                </a:r>
                <a:r>
                  <a:rPr lang="en-US" sz="20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(10, 20, 20)</a:t>
                </a:r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D73FF705-ACB1-B744-C407-80AB40D481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blipFill>
                <a:blip r:embed="rId3"/>
                <a:stretch>
                  <a:fillRect t="-24528" b="-4339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C6982624-17B7-580B-14B9-F287B2C0279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7870" y="2082801"/>
                <a:ext cx="171107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7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sz="17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skipped</a:t>
                </a:r>
              </a:p>
            </p:txBody>
          </p:sp>
        </mc:Choice>
        <mc:Fallback xmlns="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C6982624-17B7-580B-14B9-F287B2C02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870" y="2082801"/>
                <a:ext cx="1711070" cy="295275"/>
              </a:xfrm>
              <a:prstGeom prst="rect">
                <a:avLst/>
              </a:prstGeom>
              <a:blipFill>
                <a:blip r:embed="rId4"/>
                <a:stretch>
                  <a:fillRect t="-18750" b="-3541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job 1">
            <a:extLst>
              <a:ext uri="{FF2B5EF4-FFF2-40B4-BE49-F238E27FC236}">
                <a16:creationId xmlns:a16="http://schemas.microsoft.com/office/drawing/2014/main" id="{F8CC603F-A795-A607-9606-B862980E1EAD}"/>
              </a:ext>
            </a:extLst>
          </p:cNvPr>
          <p:cNvSpPr>
            <a:spLocks noGrp="1"/>
          </p:cNvSpPr>
          <p:nvPr/>
        </p:nvSpPr>
        <p:spPr>
          <a:xfrm>
            <a:off x="3381375" y="1422401"/>
            <a:ext cx="2437564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212AB5D1-BF8D-1D19-3111-96D7E4D0D48B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7585B11B-0465-9F80-362E-4D0C70BB1BCF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C909C215-7E0B-463F-B84B-5EC86707B32C}"/>
              </a:ext>
            </a:extLst>
          </p:cNvPr>
          <p:cNvSpPr/>
          <p:nvPr/>
        </p:nvSpPr>
        <p:spPr>
          <a:xfrm flipH="1">
            <a:off x="6087264" y="2413001"/>
            <a:ext cx="1081477" cy="377849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BF458599-6AEF-5AA9-C61E-CF304C5ACC5B}"/>
              </a:ext>
            </a:extLst>
          </p:cNvPr>
          <p:cNvCxnSpPr>
            <a:cxnSpLocks/>
          </p:cNvCxnSpPr>
          <p:nvPr/>
        </p:nvCxnSpPr>
        <p:spPr>
          <a:xfrm>
            <a:off x="3381375" y="2794000"/>
            <a:ext cx="690436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4E02D0C-5C6F-7344-A9AD-745A19579F30}"/>
                  </a:ext>
                </a:extLst>
              </p:cNvPr>
              <p:cNvSpPr txBox="1"/>
              <p:nvPr/>
            </p:nvSpPr>
            <p:spPr>
              <a:xfrm>
                <a:off x="6286015" y="2489201"/>
                <a:ext cx="404715" cy="256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4E02D0C-5C6F-7344-A9AD-745A19579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015" y="2489201"/>
                <a:ext cx="404715" cy="256993"/>
              </a:xfrm>
              <a:prstGeom prst="rect">
                <a:avLst/>
              </a:prstGeom>
              <a:blipFill>
                <a:blip r:embed="rId5"/>
                <a:stretch>
                  <a:fillRect l="-746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4255306-79CC-6E4F-83EE-DD0F066A9807}"/>
                  </a:ext>
                </a:extLst>
              </p:cNvPr>
              <p:cNvSpPr txBox="1"/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4255306-79CC-6E4F-83EE-DD0F066A9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blipFill>
                <a:blip r:embed="rId6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2E25F21-F2E6-280E-0D3B-F80D79D47789}"/>
                  </a:ext>
                </a:extLst>
              </p:cNvPr>
              <p:cNvSpPr txBox="1"/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2E25F21-F2E6-280E-0D3B-F80D79D47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blipFill>
                <a:blip r:embed="rId7"/>
                <a:stretch>
                  <a:fillRect l="-21429" r="-4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skip cross b">
            <a:extLst>
              <a:ext uri="{FF2B5EF4-FFF2-40B4-BE49-F238E27FC236}">
                <a16:creationId xmlns:a16="http://schemas.microsoft.com/office/drawing/2014/main" id="{427697C1-091C-2F1C-8648-F44F7BCFFD9E}"/>
              </a:ext>
            </a:extLst>
          </p:cNvPr>
          <p:cNvSpPr>
            <a:spLocks noGrp="1"/>
          </p:cNvSpPr>
          <p:nvPr/>
        </p:nvSpPr>
        <p:spPr>
          <a:xfrm flipV="1">
            <a:off x="5758393" y="2311399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639E95A7-B319-263D-AD65-D5506947D3EE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4A21F0A0-7448-4861-64EE-FACDC85240D2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54D40F17-E72D-C45F-A1E4-20280EC4B79B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3EB1E7D5-CD5A-CAEE-EFA4-30049D79DC47}"/>
              </a:ext>
            </a:extLst>
          </p:cNvPr>
          <p:cNvSpPr>
            <a:spLocks noGrp="1"/>
          </p:cNvSpPr>
          <p:nvPr/>
        </p:nvSpPr>
        <p:spPr>
          <a:xfrm>
            <a:off x="927100" y="1524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146BB1C3-D524-5A6F-B5B8-A06F3F3F7EA2}"/>
              </a:ext>
            </a:extLst>
          </p:cNvPr>
          <p:cNvCxnSpPr>
            <a:cxnSpLocks/>
          </p:cNvCxnSpPr>
          <p:nvPr/>
        </p:nvCxnSpPr>
        <p:spPr>
          <a:xfrm>
            <a:off x="5814914" y="141922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B95D0BA8-C5B6-FC05-EDE5-95957730CFA4}"/>
              </a:ext>
            </a:extLst>
          </p:cNvPr>
          <p:cNvCxnSpPr>
            <a:cxnSpLocks/>
          </p:cNvCxnSpPr>
          <p:nvPr/>
        </p:nvCxnSpPr>
        <p:spPr>
          <a:xfrm>
            <a:off x="716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567A8136-3743-0C34-8A8E-99FAF52A614A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4AD8382-D990-353F-CAF7-FEC2B4C2E5C2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4AD8382-D990-353F-CAF7-FEC2B4C2E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6D739B0-8F9D-6E8D-59ED-7BBA450DEF33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6D739B0-8F9D-6E8D-59ED-7BBA450DE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E55A2BB-9ECF-166A-EC2F-D1A7BB412215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E55A2BB-9ECF-166A-EC2F-D1A7BB412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0D673AE-F23A-56D5-C61A-2E95CD9980D7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0D673AE-F23A-56D5-C61A-2E95CD998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11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7AFD602-DD15-EF6F-A726-CBF72199E38A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7AFD602-DD15-EF6F-A726-CBF72199E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2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A98F644-6AAC-E91B-BA51-55685A0D959B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A98F644-6AAC-E91B-BA51-55685A0D9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3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job 1">
            <a:extLst>
              <a:ext uri="{FF2B5EF4-FFF2-40B4-BE49-F238E27FC236}">
                <a16:creationId xmlns:a16="http://schemas.microsoft.com/office/drawing/2014/main" id="{FB37BCD2-7521-F95C-02BD-0FBA4D8E5C33}"/>
              </a:ext>
            </a:extLst>
          </p:cNvPr>
          <p:cNvSpPr>
            <a:spLocks noGrp="1"/>
          </p:cNvSpPr>
          <p:nvPr/>
        </p:nvSpPr>
        <p:spPr>
          <a:xfrm>
            <a:off x="5816611" y="2413001"/>
            <a:ext cx="273097" cy="377849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E013ED02-A48F-8321-A7C6-B760BB1746AA}"/>
              </a:ext>
            </a:extLst>
          </p:cNvPr>
          <p:cNvSpPr>
            <a:spLocks noGrp="1"/>
          </p:cNvSpPr>
          <p:nvPr/>
        </p:nvSpPr>
        <p:spPr>
          <a:xfrm flipH="1">
            <a:off x="5809456" y="2325688"/>
            <a:ext cx="6349" cy="468313"/>
          </a:xfrm>
          <a:prstGeom prst="line">
            <a:avLst/>
          </a:prstGeom>
          <a:noFill/>
          <a:ln w="14288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4A706C30-D570-F782-4016-4ED1CC969DAA}"/>
              </a:ext>
            </a:extLst>
          </p:cNvPr>
          <p:cNvSpPr>
            <a:spLocks noGrp="1"/>
          </p:cNvSpPr>
          <p:nvPr/>
        </p:nvSpPr>
        <p:spPr>
          <a:xfrm>
            <a:off x="5758393" y="2311399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67" name="execution guide 0">
            <a:extLst>
              <a:ext uri="{FF2B5EF4-FFF2-40B4-BE49-F238E27FC236}">
                <a16:creationId xmlns:a16="http://schemas.microsoft.com/office/drawing/2014/main" id="{0A842099-333E-F371-9B9E-C1B1980AE093}"/>
              </a:ext>
            </a:extLst>
          </p:cNvPr>
          <p:cNvSpPr>
            <a:spLocks noGrp="1"/>
          </p:cNvSpPr>
          <p:nvPr/>
        </p:nvSpPr>
        <p:spPr>
          <a:xfrm flipH="1">
            <a:off x="6083114" y="2415380"/>
            <a:ext cx="1" cy="373857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5" name="Freeform 1">
            <a:extLst>
              <a:ext uri="{FF2B5EF4-FFF2-40B4-BE49-F238E27FC236}">
                <a16:creationId xmlns:a16="http://schemas.microsoft.com/office/drawing/2014/main" id="{86C47C53-2B7F-CB25-FE07-5E285E880C7E}"/>
              </a:ext>
            </a:extLst>
          </p:cNvPr>
          <p:cNvSpPr/>
          <p:nvPr/>
        </p:nvSpPr>
        <p:spPr>
          <a:xfrm>
            <a:off x="6063622" y="2417762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68" name="Freeform 1">
            <a:extLst>
              <a:ext uri="{FF2B5EF4-FFF2-40B4-BE49-F238E27FC236}">
                <a16:creationId xmlns:a16="http://schemas.microsoft.com/office/drawing/2014/main" id="{2668DAE1-C1A7-930C-42EA-A23F97AAE5A3}"/>
              </a:ext>
            </a:extLst>
          </p:cNvPr>
          <p:cNvSpPr/>
          <p:nvPr/>
        </p:nvSpPr>
        <p:spPr>
          <a:xfrm>
            <a:off x="10119160" y="1412968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</p:spTree>
    <p:extLst>
      <p:ext uri="{BB962C8B-B14F-4D97-AF65-F5344CB8AC3E}">
        <p14:creationId xmlns:p14="http://schemas.microsoft.com/office/powerpoint/2010/main" val="3041623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8D3F0-6B2B-4894-EC25-43BD69EF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A924FCB6-B8A3-0E5D-4F63-555F518A2AF8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2D8FFB79-3471-6BA0-1C86-117CA863D72F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266FC752-4502-FE91-C6B3-903EF98D8CC0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85E54ECD-0830-D154-A438-253B4156E7C4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4" name="Rectangle 361">
            <a:extLst>
              <a:ext uri="{FF2B5EF4-FFF2-40B4-BE49-F238E27FC236}">
                <a16:creationId xmlns:a16="http://schemas.microsoft.com/office/drawing/2014/main" id="{005FDEF6-018B-6014-3A64-94D5ECE2ECB8}"/>
              </a:ext>
            </a:extLst>
          </p:cNvPr>
          <p:cNvSpPr/>
          <p:nvPr/>
        </p:nvSpPr>
        <p:spPr>
          <a:xfrm flipH="1">
            <a:off x="6087677" y="1423315"/>
            <a:ext cx="1346626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C26F8AED-CA97-F7D2-982E-92E846338045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4D1EEAA9-1A91-0D1E-FD4E-FA636B8911D7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37DC7179-0708-EBFC-FEFC-6DCF4840DA0D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D6C58052-E8BD-ECCD-326A-80FAD425DBCB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job 1">
            <a:extLst>
              <a:ext uri="{FF2B5EF4-FFF2-40B4-BE49-F238E27FC236}">
                <a16:creationId xmlns:a16="http://schemas.microsoft.com/office/drawing/2014/main" id="{EDE1B564-65E1-D30A-6D5A-41DED249A9FC}"/>
              </a:ext>
            </a:extLst>
          </p:cNvPr>
          <p:cNvSpPr>
            <a:spLocks noGrp="1"/>
          </p:cNvSpPr>
          <p:nvPr/>
        </p:nvSpPr>
        <p:spPr>
          <a:xfrm>
            <a:off x="7443365" y="1422401"/>
            <a:ext cx="1078815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8BEC3C4D-E704-78FB-0805-AF90E5CDD94B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0B9CE25B-55AB-5F8F-8855-42FE217179F0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69835F47-7324-B5B9-1C26-C74E3EF40E78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B635739B-5689-5E0E-270D-C96A92EA2A9E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9DFA9B3D-A790-B31A-ABFF-5F71FA0B64D8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89574A96-32CD-3A75-CF7E-EE0740B319F0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232D7F78-3049-525D-7B30-8EB2BE7FCDD8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B70BAC13-5A55-3A94-CF63-083D45B22954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6D005757-322C-5C2D-9BBA-3B074F8AD094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0EF0A07B-E5E2-E8D0-D24D-5D7FC9DC853F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0C9E8025-4A3F-B92B-596D-8F628EC9CA15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5610D7BC-0BE3-5695-C1F2-C8151EB5C718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B775008A-7925-A4C3-0388-30D1BA8B8075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876F0977-2EF4-D54C-12C0-5D1B2FE001D3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7A0A29D7-44E9-69B6-5EB6-A0BC5428ACB9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292548B4-FE17-6D30-C41B-23237D12583A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D0A5DFE2-E196-53A6-72E4-25DA5ED37A49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8EED44B5-C82C-04D0-9D8D-721D80CB85DE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51B064CF-7CD3-94AD-ACFC-ED79B4A41563}"/>
              </a:ext>
            </a:extLst>
          </p:cNvPr>
          <p:cNvSpPr/>
          <p:nvPr/>
        </p:nvSpPr>
        <p:spPr>
          <a:xfrm flipH="1">
            <a:off x="3391949" y="1423417"/>
            <a:ext cx="1340912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1" name="task model">
            <a:extLst>
              <a:ext uri="{FF2B5EF4-FFF2-40B4-BE49-F238E27FC236}">
                <a16:creationId xmlns:a16="http://schemas.microsoft.com/office/drawing/2014/main" id="{373992F2-7575-20CD-1640-0DBB0FC000F8}"/>
              </a:ext>
            </a:extLst>
          </p:cNvPr>
          <p:cNvSpPr>
            <a:spLocks noGrp="1"/>
          </p:cNvSpPr>
          <p:nvPr/>
        </p:nvSpPr>
        <p:spPr>
          <a:xfrm>
            <a:off x="923925" y="611822"/>
            <a:ext cx="2919938" cy="4397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τᵢ = (Cᵢ, Dᵢ</a:t>
            </a:r>
            <a:r>
              <a:rPr lang="ru-RU" sz="20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</a:t>
            </a:r>
            <a:r>
              <a:rPr lang="en-US" sz="20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</a:t>
            </a:r>
            <a:r>
              <a:rPr sz="20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ᵢ)</a:t>
            </a:r>
            <a:r>
              <a:rPr lang="en-US" sz="20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, Dᵢ = Pᵢ</a:t>
            </a:r>
            <a:endParaRPr sz="2000" i="1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07256B07-91B4-E05D-B7C3-FF42E3E09D4F}"/>
              </a:ext>
            </a:extLst>
          </p:cNvPr>
          <p:cNvSpPr>
            <a:spLocks noGrp="1"/>
          </p:cNvSpPr>
          <p:nvPr/>
        </p:nvSpPr>
        <p:spPr>
          <a:xfrm>
            <a:off x="10368915" y="27051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38456BF7-3595-FDB3-30B3-D56896E3D8E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= </a:t>
                </a:r>
                <a:r>
                  <a:rPr lang="en-US" sz="20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</a:t>
                </a:r>
                <a:r>
                  <a:rPr lang="ru-RU" sz="20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18</a:t>
                </a:r>
                <a:r>
                  <a:rPr lang="en-US" sz="20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, 50, 50)</a:t>
                </a:r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38456BF7-3595-FDB3-30B3-D56896E3D8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blipFill>
                <a:blip r:embed="rId2"/>
                <a:stretch>
                  <a:fillRect t="-24528" b="-4150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58244692-E3F6-32DB-DA80-57E08E2B14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 = </a:t>
                </a:r>
                <a:r>
                  <a:rPr lang="en-US" sz="2000"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(10, 20, 20)</a:t>
                </a:r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58244692-E3F6-32DB-DA80-57E08E2B1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blipFill>
                <a:blip r:embed="rId3"/>
                <a:stretch>
                  <a:fillRect t="-24528" b="-4339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job 1">
            <a:extLst>
              <a:ext uri="{FF2B5EF4-FFF2-40B4-BE49-F238E27FC236}">
                <a16:creationId xmlns:a16="http://schemas.microsoft.com/office/drawing/2014/main" id="{31707E41-E5DD-FB55-6FBC-763C25E59231}"/>
              </a:ext>
            </a:extLst>
          </p:cNvPr>
          <p:cNvSpPr>
            <a:spLocks noGrp="1"/>
          </p:cNvSpPr>
          <p:nvPr/>
        </p:nvSpPr>
        <p:spPr>
          <a:xfrm>
            <a:off x="4734473" y="1422401"/>
            <a:ext cx="1347779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C3D0265C-8EE8-939E-0F79-A3F434AE00D2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7BD2E6D1-5A3B-AEE9-080E-74A416C02065}"/>
              </a:ext>
            </a:extLst>
          </p:cNvPr>
          <p:cNvSpPr/>
          <p:nvPr/>
        </p:nvSpPr>
        <p:spPr>
          <a:xfrm flipH="1">
            <a:off x="3376254" y="2412713"/>
            <a:ext cx="135532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10DBF86A-4B16-F1E4-2DC9-35E0874AD4AB}"/>
              </a:ext>
            </a:extLst>
          </p:cNvPr>
          <p:cNvCxnSpPr>
            <a:cxnSpLocks/>
          </p:cNvCxnSpPr>
          <p:nvPr/>
        </p:nvCxnSpPr>
        <p:spPr>
          <a:xfrm>
            <a:off x="3381375" y="2794000"/>
            <a:ext cx="690436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8F54A34-6466-E03D-967E-E9E5FB53E4EC}"/>
                  </a:ext>
                </a:extLst>
              </p:cNvPr>
              <p:cNvSpPr txBox="1"/>
              <p:nvPr/>
            </p:nvSpPr>
            <p:spPr>
              <a:xfrm>
                <a:off x="3880572" y="2491535"/>
                <a:ext cx="346690" cy="256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8F54A34-6466-E03D-967E-E9E5FB53E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572" y="2491535"/>
                <a:ext cx="346690" cy="256993"/>
              </a:xfrm>
              <a:prstGeom prst="rect">
                <a:avLst/>
              </a:prstGeom>
              <a:blipFill>
                <a:blip r:embed="rId4"/>
                <a:stretch>
                  <a:fillRect l="-16071" r="-357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AEB95C8-84AA-3E60-E6A3-419504BF18AB}"/>
                  </a:ext>
                </a:extLst>
              </p:cNvPr>
              <p:cNvSpPr txBox="1"/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AEB95C8-84AA-3E60-E6A3-419504BF1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blipFill>
                <a:blip r:embed="rId5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763B46C-7E02-1958-0FAE-F65D85D486E0}"/>
                  </a:ext>
                </a:extLst>
              </p:cNvPr>
              <p:cNvSpPr txBox="1"/>
              <p:nvPr/>
            </p:nvSpPr>
            <p:spPr>
              <a:xfrm>
                <a:off x="5227483" y="1447801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763B46C-7E02-1958-0FAE-F65D85D48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483" y="1447801"/>
                <a:ext cx="425116" cy="339773"/>
              </a:xfrm>
              <a:prstGeom prst="rect">
                <a:avLst/>
              </a:prstGeom>
              <a:blipFill>
                <a:blip r:embed="rId6"/>
                <a:stretch>
                  <a:fillRect l="-21739" r="-5797" b="-2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F48A13F4-503C-62D0-C17E-019CB946F4EC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15257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0EBC3AAD-3EE5-A8C0-ABFE-4C8BAADF0A50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E1130A0D-A941-458C-02B2-A9BC4F6131EF}"/>
              </a:ext>
            </a:extLst>
          </p:cNvPr>
          <p:cNvSpPr>
            <a:spLocks noGrp="1"/>
          </p:cNvSpPr>
          <p:nvPr/>
        </p:nvSpPr>
        <p:spPr>
          <a:xfrm>
            <a:off x="927100" y="1524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EDF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DF9040B6-DE8D-FDCB-F478-8FDF7E833B29}"/>
              </a:ext>
            </a:extLst>
          </p:cNvPr>
          <p:cNvCxnSpPr>
            <a:cxnSpLocks/>
          </p:cNvCxnSpPr>
          <p:nvPr/>
        </p:nvCxnSpPr>
        <p:spPr>
          <a:xfrm>
            <a:off x="8513858" y="1426051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6F47A5EC-5012-5498-9608-145EEBBD4817}"/>
              </a:ext>
            </a:extLst>
          </p:cNvPr>
          <p:cNvCxnSpPr>
            <a:cxnSpLocks/>
          </p:cNvCxnSpPr>
          <p:nvPr/>
        </p:nvCxnSpPr>
        <p:spPr>
          <a:xfrm>
            <a:off x="4731584" y="2408419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064CFA33-7105-3D5A-DC2B-15B3B3315FF7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C85001-AF3B-B39D-3578-E16E7BA17A4F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C85001-AF3B-B39D-3578-E16E7BA17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292EE46-4197-B2D6-6EBC-D4AA8E864C1D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292EE46-4197-B2D6-6EBC-D4AA8E864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63DDEB0-5C84-48C9-7A46-097E90898353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63DDEB0-5C84-48C9-7A46-097E90898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E27C9F-1F83-220A-E4AF-40B55AB19F92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E27C9F-1F83-220A-E4AF-40B55AB19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9DDCA9C-A082-81B7-B6CE-27EC56A719C5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9DDCA9C-A082-81B7-B6CE-27EC56A71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1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BC6C5C8-E8AC-1C5E-A9D9-52895849B22C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BC6C5C8-E8AC-1C5E-A9D9-52895849B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2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Freeform 1">
            <a:extLst>
              <a:ext uri="{FF2B5EF4-FFF2-40B4-BE49-F238E27FC236}">
                <a16:creationId xmlns:a16="http://schemas.microsoft.com/office/drawing/2014/main" id="{A68D3E57-4B61-A88D-2F9D-3DB30E6545CD}"/>
              </a:ext>
            </a:extLst>
          </p:cNvPr>
          <p:cNvSpPr/>
          <p:nvPr/>
        </p:nvSpPr>
        <p:spPr>
          <a:xfrm>
            <a:off x="10119160" y="1412968"/>
            <a:ext cx="84144" cy="379391"/>
          </a:xfrm>
          <a:custGeom>
            <a:avLst/>
            <a:gdLst>
              <a:gd name="connsiteX0" fmla="*/ 25421 w 84144"/>
              <a:gd name="connsiteY0" fmla="*/ 0 h 595618"/>
              <a:gd name="connsiteX1" fmla="*/ 254 w 84144"/>
              <a:gd name="connsiteY1" fmla="*/ 100668 h 595618"/>
              <a:gd name="connsiteX2" fmla="*/ 17032 w 84144"/>
              <a:gd name="connsiteY2" fmla="*/ 226502 h 595618"/>
              <a:gd name="connsiteX3" fmla="*/ 84144 w 84144"/>
              <a:gd name="connsiteY3" fmla="*/ 377504 h 595618"/>
              <a:gd name="connsiteX4" fmla="*/ 17032 w 84144"/>
              <a:gd name="connsiteY4" fmla="*/ 595618 h 595618"/>
              <a:gd name="connsiteX5" fmla="*/ 17032 w 84144"/>
              <a:gd name="connsiteY5" fmla="*/ 595618 h 59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44" h="595618">
                <a:moveTo>
                  <a:pt x="25421" y="0"/>
                </a:moveTo>
                <a:cubicBezTo>
                  <a:pt x="13536" y="31459"/>
                  <a:pt x="1652" y="62918"/>
                  <a:pt x="254" y="100668"/>
                </a:cubicBezTo>
                <a:cubicBezTo>
                  <a:pt x="-1144" y="138418"/>
                  <a:pt x="3050" y="180363"/>
                  <a:pt x="17032" y="226502"/>
                </a:cubicBezTo>
                <a:cubicBezTo>
                  <a:pt x="31014" y="272641"/>
                  <a:pt x="84144" y="315985"/>
                  <a:pt x="84144" y="377504"/>
                </a:cubicBezTo>
                <a:cubicBezTo>
                  <a:pt x="84144" y="439023"/>
                  <a:pt x="17032" y="595618"/>
                  <a:pt x="17032" y="595618"/>
                </a:cubicBezTo>
                <a:lnTo>
                  <a:pt x="17032" y="59561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/>
          </a:p>
        </p:txBody>
      </p:sp>
      <p:sp>
        <p:nvSpPr>
          <p:cNvPr id="4" name="Rectangle 769">
            <a:extLst>
              <a:ext uri="{FF2B5EF4-FFF2-40B4-BE49-F238E27FC236}">
                <a16:creationId xmlns:a16="http://schemas.microsoft.com/office/drawing/2014/main" id="{F7A47FF3-7C01-9CFB-168C-6C9640A56FD9}"/>
              </a:ext>
            </a:extLst>
          </p:cNvPr>
          <p:cNvSpPr/>
          <p:nvPr/>
        </p:nvSpPr>
        <p:spPr>
          <a:xfrm flipH="1">
            <a:off x="6085065" y="2414543"/>
            <a:ext cx="134453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28F72B-203A-563F-D210-1AEC4884ED84}"/>
                  </a:ext>
                </a:extLst>
              </p:cNvPr>
              <p:cNvSpPr txBox="1"/>
              <p:nvPr/>
            </p:nvSpPr>
            <p:spPr>
              <a:xfrm>
                <a:off x="6578594" y="2493364"/>
                <a:ext cx="346690" cy="256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28F72B-203A-563F-D210-1AEC4884E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594" y="2493364"/>
                <a:ext cx="346690" cy="256993"/>
              </a:xfrm>
              <a:prstGeom prst="rect">
                <a:avLst/>
              </a:prstGeom>
              <a:blipFill>
                <a:blip r:embed="rId13"/>
                <a:stretch>
                  <a:fillRect l="-15789" r="-175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90">
            <a:extLst>
              <a:ext uri="{FF2B5EF4-FFF2-40B4-BE49-F238E27FC236}">
                <a16:creationId xmlns:a16="http://schemas.microsoft.com/office/drawing/2014/main" id="{5E764F75-4FFA-2F97-DCB6-2A01A35B7670}"/>
              </a:ext>
            </a:extLst>
          </p:cNvPr>
          <p:cNvCxnSpPr>
            <a:cxnSpLocks/>
          </p:cNvCxnSpPr>
          <p:nvPr/>
        </p:nvCxnSpPr>
        <p:spPr>
          <a:xfrm flipH="1" flipV="1">
            <a:off x="6082318" y="2411391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90">
            <a:extLst>
              <a:ext uri="{FF2B5EF4-FFF2-40B4-BE49-F238E27FC236}">
                <a16:creationId xmlns:a16="http://schemas.microsoft.com/office/drawing/2014/main" id="{7A2B3FA4-6C54-15D1-FF29-CBB7613FD752}"/>
              </a:ext>
            </a:extLst>
          </p:cNvPr>
          <p:cNvCxnSpPr>
            <a:cxnSpLocks/>
          </p:cNvCxnSpPr>
          <p:nvPr/>
        </p:nvCxnSpPr>
        <p:spPr>
          <a:xfrm>
            <a:off x="7429605" y="241025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1196D4-8037-1C09-0227-A56320F7CDC6}"/>
                  </a:ext>
                </a:extLst>
              </p:cNvPr>
              <p:cNvSpPr txBox="1"/>
              <p:nvPr/>
            </p:nvSpPr>
            <p:spPr>
              <a:xfrm>
                <a:off x="7794928" y="1464563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1196D4-8037-1C09-0227-A56320F7C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928" y="1464563"/>
                <a:ext cx="425116" cy="339773"/>
              </a:xfrm>
              <a:prstGeom prst="rect">
                <a:avLst/>
              </a:prstGeom>
              <a:blipFill>
                <a:blip r:embed="rId14"/>
                <a:stretch>
                  <a:fillRect l="-21739" r="-579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6643FC90-CAEC-DE1B-EE38-9CD27C19A0C4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160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11A67-C8AB-3767-477E-44DDA95BF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361">
            <a:extLst>
              <a:ext uri="{FF2B5EF4-FFF2-40B4-BE49-F238E27FC236}">
                <a16:creationId xmlns:a16="http://schemas.microsoft.com/office/drawing/2014/main" id="{EAEDECA1-0038-8907-1329-A649D7ED545E}"/>
              </a:ext>
            </a:extLst>
          </p:cNvPr>
          <p:cNvSpPr/>
          <p:nvPr/>
        </p:nvSpPr>
        <p:spPr>
          <a:xfrm flipH="1">
            <a:off x="6092535" y="1422401"/>
            <a:ext cx="1340144" cy="395287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1" name="task model">
            <a:extLst>
              <a:ext uri="{FF2B5EF4-FFF2-40B4-BE49-F238E27FC236}">
                <a16:creationId xmlns:a16="http://schemas.microsoft.com/office/drawing/2014/main" id="{D3EF3A42-BBAE-2D88-0235-A696EAA17BBA}"/>
              </a:ext>
            </a:extLst>
          </p:cNvPr>
          <p:cNvSpPr>
            <a:spLocks noGrp="1"/>
          </p:cNvSpPr>
          <p:nvPr/>
        </p:nvSpPr>
        <p:spPr>
          <a:xfrm>
            <a:off x="1123951" y="566739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l-GR" sz="1725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τ</a:t>
            </a:r>
            <a:r>
              <a:rPr lang="en-US" sz="1725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ᵢ = (Cᵢ, Dᵢ, Pᵢ), Dᵢ = Pᵢ</a:t>
            </a:r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8161EDFD-64AF-7604-E5F7-A712F867F9DB}"/>
              </a:ext>
            </a:extLst>
          </p:cNvPr>
          <p:cNvSpPr>
            <a:spLocks noGrp="1"/>
          </p:cNvSpPr>
          <p:nvPr/>
        </p:nvSpPr>
        <p:spPr>
          <a:xfrm>
            <a:off x="3381375" y="1066800"/>
            <a:ext cx="0" cy="17526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21" name="execution guide 10">
            <a:extLst>
              <a:ext uri="{FF2B5EF4-FFF2-40B4-BE49-F238E27FC236}">
                <a16:creationId xmlns:a16="http://schemas.microsoft.com/office/drawing/2014/main" id="{EA1807FE-2E8A-5006-4F36-793A495705D7}"/>
              </a:ext>
            </a:extLst>
          </p:cNvPr>
          <p:cNvSpPr>
            <a:spLocks noGrp="1"/>
          </p:cNvSpPr>
          <p:nvPr/>
        </p:nvSpPr>
        <p:spPr>
          <a:xfrm>
            <a:off x="4733925" y="1066800"/>
            <a:ext cx="0" cy="17526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23" name="execution guide 20">
            <a:extLst>
              <a:ext uri="{FF2B5EF4-FFF2-40B4-BE49-F238E27FC236}">
                <a16:creationId xmlns:a16="http://schemas.microsoft.com/office/drawing/2014/main" id="{4FE5CA9E-B7E6-295E-FF86-FB92B9110ABA}"/>
              </a:ext>
            </a:extLst>
          </p:cNvPr>
          <p:cNvSpPr>
            <a:spLocks noGrp="1"/>
          </p:cNvSpPr>
          <p:nvPr/>
        </p:nvSpPr>
        <p:spPr>
          <a:xfrm>
            <a:off x="6086475" y="1422400"/>
            <a:ext cx="0" cy="13716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 sz="2117"/>
          </a:p>
        </p:txBody>
      </p:sp>
      <p:sp>
        <p:nvSpPr>
          <p:cNvPr id="25" name="execution guide 30">
            <a:extLst>
              <a:ext uri="{FF2B5EF4-FFF2-40B4-BE49-F238E27FC236}">
                <a16:creationId xmlns:a16="http://schemas.microsoft.com/office/drawing/2014/main" id="{5D00300B-8EFE-3DFD-14B1-63FA52194F1B}"/>
              </a:ext>
            </a:extLst>
          </p:cNvPr>
          <p:cNvSpPr>
            <a:spLocks noGrp="1"/>
          </p:cNvSpPr>
          <p:nvPr/>
        </p:nvSpPr>
        <p:spPr>
          <a:xfrm>
            <a:off x="7439025" y="1422400"/>
            <a:ext cx="0" cy="13716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 sz="2117"/>
          </a:p>
        </p:txBody>
      </p:sp>
      <p:sp>
        <p:nvSpPr>
          <p:cNvPr id="27" name="execution guide 40">
            <a:extLst>
              <a:ext uri="{FF2B5EF4-FFF2-40B4-BE49-F238E27FC236}">
                <a16:creationId xmlns:a16="http://schemas.microsoft.com/office/drawing/2014/main" id="{90ABA69C-A8A5-94D5-BEF9-8E481858F58D}"/>
              </a:ext>
            </a:extLst>
          </p:cNvPr>
          <p:cNvSpPr>
            <a:spLocks noGrp="1"/>
          </p:cNvSpPr>
          <p:nvPr/>
        </p:nvSpPr>
        <p:spPr>
          <a:xfrm>
            <a:off x="8791575" y="1066800"/>
            <a:ext cx="0" cy="17526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29" name="execution guide 50">
            <a:extLst>
              <a:ext uri="{FF2B5EF4-FFF2-40B4-BE49-F238E27FC236}">
                <a16:creationId xmlns:a16="http://schemas.microsoft.com/office/drawing/2014/main" id="{C7EF196E-A60E-6371-FBF5-F3E90E889C8D}"/>
              </a:ext>
            </a:extLst>
          </p:cNvPr>
          <p:cNvSpPr>
            <a:spLocks noGrp="1"/>
          </p:cNvSpPr>
          <p:nvPr/>
        </p:nvSpPr>
        <p:spPr>
          <a:xfrm>
            <a:off x="10144125" y="1066800"/>
            <a:ext cx="0" cy="17526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6CD46FA2-3559-1DBD-66CE-8AD1BC6B55CE}"/>
              </a:ext>
            </a:extLst>
          </p:cNvPr>
          <p:cNvSpPr>
            <a:spLocks noGrp="1"/>
          </p:cNvSpPr>
          <p:nvPr/>
        </p:nvSpPr>
        <p:spPr>
          <a:xfrm>
            <a:off x="10368915" y="27051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527565C8-91DE-0F86-B4D7-4E911C5A6E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ru-RU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= </a:t>
                </a:r>
                <a:r>
                  <a:rPr lang="en-US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(20, 50, 50)</a:t>
                </a:r>
                <a:endParaRPr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527565C8-91DE-0F86-B4D7-4E911C5A6E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1447801"/>
                <a:ext cx="2286000" cy="323850"/>
              </a:xfrm>
              <a:prstGeom prst="rect">
                <a:avLst/>
              </a:prstGeom>
              <a:blipFill>
                <a:blip r:embed="rId2"/>
                <a:stretch>
                  <a:fillRect t="-18868" b="-3396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32293162-F168-4C12-BCF6-8580C511E0D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= </a:t>
                </a:r>
                <a:r>
                  <a:rPr lang="en-US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rPr>
                  <a:t>(10, 20, 20)</a:t>
                </a:r>
                <a:endParaRPr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32293162-F168-4C12-BCF6-8580C511E0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5" y="2438401"/>
                <a:ext cx="2286000" cy="323850"/>
              </a:xfrm>
              <a:prstGeom prst="rect">
                <a:avLst/>
              </a:prstGeom>
              <a:blipFill>
                <a:blip r:embed="rId3"/>
                <a:stretch>
                  <a:fillRect t="-18868" b="-3584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job 3">
            <a:extLst>
              <a:ext uri="{FF2B5EF4-FFF2-40B4-BE49-F238E27FC236}">
                <a16:creationId xmlns:a16="http://schemas.microsoft.com/office/drawing/2014/main" id="{4F875114-61CA-C660-22C5-0F0BC7B646F0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081AAD99-0B2F-0167-4B9F-8253E956D1D5}"/>
              </a:ext>
            </a:extLst>
          </p:cNvPr>
          <p:cNvCxnSpPr>
            <a:cxnSpLocks/>
          </p:cNvCxnSpPr>
          <p:nvPr/>
        </p:nvCxnSpPr>
        <p:spPr>
          <a:xfrm>
            <a:off x="3381375" y="2794000"/>
            <a:ext cx="690436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CD5F428-1FB5-72C1-A7DF-9A3C47BD8753}"/>
                  </a:ext>
                </a:extLst>
              </p:cNvPr>
              <p:cNvSpPr txBox="1"/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CD5F428-1FB5-72C1-A7DF-9A3C47BD8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76501"/>
                <a:ext cx="325154" cy="256993"/>
              </a:xfrm>
              <a:prstGeom prst="rect">
                <a:avLst/>
              </a:prstGeom>
              <a:blipFill>
                <a:blip r:embed="rId4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job 3">
            <a:extLst>
              <a:ext uri="{FF2B5EF4-FFF2-40B4-BE49-F238E27FC236}">
                <a16:creationId xmlns:a16="http://schemas.microsoft.com/office/drawing/2014/main" id="{349A6D88-A830-6744-B575-15F67CD76C8C}"/>
              </a:ext>
            </a:extLst>
          </p:cNvPr>
          <p:cNvSpPr>
            <a:spLocks noGrp="1"/>
          </p:cNvSpPr>
          <p:nvPr/>
        </p:nvSpPr>
        <p:spPr>
          <a:xfrm>
            <a:off x="60864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C7E6081-A030-C478-B6D1-70A1E66E079F}"/>
                  </a:ext>
                </a:extLst>
              </p:cNvPr>
              <p:cNvSpPr txBox="1"/>
              <p:nvPr/>
            </p:nvSpPr>
            <p:spPr>
              <a:xfrm>
                <a:off x="6649219" y="247650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C7E6081-A030-C478-B6D1-70A1E66E0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219" y="2476501"/>
                <a:ext cx="325154" cy="256993"/>
              </a:xfrm>
              <a:prstGeom prst="rect">
                <a:avLst/>
              </a:prstGeom>
              <a:blipFill>
                <a:blip r:embed="rId5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job 1">
            <a:extLst>
              <a:ext uri="{FF2B5EF4-FFF2-40B4-BE49-F238E27FC236}">
                <a16:creationId xmlns:a16="http://schemas.microsoft.com/office/drawing/2014/main" id="{9176A819-34C4-BA84-6E2B-027F2498471D}"/>
              </a:ext>
            </a:extLst>
          </p:cNvPr>
          <p:cNvSpPr>
            <a:spLocks noGrp="1"/>
          </p:cNvSpPr>
          <p:nvPr/>
        </p:nvSpPr>
        <p:spPr>
          <a:xfrm>
            <a:off x="7439025" y="1422401"/>
            <a:ext cx="1352551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F9800F4-694D-C3A3-B209-0FF72DD8E319}"/>
                  </a:ext>
                </a:extLst>
              </p:cNvPr>
              <p:cNvSpPr txBox="1"/>
              <p:nvPr/>
            </p:nvSpPr>
            <p:spPr>
              <a:xfrm>
                <a:off x="8006129" y="1473201"/>
                <a:ext cx="320409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F9800F4-694D-C3A3-B209-0FF72DD8E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129" y="1473201"/>
                <a:ext cx="320409" cy="256993"/>
              </a:xfrm>
              <a:prstGeom prst="rect">
                <a:avLst/>
              </a:prstGeom>
              <a:blipFill>
                <a:blip r:embed="rId6"/>
                <a:stretch>
                  <a:fillRect l="-20755" r="-377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Freeform 402">
            <a:extLst>
              <a:ext uri="{FF2B5EF4-FFF2-40B4-BE49-F238E27FC236}">
                <a16:creationId xmlns:a16="http://schemas.microsoft.com/office/drawing/2014/main" id="{D322BF8E-89DC-9866-E069-E9A620D2CED2}"/>
              </a:ext>
            </a:extLst>
          </p:cNvPr>
          <p:cNvSpPr/>
          <p:nvPr/>
        </p:nvSpPr>
        <p:spPr>
          <a:xfrm>
            <a:off x="6084920" y="1250951"/>
            <a:ext cx="215865" cy="194117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skip label">
                <a:extLst>
                  <a:ext uri="{FF2B5EF4-FFF2-40B4-BE49-F238E27FC236}">
                    <a16:creationId xmlns:a16="http://schemas.microsoft.com/office/drawing/2014/main" id="{943F5FCF-E070-F5B2-A382-C8C57E61F1A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04375" y="965201"/>
                <a:ext cx="1192817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𝑝𝑟𝑒𝑒𝑚𝑝𝑡𝑖𝑜𝑛</m:t>
                      </m:r>
                    </m:oMath>
                  </m:oMathPara>
                </a14:m>
                <a:endParaRPr lang="ar-AE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100" name="skip label">
                <a:extLst>
                  <a:ext uri="{FF2B5EF4-FFF2-40B4-BE49-F238E27FC236}">
                    <a16:creationId xmlns:a16="http://schemas.microsoft.com/office/drawing/2014/main" id="{943F5FCF-E070-F5B2-A382-C8C57E61F1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375" y="965201"/>
                <a:ext cx="1192817" cy="295275"/>
              </a:xfrm>
              <a:prstGeom prst="rect">
                <a:avLst/>
              </a:prstGeom>
              <a:blipFill>
                <a:blip r:embed="rId7"/>
                <a:stretch>
                  <a:fillRect r="-4615" b="-2040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xecution tick 0">
            <a:extLst>
              <a:ext uri="{FF2B5EF4-FFF2-40B4-BE49-F238E27FC236}">
                <a16:creationId xmlns:a16="http://schemas.microsoft.com/office/drawing/2014/main" id="{FBAFF5A1-2D58-25CF-AE74-DD8FC88E028C}"/>
              </a:ext>
            </a:extLst>
          </p:cNvPr>
          <p:cNvSpPr>
            <a:spLocks noGrp="1"/>
          </p:cNvSpPr>
          <p:nvPr/>
        </p:nvSpPr>
        <p:spPr>
          <a:xfrm>
            <a:off x="3257550" y="28448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0</a:t>
            </a:r>
          </a:p>
        </p:txBody>
      </p:sp>
      <p:sp>
        <p:nvSpPr>
          <p:cNvPr id="22" name="execution tick 10">
            <a:extLst>
              <a:ext uri="{FF2B5EF4-FFF2-40B4-BE49-F238E27FC236}">
                <a16:creationId xmlns:a16="http://schemas.microsoft.com/office/drawing/2014/main" id="{22139CBB-A265-48B4-054D-F7DC815A96D0}"/>
              </a:ext>
            </a:extLst>
          </p:cNvPr>
          <p:cNvSpPr>
            <a:spLocks noGrp="1"/>
          </p:cNvSpPr>
          <p:nvPr/>
        </p:nvSpPr>
        <p:spPr>
          <a:xfrm>
            <a:off x="4610101" y="28448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10</a:t>
            </a:r>
          </a:p>
        </p:txBody>
      </p:sp>
      <p:sp>
        <p:nvSpPr>
          <p:cNvPr id="24" name="execution tick 20">
            <a:extLst>
              <a:ext uri="{FF2B5EF4-FFF2-40B4-BE49-F238E27FC236}">
                <a16:creationId xmlns:a16="http://schemas.microsoft.com/office/drawing/2014/main" id="{222EB62F-207D-604E-B0BF-057FBA755C06}"/>
              </a:ext>
            </a:extLst>
          </p:cNvPr>
          <p:cNvSpPr>
            <a:spLocks noGrp="1"/>
          </p:cNvSpPr>
          <p:nvPr/>
        </p:nvSpPr>
        <p:spPr>
          <a:xfrm>
            <a:off x="5962650" y="28448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20</a:t>
            </a:r>
          </a:p>
        </p:txBody>
      </p:sp>
      <p:sp>
        <p:nvSpPr>
          <p:cNvPr id="26" name="execution tick 30">
            <a:extLst>
              <a:ext uri="{FF2B5EF4-FFF2-40B4-BE49-F238E27FC236}">
                <a16:creationId xmlns:a16="http://schemas.microsoft.com/office/drawing/2014/main" id="{E680DF45-405A-6F8E-DE9A-4D844FDF7039}"/>
              </a:ext>
            </a:extLst>
          </p:cNvPr>
          <p:cNvSpPr>
            <a:spLocks noGrp="1"/>
          </p:cNvSpPr>
          <p:nvPr/>
        </p:nvSpPr>
        <p:spPr>
          <a:xfrm>
            <a:off x="7315201" y="28448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30</a:t>
            </a:r>
          </a:p>
        </p:txBody>
      </p:sp>
      <p:sp>
        <p:nvSpPr>
          <p:cNvPr id="28" name="execution tick 40">
            <a:extLst>
              <a:ext uri="{FF2B5EF4-FFF2-40B4-BE49-F238E27FC236}">
                <a16:creationId xmlns:a16="http://schemas.microsoft.com/office/drawing/2014/main" id="{09D0C3BD-4A0D-FEA5-FF76-0613E2D3C394}"/>
              </a:ext>
            </a:extLst>
          </p:cNvPr>
          <p:cNvSpPr>
            <a:spLocks noGrp="1"/>
          </p:cNvSpPr>
          <p:nvPr/>
        </p:nvSpPr>
        <p:spPr>
          <a:xfrm>
            <a:off x="8667750" y="28448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40</a:t>
            </a:r>
          </a:p>
        </p:txBody>
      </p:sp>
      <p:sp>
        <p:nvSpPr>
          <p:cNvPr id="30" name="execution tick 50">
            <a:extLst>
              <a:ext uri="{FF2B5EF4-FFF2-40B4-BE49-F238E27FC236}">
                <a16:creationId xmlns:a16="http://schemas.microsoft.com/office/drawing/2014/main" id="{65F28E5E-A38A-271D-6A15-D47FB125D451}"/>
              </a:ext>
            </a:extLst>
          </p:cNvPr>
          <p:cNvSpPr>
            <a:spLocks noGrp="1"/>
          </p:cNvSpPr>
          <p:nvPr/>
        </p:nvSpPr>
        <p:spPr>
          <a:xfrm>
            <a:off x="10020301" y="28448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50</a:t>
            </a:r>
          </a:p>
        </p:txBody>
      </p:sp>
      <p:sp>
        <p:nvSpPr>
          <p:cNvPr id="16" name="job 3">
            <a:extLst>
              <a:ext uri="{FF2B5EF4-FFF2-40B4-BE49-F238E27FC236}">
                <a16:creationId xmlns:a16="http://schemas.microsoft.com/office/drawing/2014/main" id="{C8258651-1B9F-8A12-5924-5AD33672E4B6}"/>
              </a:ext>
            </a:extLst>
          </p:cNvPr>
          <p:cNvSpPr>
            <a:spLocks noGrp="1"/>
          </p:cNvSpPr>
          <p:nvPr/>
        </p:nvSpPr>
        <p:spPr>
          <a:xfrm>
            <a:off x="3382937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D7BFEEC-1351-F9B5-61B9-BA0DFC1CE1E8}"/>
                  </a:ext>
                </a:extLst>
              </p:cNvPr>
              <p:cNvSpPr txBox="1"/>
              <p:nvPr/>
            </p:nvSpPr>
            <p:spPr>
              <a:xfrm>
                <a:off x="3857140" y="2476501"/>
                <a:ext cx="401020" cy="256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D7BFEEC-1351-F9B5-61B9-BA0DFC1CE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140" y="2476501"/>
                <a:ext cx="401020" cy="256993"/>
              </a:xfrm>
              <a:prstGeom prst="rect">
                <a:avLst/>
              </a:prstGeom>
              <a:blipFill>
                <a:blip r:embed="rId8"/>
                <a:stretch>
                  <a:fillRect l="-7576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sumption label">
            <a:extLst>
              <a:ext uri="{FF2B5EF4-FFF2-40B4-BE49-F238E27FC236}">
                <a16:creationId xmlns:a16="http://schemas.microsoft.com/office/drawing/2014/main" id="{A83CF3BA-FFFC-38AA-0CE6-BFC914FD5233}"/>
              </a:ext>
            </a:extLst>
          </p:cNvPr>
          <p:cNvSpPr txBox="1"/>
          <p:nvPr/>
        </p:nvSpPr>
        <p:spPr>
          <a:xfrm>
            <a:off x="7493000" y="965201"/>
            <a:ext cx="1270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i="1">
                <a:latin typeface="Cambria" panose="02040503050406030204" pitchFamily="18" charset="0"/>
              </a:rPr>
              <a:t>resumption</a:t>
            </a:r>
          </a:p>
        </p:txBody>
      </p:sp>
      <p:cxnSp>
        <p:nvCxnSpPr>
          <p:cNvPr id="57" name="Straight Connector 90">
            <a:extLst>
              <a:ext uri="{FF2B5EF4-FFF2-40B4-BE49-F238E27FC236}">
                <a16:creationId xmlns:a16="http://schemas.microsoft.com/office/drawing/2014/main" id="{8A0FC88B-FABB-563E-740B-FF51EB866866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90">
            <a:extLst>
              <a:ext uri="{FF2B5EF4-FFF2-40B4-BE49-F238E27FC236}">
                <a16:creationId xmlns:a16="http://schemas.microsoft.com/office/drawing/2014/main" id="{E123EB2B-C188-870C-E2C7-B5B5E721BE10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90">
            <a:extLst>
              <a:ext uri="{FF2B5EF4-FFF2-40B4-BE49-F238E27FC236}">
                <a16:creationId xmlns:a16="http://schemas.microsoft.com/office/drawing/2014/main" id="{DCC63A91-9E62-D45D-8D36-72480EAED814}"/>
              </a:ext>
            </a:extLst>
          </p:cNvPr>
          <p:cNvCxnSpPr>
            <a:cxnSpLocks/>
          </p:cNvCxnSpPr>
          <p:nvPr/>
        </p:nvCxnSpPr>
        <p:spPr>
          <a:xfrm flipH="1" flipV="1">
            <a:off x="60864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361">
            <a:extLst>
              <a:ext uri="{FF2B5EF4-FFF2-40B4-BE49-F238E27FC236}">
                <a16:creationId xmlns:a16="http://schemas.microsoft.com/office/drawing/2014/main" id="{633CC611-F770-1FE5-4A8A-C85FD47FB240}"/>
              </a:ext>
            </a:extLst>
          </p:cNvPr>
          <p:cNvSpPr/>
          <p:nvPr/>
        </p:nvSpPr>
        <p:spPr>
          <a:xfrm flipH="1">
            <a:off x="3375028" y="1422400"/>
            <a:ext cx="1365880" cy="395287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51" name="Straight Connector 90">
            <a:extLst>
              <a:ext uri="{FF2B5EF4-FFF2-40B4-BE49-F238E27FC236}">
                <a16:creationId xmlns:a16="http://schemas.microsoft.com/office/drawing/2014/main" id="{24A7BB32-E69C-552C-C41E-DAE8A5274A4A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job 1">
            <a:extLst>
              <a:ext uri="{FF2B5EF4-FFF2-40B4-BE49-F238E27FC236}">
                <a16:creationId xmlns:a16="http://schemas.microsoft.com/office/drawing/2014/main" id="{70FAAA3F-2BF9-980D-F2A0-D646672703F4}"/>
              </a:ext>
            </a:extLst>
          </p:cNvPr>
          <p:cNvSpPr>
            <a:spLocks noGrp="1"/>
          </p:cNvSpPr>
          <p:nvPr/>
        </p:nvSpPr>
        <p:spPr>
          <a:xfrm>
            <a:off x="4733925" y="1422401"/>
            <a:ext cx="1352551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D485036-0F80-069E-99DA-D7831F9276AB}"/>
                  </a:ext>
                </a:extLst>
              </p:cNvPr>
              <p:cNvSpPr txBox="1"/>
              <p:nvPr/>
            </p:nvSpPr>
            <p:spPr>
              <a:xfrm>
                <a:off x="5240290" y="1473201"/>
                <a:ext cx="320409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D485036-0F80-069E-99DA-D7831F927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290" y="1473201"/>
                <a:ext cx="320409" cy="256993"/>
              </a:xfrm>
              <a:prstGeom prst="rect">
                <a:avLst/>
              </a:prstGeom>
              <a:blipFill>
                <a:blip r:embed="rId9"/>
                <a:stretch>
                  <a:fillRect l="-21154" r="-5769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EDF heading">
            <a:extLst>
              <a:ext uri="{FF2B5EF4-FFF2-40B4-BE49-F238E27FC236}">
                <a16:creationId xmlns:a16="http://schemas.microsoft.com/office/drawing/2014/main" id="{3C4A24CA-D3BB-4D90-B555-0AF7FC26158A}"/>
              </a:ext>
            </a:extLst>
          </p:cNvPr>
          <p:cNvSpPr>
            <a:spLocks noGrp="1"/>
          </p:cNvSpPr>
          <p:nvPr/>
        </p:nvSpPr>
        <p:spPr>
          <a:xfrm>
            <a:off x="927100" y="1524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EDF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1140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8D4D8-ABC0-6795-AD6D-45852C40B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job 1">
            <a:extLst>
              <a:ext uri="{FF2B5EF4-FFF2-40B4-BE49-F238E27FC236}">
                <a16:creationId xmlns:a16="http://schemas.microsoft.com/office/drawing/2014/main" id="{F893A3A4-77E3-AC25-F2B5-787B5A6E9CF8}"/>
              </a:ext>
            </a:extLst>
          </p:cNvPr>
          <p:cNvSpPr>
            <a:spLocks noGrp="1"/>
          </p:cNvSpPr>
          <p:nvPr/>
        </p:nvSpPr>
        <p:spPr>
          <a:xfrm>
            <a:off x="7484188" y="3483709"/>
            <a:ext cx="823913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10" name="job 1">
            <a:extLst>
              <a:ext uri="{FF2B5EF4-FFF2-40B4-BE49-F238E27FC236}">
                <a16:creationId xmlns:a16="http://schemas.microsoft.com/office/drawing/2014/main" id="{C0DA8383-5DF0-420F-6B12-8305873B27CE}"/>
              </a:ext>
            </a:extLst>
          </p:cNvPr>
          <p:cNvSpPr>
            <a:spLocks noGrp="1"/>
          </p:cNvSpPr>
          <p:nvPr/>
        </p:nvSpPr>
        <p:spPr>
          <a:xfrm>
            <a:off x="8303958" y="3482380"/>
            <a:ext cx="823913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25" name="execution guide 30">
            <a:extLst>
              <a:ext uri="{FF2B5EF4-FFF2-40B4-BE49-F238E27FC236}">
                <a16:creationId xmlns:a16="http://schemas.microsoft.com/office/drawing/2014/main" id="{94A87DD5-913E-AC5F-F8EE-9ED2D0BDF222}"/>
              </a:ext>
            </a:extLst>
          </p:cNvPr>
          <p:cNvSpPr>
            <a:spLocks noGrp="1"/>
          </p:cNvSpPr>
          <p:nvPr/>
        </p:nvSpPr>
        <p:spPr>
          <a:xfrm>
            <a:off x="7423785" y="2811780"/>
            <a:ext cx="0" cy="12192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08" name="job 1">
            <a:extLst>
              <a:ext uri="{FF2B5EF4-FFF2-40B4-BE49-F238E27FC236}">
                <a16:creationId xmlns:a16="http://schemas.microsoft.com/office/drawing/2014/main" id="{8FBC90C7-A8F0-D3FD-B6E6-7A8A6A7C2133}"/>
              </a:ext>
            </a:extLst>
          </p:cNvPr>
          <p:cNvSpPr>
            <a:spLocks noGrp="1"/>
          </p:cNvSpPr>
          <p:nvPr/>
        </p:nvSpPr>
        <p:spPr>
          <a:xfrm>
            <a:off x="6664640" y="3483709"/>
            <a:ext cx="823913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4" name="Rectangle 361">
            <a:extLst>
              <a:ext uri="{FF2B5EF4-FFF2-40B4-BE49-F238E27FC236}">
                <a16:creationId xmlns:a16="http://schemas.microsoft.com/office/drawing/2014/main" id="{3F086EA7-686F-56ED-2411-70766300E9D0}"/>
              </a:ext>
            </a:extLst>
          </p:cNvPr>
          <p:cNvSpPr/>
          <p:nvPr/>
        </p:nvSpPr>
        <p:spPr>
          <a:xfrm flipH="1">
            <a:off x="6606543" y="2809384"/>
            <a:ext cx="2516574" cy="373856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B63D0797-CA1F-1AE9-45A9-3726AE3B21C4}"/>
              </a:ext>
            </a:extLst>
          </p:cNvPr>
          <p:cNvSpPr>
            <a:spLocks noGrp="1"/>
          </p:cNvSpPr>
          <p:nvPr/>
        </p:nvSpPr>
        <p:spPr>
          <a:xfrm>
            <a:off x="3366135" y="2811780"/>
            <a:ext cx="0" cy="12192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21" name="execution guide 10">
            <a:extLst>
              <a:ext uri="{FF2B5EF4-FFF2-40B4-BE49-F238E27FC236}">
                <a16:creationId xmlns:a16="http://schemas.microsoft.com/office/drawing/2014/main" id="{E473F07B-F54D-C2CD-9630-FB0225439F46}"/>
              </a:ext>
            </a:extLst>
          </p:cNvPr>
          <p:cNvSpPr>
            <a:spLocks noGrp="1"/>
          </p:cNvSpPr>
          <p:nvPr/>
        </p:nvSpPr>
        <p:spPr>
          <a:xfrm>
            <a:off x="4718685" y="2811780"/>
            <a:ext cx="0" cy="12192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23" name="execution guide 20">
            <a:extLst>
              <a:ext uri="{FF2B5EF4-FFF2-40B4-BE49-F238E27FC236}">
                <a16:creationId xmlns:a16="http://schemas.microsoft.com/office/drawing/2014/main" id="{772AB6DF-2D29-F32A-3443-A710B8FE0FB1}"/>
              </a:ext>
            </a:extLst>
          </p:cNvPr>
          <p:cNvSpPr>
            <a:spLocks noGrp="1"/>
          </p:cNvSpPr>
          <p:nvPr/>
        </p:nvSpPr>
        <p:spPr>
          <a:xfrm>
            <a:off x="6071235" y="2811781"/>
            <a:ext cx="4753" cy="1034197"/>
          </a:xfrm>
          <a:prstGeom prst="line">
            <a:avLst/>
          </a:prstGeom>
          <a:noFill/>
          <a:ln w="12700">
            <a:solidFill>
              <a:schemeClr val="bg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27" name="execution guide 40">
            <a:extLst>
              <a:ext uri="{FF2B5EF4-FFF2-40B4-BE49-F238E27FC236}">
                <a16:creationId xmlns:a16="http://schemas.microsoft.com/office/drawing/2014/main" id="{27132141-B279-4130-0539-676156AD0009}"/>
              </a:ext>
            </a:extLst>
          </p:cNvPr>
          <p:cNvSpPr>
            <a:spLocks noGrp="1"/>
          </p:cNvSpPr>
          <p:nvPr/>
        </p:nvSpPr>
        <p:spPr>
          <a:xfrm>
            <a:off x="8706485" y="2811780"/>
            <a:ext cx="0" cy="12192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F170D841-BFD5-F595-60B5-A09EDBA73CB0}"/>
              </a:ext>
            </a:extLst>
          </p:cNvPr>
          <p:cNvSpPr>
            <a:spLocks noGrp="1"/>
          </p:cNvSpPr>
          <p:nvPr/>
        </p:nvSpPr>
        <p:spPr>
          <a:xfrm>
            <a:off x="9278150" y="3721148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973528E5-631E-0497-68BD-C6807D22CD56}"/>
              </a:ext>
            </a:extLst>
          </p:cNvPr>
          <p:cNvSpPr>
            <a:spLocks noGrp="1"/>
          </p:cNvSpPr>
          <p:nvPr/>
        </p:nvSpPr>
        <p:spPr>
          <a:xfrm>
            <a:off x="3367086" y="2813866"/>
            <a:ext cx="823913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63F484BD-4E89-555E-DCF3-D3F5A6C957B4}"/>
              </a:ext>
            </a:extLst>
          </p:cNvPr>
          <p:cNvCxnSpPr>
            <a:cxnSpLocks/>
          </p:cNvCxnSpPr>
          <p:nvPr/>
        </p:nvCxnSpPr>
        <p:spPr>
          <a:xfrm>
            <a:off x="3361376" y="3849729"/>
            <a:ext cx="5896925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1F3D001-90EA-D65E-1468-CD624E0ECB39}"/>
                  </a:ext>
                </a:extLst>
              </p:cNvPr>
              <p:cNvSpPr txBox="1"/>
              <p:nvPr/>
            </p:nvSpPr>
            <p:spPr>
              <a:xfrm>
                <a:off x="4925455" y="2362657"/>
                <a:ext cx="218931" cy="2485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1F3D001-90EA-D65E-1468-CD624E0EC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455" y="2362657"/>
                <a:ext cx="218931" cy="248594"/>
              </a:xfrm>
              <a:prstGeom prst="rect">
                <a:avLst/>
              </a:prstGeom>
              <a:blipFill>
                <a:blip r:embed="rId2"/>
                <a:stretch>
                  <a:fillRect l="-30556" r="-8333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lease heading">
            <a:extLst>
              <a:ext uri="{FF2B5EF4-FFF2-40B4-BE49-F238E27FC236}">
                <a16:creationId xmlns:a16="http://schemas.microsoft.com/office/drawing/2014/main" id="{56B99FD7-F4A1-6EC5-A122-4C497DB1247F}"/>
              </a:ext>
            </a:extLst>
          </p:cNvPr>
          <p:cNvSpPr>
            <a:spLocks noGrp="1"/>
          </p:cNvSpPr>
          <p:nvPr/>
        </p:nvSpPr>
        <p:spPr>
          <a:xfrm>
            <a:off x="2936079" y="2223648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sz="2000" b="1" dirty="0"/>
              <a:t>Chunked EDF</a:t>
            </a:r>
            <a:endParaRPr lang="en-RU" sz="2000" b="1" dirty="0"/>
          </a:p>
        </p:txBody>
      </p:sp>
      <p:sp>
        <p:nvSpPr>
          <p:cNvPr id="20" name="execution tick 0">
            <a:extLst>
              <a:ext uri="{FF2B5EF4-FFF2-40B4-BE49-F238E27FC236}">
                <a16:creationId xmlns:a16="http://schemas.microsoft.com/office/drawing/2014/main" id="{7E5A85E3-5285-FA4E-48D8-5817E245DF7B}"/>
              </a:ext>
            </a:extLst>
          </p:cNvPr>
          <p:cNvSpPr>
            <a:spLocks noGrp="1"/>
          </p:cNvSpPr>
          <p:nvPr/>
        </p:nvSpPr>
        <p:spPr>
          <a:xfrm>
            <a:off x="3242310" y="3884922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10</a:t>
            </a:r>
            <a:endParaRPr sz="1500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22" name="execution tick 10">
            <a:extLst>
              <a:ext uri="{FF2B5EF4-FFF2-40B4-BE49-F238E27FC236}">
                <a16:creationId xmlns:a16="http://schemas.microsoft.com/office/drawing/2014/main" id="{E0F8FFD2-DD89-CB8A-3EC4-C66DC5FDB5C0}"/>
              </a:ext>
            </a:extLst>
          </p:cNvPr>
          <p:cNvSpPr>
            <a:spLocks noGrp="1"/>
          </p:cNvSpPr>
          <p:nvPr/>
        </p:nvSpPr>
        <p:spPr>
          <a:xfrm>
            <a:off x="4594861" y="3884922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15</a:t>
            </a:r>
            <a:endParaRPr sz="1500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24" name="execution tick 20">
            <a:extLst>
              <a:ext uri="{FF2B5EF4-FFF2-40B4-BE49-F238E27FC236}">
                <a16:creationId xmlns:a16="http://schemas.microsoft.com/office/drawing/2014/main" id="{D1C1EDCB-B3F5-92FA-3050-2295CC0F6F78}"/>
              </a:ext>
            </a:extLst>
          </p:cNvPr>
          <p:cNvSpPr>
            <a:spLocks noGrp="1"/>
          </p:cNvSpPr>
          <p:nvPr/>
        </p:nvSpPr>
        <p:spPr>
          <a:xfrm>
            <a:off x="5904544" y="3884922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20</a:t>
            </a:r>
          </a:p>
        </p:txBody>
      </p:sp>
      <p:sp>
        <p:nvSpPr>
          <p:cNvPr id="26" name="execution tick 30">
            <a:extLst>
              <a:ext uri="{FF2B5EF4-FFF2-40B4-BE49-F238E27FC236}">
                <a16:creationId xmlns:a16="http://schemas.microsoft.com/office/drawing/2014/main" id="{411F02AF-9FE9-5944-A3FC-573AAEC9D535}"/>
              </a:ext>
            </a:extLst>
          </p:cNvPr>
          <p:cNvSpPr>
            <a:spLocks noGrp="1"/>
          </p:cNvSpPr>
          <p:nvPr/>
        </p:nvSpPr>
        <p:spPr>
          <a:xfrm>
            <a:off x="7299961" y="3884922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25</a:t>
            </a:r>
            <a:endParaRPr sz="1500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28" name="execution tick 40">
            <a:extLst>
              <a:ext uri="{FF2B5EF4-FFF2-40B4-BE49-F238E27FC236}">
                <a16:creationId xmlns:a16="http://schemas.microsoft.com/office/drawing/2014/main" id="{1BAEB407-FF22-6FD0-98DF-633E7F65759D}"/>
              </a:ext>
            </a:extLst>
          </p:cNvPr>
          <p:cNvSpPr>
            <a:spLocks noGrp="1"/>
          </p:cNvSpPr>
          <p:nvPr/>
        </p:nvSpPr>
        <p:spPr>
          <a:xfrm>
            <a:off x="8492172" y="3897631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30</a:t>
            </a:r>
            <a:endParaRPr sz="1500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71" name="Freeform 402">
            <a:extLst>
              <a:ext uri="{FF2B5EF4-FFF2-40B4-BE49-F238E27FC236}">
                <a16:creationId xmlns:a16="http://schemas.microsoft.com/office/drawing/2014/main" id="{BEA5C7E5-4E62-4D77-0E0D-E85B023B45A3}"/>
              </a:ext>
            </a:extLst>
          </p:cNvPr>
          <p:cNvSpPr/>
          <p:nvPr/>
        </p:nvSpPr>
        <p:spPr>
          <a:xfrm>
            <a:off x="6659876" y="2850336"/>
            <a:ext cx="257036" cy="544737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skip label">
                <a:extLst>
                  <a:ext uri="{FF2B5EF4-FFF2-40B4-BE49-F238E27FC236}">
                    <a16:creationId xmlns:a16="http://schemas.microsoft.com/office/drawing/2014/main" id="{A617CC8B-F102-34E5-42B4-DE78C7973F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659819" y="2538028"/>
                <a:ext cx="1192817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𝑝𝑟𝑒𝑒𝑚𝑝𝑡𝑖𝑜𝑛</m:t>
                      </m:r>
                    </m:oMath>
                  </m:oMathPara>
                </a14:m>
                <a:endParaRPr lang="ar-AE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72" name="skip label">
                <a:extLst>
                  <a:ext uri="{FF2B5EF4-FFF2-40B4-BE49-F238E27FC236}">
                    <a16:creationId xmlns:a16="http://schemas.microsoft.com/office/drawing/2014/main" id="{A617CC8B-F102-34E5-42B4-DE78C7973F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19" y="2538028"/>
                <a:ext cx="1192817" cy="295275"/>
              </a:xfrm>
              <a:prstGeom prst="rect">
                <a:avLst/>
              </a:prstGeom>
              <a:blipFill>
                <a:blip r:embed="rId3"/>
                <a:stretch>
                  <a:fillRect r="-4082" b="-2040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Правая фигурная скобка 72">
            <a:extLst>
              <a:ext uri="{FF2B5EF4-FFF2-40B4-BE49-F238E27FC236}">
                <a16:creationId xmlns:a16="http://schemas.microsoft.com/office/drawing/2014/main" id="{5209480A-B114-2838-B0F4-A94EEBE8F9B6}"/>
              </a:ext>
            </a:extLst>
          </p:cNvPr>
          <p:cNvSpPr/>
          <p:nvPr/>
        </p:nvSpPr>
        <p:spPr>
          <a:xfrm rot="16200000">
            <a:off x="4915822" y="1075406"/>
            <a:ext cx="199070" cy="3288921"/>
          </a:xfrm>
          <a:prstGeom prst="rightBrac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76" name="Правая фигурная скобка 75">
            <a:extLst>
              <a:ext uri="{FF2B5EF4-FFF2-40B4-BE49-F238E27FC236}">
                <a16:creationId xmlns:a16="http://schemas.microsoft.com/office/drawing/2014/main" id="{9F353E0C-DDFD-0D94-B1C7-EC8498AE0CE7}"/>
              </a:ext>
            </a:extLst>
          </p:cNvPr>
          <p:cNvSpPr/>
          <p:nvPr/>
        </p:nvSpPr>
        <p:spPr>
          <a:xfrm rot="16200000">
            <a:off x="7796723" y="2177835"/>
            <a:ext cx="199070" cy="2463228"/>
          </a:xfrm>
          <a:prstGeom prst="rightBrac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7331944-0242-CC5A-50DF-450F4DED630C}"/>
                  </a:ext>
                </a:extLst>
              </p:cNvPr>
              <p:cNvSpPr txBox="1"/>
              <p:nvPr/>
            </p:nvSpPr>
            <p:spPr>
              <a:xfrm>
                <a:off x="7798256" y="3058075"/>
                <a:ext cx="218931" cy="2495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7331944-0242-CC5A-50DF-450F4DED6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256" y="3058075"/>
                <a:ext cx="218931" cy="249555"/>
              </a:xfrm>
              <a:prstGeom prst="rect">
                <a:avLst/>
              </a:prstGeom>
              <a:blipFill>
                <a:blip r:embed="rId4"/>
                <a:stretch>
                  <a:fillRect l="-33333" r="-8333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execution guide 30">
            <a:extLst>
              <a:ext uri="{FF2B5EF4-FFF2-40B4-BE49-F238E27FC236}">
                <a16:creationId xmlns:a16="http://schemas.microsoft.com/office/drawing/2014/main" id="{87CB6C9A-DA79-9AAF-5858-1104A72A9DA7}"/>
              </a:ext>
            </a:extLst>
          </p:cNvPr>
          <p:cNvSpPr>
            <a:spLocks noGrp="1"/>
          </p:cNvSpPr>
          <p:nvPr/>
        </p:nvSpPr>
        <p:spPr>
          <a:xfrm>
            <a:off x="5840726" y="2819401"/>
            <a:ext cx="0" cy="1034199"/>
          </a:xfrm>
          <a:prstGeom prst="line">
            <a:avLst/>
          </a:prstGeom>
          <a:noFill/>
          <a:ln w="9525">
            <a:solidFill>
              <a:srgbClr val="FF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3" name="execution tick 20">
            <a:extLst>
              <a:ext uri="{FF2B5EF4-FFF2-40B4-BE49-F238E27FC236}">
                <a16:creationId xmlns:a16="http://schemas.microsoft.com/office/drawing/2014/main" id="{3899CBB0-C952-24A9-0135-E708728A7C46}"/>
              </a:ext>
            </a:extLst>
          </p:cNvPr>
          <p:cNvSpPr>
            <a:spLocks noGrp="1"/>
          </p:cNvSpPr>
          <p:nvPr/>
        </p:nvSpPr>
        <p:spPr>
          <a:xfrm>
            <a:off x="5626413" y="3891181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19</a:t>
            </a:r>
            <a:endParaRPr sz="15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84" name="execution guide 30">
            <a:extLst>
              <a:ext uri="{FF2B5EF4-FFF2-40B4-BE49-F238E27FC236}">
                <a16:creationId xmlns:a16="http://schemas.microsoft.com/office/drawing/2014/main" id="{2713DEE0-7578-3CCA-9837-E2A3075B06B5}"/>
              </a:ext>
            </a:extLst>
          </p:cNvPr>
          <p:cNvSpPr>
            <a:spLocks noGrp="1"/>
          </p:cNvSpPr>
          <p:nvPr/>
        </p:nvSpPr>
        <p:spPr>
          <a:xfrm>
            <a:off x="6664639" y="2830394"/>
            <a:ext cx="0" cy="1034199"/>
          </a:xfrm>
          <a:prstGeom prst="line">
            <a:avLst/>
          </a:prstGeom>
          <a:noFill/>
          <a:ln w="9525">
            <a:solidFill>
              <a:srgbClr val="FF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91" name="execution tick 20">
            <a:extLst>
              <a:ext uri="{FF2B5EF4-FFF2-40B4-BE49-F238E27FC236}">
                <a16:creationId xmlns:a16="http://schemas.microsoft.com/office/drawing/2014/main" id="{A06043FE-95F6-3C7F-FCAF-4316E9893174}"/>
              </a:ext>
            </a:extLst>
          </p:cNvPr>
          <p:cNvSpPr>
            <a:spLocks noGrp="1"/>
          </p:cNvSpPr>
          <p:nvPr/>
        </p:nvSpPr>
        <p:spPr>
          <a:xfrm>
            <a:off x="6488288" y="3883644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22</a:t>
            </a:r>
            <a:endParaRPr sz="15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cxnSp>
        <p:nvCxnSpPr>
          <p:cNvPr id="98" name="Straight Connector 90">
            <a:extLst>
              <a:ext uri="{FF2B5EF4-FFF2-40B4-BE49-F238E27FC236}">
                <a16:creationId xmlns:a16="http://schemas.microsoft.com/office/drawing/2014/main" id="{2FF97846-1081-0204-4A96-C35BAFCAE758}"/>
              </a:ext>
            </a:extLst>
          </p:cNvPr>
          <p:cNvCxnSpPr>
            <a:cxnSpLocks/>
          </p:cNvCxnSpPr>
          <p:nvPr/>
        </p:nvCxnSpPr>
        <p:spPr>
          <a:xfrm flipV="1">
            <a:off x="6085103" y="3414210"/>
            <a:ext cx="0" cy="44336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job 1">
            <a:extLst>
              <a:ext uri="{FF2B5EF4-FFF2-40B4-BE49-F238E27FC236}">
                <a16:creationId xmlns:a16="http://schemas.microsoft.com/office/drawing/2014/main" id="{96D10D16-6596-7D51-FEC7-AC9EC52DAC70}"/>
              </a:ext>
            </a:extLst>
          </p:cNvPr>
          <p:cNvSpPr>
            <a:spLocks noGrp="1"/>
          </p:cNvSpPr>
          <p:nvPr/>
        </p:nvSpPr>
        <p:spPr>
          <a:xfrm>
            <a:off x="4190999" y="2813866"/>
            <a:ext cx="823913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01" name="job 1">
            <a:extLst>
              <a:ext uri="{FF2B5EF4-FFF2-40B4-BE49-F238E27FC236}">
                <a16:creationId xmlns:a16="http://schemas.microsoft.com/office/drawing/2014/main" id="{204F114E-38B8-F37F-008B-DF5194A54413}"/>
              </a:ext>
            </a:extLst>
          </p:cNvPr>
          <p:cNvSpPr>
            <a:spLocks noGrp="1"/>
          </p:cNvSpPr>
          <p:nvPr/>
        </p:nvSpPr>
        <p:spPr>
          <a:xfrm>
            <a:off x="5008347" y="2813360"/>
            <a:ext cx="823913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02" name="job 1">
            <a:extLst>
              <a:ext uri="{FF2B5EF4-FFF2-40B4-BE49-F238E27FC236}">
                <a16:creationId xmlns:a16="http://schemas.microsoft.com/office/drawing/2014/main" id="{B2BF842E-E4FB-C2D4-E6DA-53E6074A3FC6}"/>
              </a:ext>
            </a:extLst>
          </p:cNvPr>
          <p:cNvSpPr>
            <a:spLocks noGrp="1"/>
          </p:cNvSpPr>
          <p:nvPr/>
        </p:nvSpPr>
        <p:spPr>
          <a:xfrm>
            <a:off x="5840727" y="2813360"/>
            <a:ext cx="823913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EBC599D0-EEA0-D95B-4DB8-DB18AC897972}"/>
              </a:ext>
            </a:extLst>
          </p:cNvPr>
          <p:cNvCxnSpPr/>
          <p:nvPr/>
        </p:nvCxnSpPr>
        <p:spPr>
          <a:xfrm>
            <a:off x="6074021" y="3414210"/>
            <a:ext cx="585856" cy="0"/>
          </a:xfrm>
          <a:prstGeom prst="straightConnector1">
            <a:avLst/>
          </a:prstGeom>
          <a:ln w="952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01ADD07-FC09-798B-ED82-5952ED0C63D3}"/>
                  </a:ext>
                </a:extLst>
              </p:cNvPr>
              <p:cNvSpPr txBox="1"/>
              <p:nvPr/>
            </p:nvSpPr>
            <p:spPr>
              <a:xfrm>
                <a:off x="6284202" y="3184070"/>
                <a:ext cx="1522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01ADD07-FC09-798B-ED82-5952ED0C6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202" y="3184070"/>
                <a:ext cx="152286" cy="246221"/>
              </a:xfrm>
              <a:prstGeom prst="rect">
                <a:avLst/>
              </a:prstGeom>
              <a:blipFill>
                <a:blip r:embed="rId5"/>
                <a:stretch>
                  <a:fillRect l="-32000" r="-32000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B7EA4A4-87D3-4EFB-53C5-B47E86FB51AF}"/>
                  </a:ext>
                </a:extLst>
              </p:cNvPr>
              <p:cNvSpPr txBox="1"/>
              <p:nvPr/>
            </p:nvSpPr>
            <p:spPr>
              <a:xfrm>
                <a:off x="6116985" y="3504296"/>
                <a:ext cx="279051" cy="249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B7EA4A4-87D3-4EFB-53C5-B47E86FB5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985" y="3504296"/>
                <a:ext cx="279051" cy="249555"/>
              </a:xfrm>
              <a:prstGeom prst="rect">
                <a:avLst/>
              </a:prstGeom>
              <a:blipFill>
                <a:blip r:embed="rId6"/>
                <a:stretch>
                  <a:fillRect l="-15217" r="-4348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471FEC45-844E-FCE6-53CB-42A929B7C167}"/>
              </a:ext>
            </a:extLst>
          </p:cNvPr>
          <p:cNvSpPr txBox="1"/>
          <p:nvPr/>
        </p:nvSpPr>
        <p:spPr>
          <a:xfrm>
            <a:off x="3366134" y="4169312"/>
            <a:ext cx="1827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– </a:t>
            </a:r>
            <a:r>
              <a:rPr lang="en-US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chunk duration</a:t>
            </a:r>
            <a:r>
              <a:rPr lang="en-US" sz="1600" i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451243A9-24EA-552E-73FA-AF088F84A72F}"/>
                  </a:ext>
                </a:extLst>
              </p:cNvPr>
              <p:cNvSpPr txBox="1"/>
              <p:nvPr/>
            </p:nvSpPr>
            <p:spPr>
              <a:xfrm>
                <a:off x="5276066" y="4221189"/>
                <a:ext cx="20394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ru-RU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𝑝𝑟𝑒𝑒𝑚𝑝𝑡𝑖𝑜𝑛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𝑑𝑒𝑙𝑎𝑦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451243A9-24EA-552E-73FA-AF088F84A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066" y="4221189"/>
                <a:ext cx="2039469" cy="246221"/>
              </a:xfrm>
              <a:prstGeom prst="rect">
                <a:avLst/>
              </a:prstGeom>
              <a:blipFill>
                <a:blip r:embed="rId7"/>
                <a:stretch>
                  <a:fillRect l="-2090" r="-2687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9FBD5787-DE28-B153-C7D9-EA847189AE17}"/>
              </a:ext>
            </a:extLst>
          </p:cNvPr>
          <p:cNvSpPr txBox="1"/>
          <p:nvPr/>
        </p:nvSpPr>
        <p:spPr>
          <a:xfrm>
            <a:off x="3626908" y="2807305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F6C10C9-7C1A-D49A-792D-06EC13DE9E06}"/>
              </a:ext>
            </a:extLst>
          </p:cNvPr>
          <p:cNvSpPr txBox="1"/>
          <p:nvPr/>
        </p:nvSpPr>
        <p:spPr>
          <a:xfrm>
            <a:off x="4450820" y="2801850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D9DF900-DA43-93FA-4AE2-191E54DE3A25}"/>
              </a:ext>
            </a:extLst>
          </p:cNvPr>
          <p:cNvSpPr txBox="1"/>
          <p:nvPr/>
        </p:nvSpPr>
        <p:spPr>
          <a:xfrm>
            <a:off x="5264333" y="2805740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4D61885-48D1-A8F5-04A5-05ACED7601FF}"/>
              </a:ext>
            </a:extLst>
          </p:cNvPr>
          <p:cNvSpPr txBox="1"/>
          <p:nvPr/>
        </p:nvSpPr>
        <p:spPr>
          <a:xfrm>
            <a:off x="6088245" y="2807904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785CE89-F3C8-CE5E-3628-0E20EF59A84B}"/>
                  </a:ext>
                </a:extLst>
              </p:cNvPr>
              <p:cNvSpPr txBox="1"/>
              <p:nvPr/>
            </p:nvSpPr>
            <p:spPr>
              <a:xfrm>
                <a:off x="7514272" y="4241733"/>
                <a:ext cx="87524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ru-RU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nor/>
                        </m:rPr>
                        <a:rPr lang="ru-RU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l-GR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ru-RU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</m:t>
                      </m:r>
                      <m:r>
                        <m:rPr>
                          <m:nor/>
                        </m:rPr>
                        <a:rPr lang="el-GR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785CE89-F3C8-CE5E-3628-0E20EF59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272" y="4241733"/>
                <a:ext cx="875240" cy="246221"/>
              </a:xfrm>
              <a:prstGeom prst="rect">
                <a:avLst/>
              </a:prstGeom>
              <a:blipFill>
                <a:blip r:embed="rId8"/>
                <a:stretch>
                  <a:fillRect l="-5594" r="-4895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92C8681B-EAF0-759F-3539-7E4295E2CB9B}"/>
              </a:ext>
            </a:extLst>
          </p:cNvPr>
          <p:cNvSpPr txBox="1"/>
          <p:nvPr/>
        </p:nvSpPr>
        <p:spPr>
          <a:xfrm>
            <a:off x="6928216" y="3479260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30A41BE-7054-E8C7-30A5-25C3326A7A80}"/>
              </a:ext>
            </a:extLst>
          </p:cNvPr>
          <p:cNvSpPr txBox="1"/>
          <p:nvPr/>
        </p:nvSpPr>
        <p:spPr>
          <a:xfrm>
            <a:off x="7752130" y="3473804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FEF75D4-C896-C87D-6EAF-A68FECC7C9E8}"/>
              </a:ext>
            </a:extLst>
          </p:cNvPr>
          <p:cNvSpPr txBox="1"/>
          <p:nvPr/>
        </p:nvSpPr>
        <p:spPr>
          <a:xfrm>
            <a:off x="8565641" y="3477695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2" name="execution guide 30">
            <a:extLst>
              <a:ext uri="{FF2B5EF4-FFF2-40B4-BE49-F238E27FC236}">
                <a16:creationId xmlns:a16="http://schemas.microsoft.com/office/drawing/2014/main" id="{F267FE90-E4CC-C0C2-7C71-ABB1A6D90379}"/>
              </a:ext>
            </a:extLst>
          </p:cNvPr>
          <p:cNvSpPr>
            <a:spLocks noGrp="1"/>
          </p:cNvSpPr>
          <p:nvPr/>
        </p:nvSpPr>
        <p:spPr>
          <a:xfrm>
            <a:off x="9123117" y="2801850"/>
            <a:ext cx="0" cy="1034199"/>
          </a:xfrm>
          <a:prstGeom prst="line">
            <a:avLst/>
          </a:prstGeom>
          <a:noFill/>
          <a:ln w="9525">
            <a:solidFill>
              <a:srgbClr val="FF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3" name="execution tick 20">
            <a:extLst>
              <a:ext uri="{FF2B5EF4-FFF2-40B4-BE49-F238E27FC236}">
                <a16:creationId xmlns:a16="http://schemas.microsoft.com/office/drawing/2014/main" id="{DEC71EB2-145B-0ED0-FFB3-08298943A487}"/>
              </a:ext>
            </a:extLst>
          </p:cNvPr>
          <p:cNvSpPr>
            <a:spLocks noGrp="1"/>
          </p:cNvSpPr>
          <p:nvPr/>
        </p:nvSpPr>
        <p:spPr>
          <a:xfrm>
            <a:off x="8926616" y="3899053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5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32</a:t>
            </a:r>
            <a:endParaRPr sz="15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5452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9210D-1FC6-EA64-C807-A27A4E20B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xecution guide 30">
            <a:extLst>
              <a:ext uri="{FF2B5EF4-FFF2-40B4-BE49-F238E27FC236}">
                <a16:creationId xmlns:a16="http://schemas.microsoft.com/office/drawing/2014/main" id="{B870DE9B-65F4-DD1A-8277-2D75263E46C3}"/>
              </a:ext>
            </a:extLst>
          </p:cNvPr>
          <p:cNvSpPr>
            <a:spLocks noGrp="1"/>
          </p:cNvSpPr>
          <p:nvPr/>
        </p:nvSpPr>
        <p:spPr>
          <a:xfrm>
            <a:off x="7423785" y="2811780"/>
            <a:ext cx="0" cy="12192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4" name="Rectangle 361">
            <a:extLst>
              <a:ext uri="{FF2B5EF4-FFF2-40B4-BE49-F238E27FC236}">
                <a16:creationId xmlns:a16="http://schemas.microsoft.com/office/drawing/2014/main" id="{481292C1-61D3-6382-B9FB-4C1AE235C700}"/>
              </a:ext>
            </a:extLst>
          </p:cNvPr>
          <p:cNvSpPr/>
          <p:nvPr/>
        </p:nvSpPr>
        <p:spPr>
          <a:xfrm flipH="1">
            <a:off x="6606543" y="2809384"/>
            <a:ext cx="2527886" cy="373856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DFFBD5D4-8992-3224-2392-78F452108326}"/>
              </a:ext>
            </a:extLst>
          </p:cNvPr>
          <p:cNvSpPr>
            <a:spLocks noGrp="1"/>
          </p:cNvSpPr>
          <p:nvPr/>
        </p:nvSpPr>
        <p:spPr>
          <a:xfrm>
            <a:off x="3366135" y="2811780"/>
            <a:ext cx="0" cy="12192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21" name="execution guide 10">
            <a:extLst>
              <a:ext uri="{FF2B5EF4-FFF2-40B4-BE49-F238E27FC236}">
                <a16:creationId xmlns:a16="http://schemas.microsoft.com/office/drawing/2014/main" id="{A3638191-21D1-B1A8-F831-640E461BBBC8}"/>
              </a:ext>
            </a:extLst>
          </p:cNvPr>
          <p:cNvSpPr>
            <a:spLocks noGrp="1"/>
          </p:cNvSpPr>
          <p:nvPr/>
        </p:nvSpPr>
        <p:spPr>
          <a:xfrm>
            <a:off x="4718685" y="2811780"/>
            <a:ext cx="0" cy="12192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23" name="execution guide 20">
            <a:extLst>
              <a:ext uri="{FF2B5EF4-FFF2-40B4-BE49-F238E27FC236}">
                <a16:creationId xmlns:a16="http://schemas.microsoft.com/office/drawing/2014/main" id="{983984AD-F922-5EA6-2C78-05323B6AD4FE}"/>
              </a:ext>
            </a:extLst>
          </p:cNvPr>
          <p:cNvSpPr>
            <a:spLocks noGrp="1"/>
          </p:cNvSpPr>
          <p:nvPr/>
        </p:nvSpPr>
        <p:spPr>
          <a:xfrm>
            <a:off x="6071235" y="2811781"/>
            <a:ext cx="4753" cy="1034197"/>
          </a:xfrm>
          <a:prstGeom prst="line">
            <a:avLst/>
          </a:prstGeom>
          <a:noFill/>
          <a:ln w="12700">
            <a:solidFill>
              <a:schemeClr val="bg2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27" name="execution guide 40">
            <a:extLst>
              <a:ext uri="{FF2B5EF4-FFF2-40B4-BE49-F238E27FC236}">
                <a16:creationId xmlns:a16="http://schemas.microsoft.com/office/drawing/2014/main" id="{1FD8037B-009F-1B7E-1F75-AD8B851D3768}"/>
              </a:ext>
            </a:extLst>
          </p:cNvPr>
          <p:cNvSpPr>
            <a:spLocks noGrp="1"/>
          </p:cNvSpPr>
          <p:nvPr/>
        </p:nvSpPr>
        <p:spPr>
          <a:xfrm>
            <a:off x="8706485" y="2811780"/>
            <a:ext cx="0" cy="1219200"/>
          </a:xfrm>
          <a:prstGeom prst="line">
            <a:avLst/>
          </a:prstGeom>
          <a:noFill/>
          <a:ln w="6668">
            <a:solidFill>
              <a:srgbClr val="DDDDDD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E5CEF769-9CF4-63D1-901D-C62E509460EF}"/>
              </a:ext>
            </a:extLst>
          </p:cNvPr>
          <p:cNvSpPr>
            <a:spLocks noGrp="1"/>
          </p:cNvSpPr>
          <p:nvPr/>
        </p:nvSpPr>
        <p:spPr>
          <a:xfrm>
            <a:off x="9387122" y="3699926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10763406-C2EA-D2C9-4940-8903D8C5D48D}"/>
              </a:ext>
            </a:extLst>
          </p:cNvPr>
          <p:cNvSpPr>
            <a:spLocks noGrp="1"/>
          </p:cNvSpPr>
          <p:nvPr/>
        </p:nvSpPr>
        <p:spPr>
          <a:xfrm>
            <a:off x="3367085" y="2813866"/>
            <a:ext cx="1099328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7C10FB8-E755-74D8-0C99-8E17CC42694E}"/>
                  </a:ext>
                </a:extLst>
              </p:cNvPr>
              <p:cNvSpPr txBox="1"/>
              <p:nvPr/>
            </p:nvSpPr>
            <p:spPr>
              <a:xfrm>
                <a:off x="4925455" y="2362657"/>
                <a:ext cx="218931" cy="256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7C10FB8-E755-74D8-0C99-8E17CC426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455" y="2362657"/>
                <a:ext cx="218931" cy="256993"/>
              </a:xfrm>
              <a:prstGeom prst="rect">
                <a:avLst/>
              </a:prstGeom>
              <a:blipFill>
                <a:blip r:embed="rId2"/>
                <a:stretch>
                  <a:fillRect l="-41667" r="-41667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lease heading">
            <a:extLst>
              <a:ext uri="{FF2B5EF4-FFF2-40B4-BE49-F238E27FC236}">
                <a16:creationId xmlns:a16="http://schemas.microsoft.com/office/drawing/2014/main" id="{76DCC9B6-05BB-F38A-93FE-2E6EDC2CB750}"/>
              </a:ext>
            </a:extLst>
          </p:cNvPr>
          <p:cNvSpPr>
            <a:spLocks noGrp="1"/>
          </p:cNvSpPr>
          <p:nvPr/>
        </p:nvSpPr>
        <p:spPr>
          <a:xfrm>
            <a:off x="2936079" y="2223648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sz="2117" b="1" dirty="0"/>
              <a:t>Chunked EDF</a:t>
            </a:r>
            <a:endParaRPr lang="en-RU" sz="2117" b="1" dirty="0"/>
          </a:p>
        </p:txBody>
      </p:sp>
      <p:sp>
        <p:nvSpPr>
          <p:cNvPr id="20" name="execution tick 0">
            <a:extLst>
              <a:ext uri="{FF2B5EF4-FFF2-40B4-BE49-F238E27FC236}">
                <a16:creationId xmlns:a16="http://schemas.microsoft.com/office/drawing/2014/main" id="{69BCD058-713F-FFD2-CE40-10046BCE4108}"/>
              </a:ext>
            </a:extLst>
          </p:cNvPr>
          <p:cNvSpPr>
            <a:spLocks noGrp="1"/>
          </p:cNvSpPr>
          <p:nvPr/>
        </p:nvSpPr>
        <p:spPr>
          <a:xfrm>
            <a:off x="3183043" y="3884922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10</a:t>
            </a:r>
            <a:endParaRPr sz="1500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22" name="execution tick 10">
            <a:extLst>
              <a:ext uri="{FF2B5EF4-FFF2-40B4-BE49-F238E27FC236}">
                <a16:creationId xmlns:a16="http://schemas.microsoft.com/office/drawing/2014/main" id="{44CFECF8-B178-58FE-8F50-9FEFC8056958}"/>
              </a:ext>
            </a:extLst>
          </p:cNvPr>
          <p:cNvSpPr>
            <a:spLocks noGrp="1"/>
          </p:cNvSpPr>
          <p:nvPr/>
        </p:nvSpPr>
        <p:spPr>
          <a:xfrm>
            <a:off x="4510191" y="3884922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15</a:t>
            </a:r>
            <a:endParaRPr sz="1500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24" name="execution tick 20">
            <a:extLst>
              <a:ext uri="{FF2B5EF4-FFF2-40B4-BE49-F238E27FC236}">
                <a16:creationId xmlns:a16="http://schemas.microsoft.com/office/drawing/2014/main" id="{5000220C-CD1B-7EB2-ED2C-CDEF02BA78F4}"/>
              </a:ext>
            </a:extLst>
          </p:cNvPr>
          <p:cNvSpPr>
            <a:spLocks noGrp="1"/>
          </p:cNvSpPr>
          <p:nvPr/>
        </p:nvSpPr>
        <p:spPr>
          <a:xfrm>
            <a:off x="5904544" y="3884922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20</a:t>
            </a:r>
          </a:p>
        </p:txBody>
      </p:sp>
      <p:sp>
        <p:nvSpPr>
          <p:cNvPr id="26" name="execution tick 30">
            <a:extLst>
              <a:ext uri="{FF2B5EF4-FFF2-40B4-BE49-F238E27FC236}">
                <a16:creationId xmlns:a16="http://schemas.microsoft.com/office/drawing/2014/main" id="{35A8722B-B41D-4E96-AD48-A40248C77722}"/>
              </a:ext>
            </a:extLst>
          </p:cNvPr>
          <p:cNvSpPr>
            <a:spLocks noGrp="1"/>
          </p:cNvSpPr>
          <p:nvPr/>
        </p:nvSpPr>
        <p:spPr>
          <a:xfrm>
            <a:off x="7223761" y="3893389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25</a:t>
            </a:r>
            <a:endParaRPr sz="1500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28" name="execution tick 40">
            <a:extLst>
              <a:ext uri="{FF2B5EF4-FFF2-40B4-BE49-F238E27FC236}">
                <a16:creationId xmlns:a16="http://schemas.microsoft.com/office/drawing/2014/main" id="{B2617A15-BCC5-3205-A53B-2DA265A0E7B9}"/>
              </a:ext>
            </a:extLst>
          </p:cNvPr>
          <p:cNvSpPr>
            <a:spLocks noGrp="1"/>
          </p:cNvSpPr>
          <p:nvPr/>
        </p:nvSpPr>
        <p:spPr>
          <a:xfrm>
            <a:off x="8492172" y="3897631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30</a:t>
            </a:r>
            <a:endParaRPr sz="1500" dirty="0">
              <a:solidFill>
                <a:srgbClr val="20202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73" name="Правая фигурная скобка 72">
            <a:extLst>
              <a:ext uri="{FF2B5EF4-FFF2-40B4-BE49-F238E27FC236}">
                <a16:creationId xmlns:a16="http://schemas.microsoft.com/office/drawing/2014/main" id="{672F1AA9-8FA0-1539-7A07-8E909BE6C271}"/>
              </a:ext>
            </a:extLst>
          </p:cNvPr>
          <p:cNvSpPr/>
          <p:nvPr/>
        </p:nvSpPr>
        <p:spPr>
          <a:xfrm rot="16200000">
            <a:off x="4915822" y="1075406"/>
            <a:ext cx="199070" cy="3288921"/>
          </a:xfrm>
          <a:prstGeom prst="rightBrac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76" name="Правая фигурная скобка 75">
            <a:extLst>
              <a:ext uri="{FF2B5EF4-FFF2-40B4-BE49-F238E27FC236}">
                <a16:creationId xmlns:a16="http://schemas.microsoft.com/office/drawing/2014/main" id="{56F25845-6E44-4CED-C9D7-1CC6F09BE8F5}"/>
              </a:ext>
            </a:extLst>
          </p:cNvPr>
          <p:cNvSpPr/>
          <p:nvPr/>
        </p:nvSpPr>
        <p:spPr>
          <a:xfrm rot="16200000">
            <a:off x="7796723" y="2177835"/>
            <a:ext cx="199070" cy="2463228"/>
          </a:xfrm>
          <a:prstGeom prst="rightBrac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6A4173E-A5C9-E897-A77C-1927352F0C88}"/>
                  </a:ext>
                </a:extLst>
              </p:cNvPr>
              <p:cNvSpPr txBox="1"/>
              <p:nvPr/>
            </p:nvSpPr>
            <p:spPr>
              <a:xfrm>
                <a:off x="7798256" y="3058075"/>
                <a:ext cx="218931" cy="256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6A4173E-A5C9-E897-A77C-1927352F0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256" y="3058075"/>
                <a:ext cx="218931" cy="256993"/>
              </a:xfrm>
              <a:prstGeom prst="rect">
                <a:avLst/>
              </a:prstGeom>
              <a:blipFill>
                <a:blip r:embed="rId3"/>
                <a:stretch>
                  <a:fillRect l="-41667" r="-4444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execution guide 30">
            <a:extLst>
              <a:ext uri="{FF2B5EF4-FFF2-40B4-BE49-F238E27FC236}">
                <a16:creationId xmlns:a16="http://schemas.microsoft.com/office/drawing/2014/main" id="{98C71FF1-57F1-744D-8163-4BBDC3FBC4EB}"/>
              </a:ext>
            </a:extLst>
          </p:cNvPr>
          <p:cNvSpPr>
            <a:spLocks noGrp="1"/>
          </p:cNvSpPr>
          <p:nvPr/>
        </p:nvSpPr>
        <p:spPr>
          <a:xfrm>
            <a:off x="5562742" y="2812068"/>
            <a:ext cx="0" cy="1034199"/>
          </a:xfrm>
          <a:prstGeom prst="line">
            <a:avLst/>
          </a:prstGeom>
          <a:noFill/>
          <a:ln w="9525">
            <a:solidFill>
              <a:srgbClr val="FF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3" name="execution tick 20">
            <a:extLst>
              <a:ext uri="{FF2B5EF4-FFF2-40B4-BE49-F238E27FC236}">
                <a16:creationId xmlns:a16="http://schemas.microsoft.com/office/drawing/2014/main" id="{7F0FDF6F-E938-E16F-F661-E98E4DF81D4B}"/>
              </a:ext>
            </a:extLst>
          </p:cNvPr>
          <p:cNvSpPr>
            <a:spLocks noGrp="1"/>
          </p:cNvSpPr>
          <p:nvPr/>
        </p:nvSpPr>
        <p:spPr>
          <a:xfrm>
            <a:off x="5368762" y="3873548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1</a:t>
            </a:r>
            <a:r>
              <a:rPr lang="ru-RU" sz="15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8</a:t>
            </a:r>
            <a:endParaRPr sz="1500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91" name="execution tick 20">
            <a:extLst>
              <a:ext uri="{FF2B5EF4-FFF2-40B4-BE49-F238E27FC236}">
                <a16:creationId xmlns:a16="http://schemas.microsoft.com/office/drawing/2014/main" id="{F869D901-26F7-707F-E9CC-416134AF5B0C}"/>
              </a:ext>
            </a:extLst>
          </p:cNvPr>
          <p:cNvSpPr>
            <a:spLocks noGrp="1"/>
          </p:cNvSpPr>
          <p:nvPr/>
        </p:nvSpPr>
        <p:spPr>
          <a:xfrm>
            <a:off x="6488288" y="3883644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22</a:t>
            </a:r>
            <a:endParaRPr sz="15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cxnSp>
        <p:nvCxnSpPr>
          <p:cNvPr id="98" name="Straight Connector 90">
            <a:extLst>
              <a:ext uri="{FF2B5EF4-FFF2-40B4-BE49-F238E27FC236}">
                <a16:creationId xmlns:a16="http://schemas.microsoft.com/office/drawing/2014/main" id="{F8D0B353-EED9-8475-DB63-59545FC52CFF}"/>
              </a:ext>
            </a:extLst>
          </p:cNvPr>
          <p:cNvCxnSpPr>
            <a:cxnSpLocks/>
          </p:cNvCxnSpPr>
          <p:nvPr/>
        </p:nvCxnSpPr>
        <p:spPr>
          <a:xfrm flipV="1">
            <a:off x="6085103" y="3414210"/>
            <a:ext cx="0" cy="443364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8E53BCDA-EF54-F9FC-78DF-DD4D2EA1559A}"/>
              </a:ext>
            </a:extLst>
          </p:cNvPr>
          <p:cNvCxnSpPr/>
          <p:nvPr/>
        </p:nvCxnSpPr>
        <p:spPr>
          <a:xfrm>
            <a:off x="6074021" y="3414210"/>
            <a:ext cx="585856" cy="0"/>
          </a:xfrm>
          <a:prstGeom prst="straightConnector1">
            <a:avLst/>
          </a:prstGeom>
          <a:ln w="952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BC6E73B-719F-9B13-3DA2-4F32900A48B1}"/>
                  </a:ext>
                </a:extLst>
              </p:cNvPr>
              <p:cNvSpPr txBox="1"/>
              <p:nvPr/>
            </p:nvSpPr>
            <p:spPr>
              <a:xfrm>
                <a:off x="6284202" y="3184070"/>
                <a:ext cx="1522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BC6E73B-719F-9B13-3DA2-4F32900A4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202" y="3184070"/>
                <a:ext cx="152286" cy="246221"/>
              </a:xfrm>
              <a:prstGeom prst="rect">
                <a:avLst/>
              </a:prstGeom>
              <a:blipFill>
                <a:blip r:embed="rId4"/>
                <a:stretch>
                  <a:fillRect l="-32000" r="-32000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5A311073-B634-226F-1F78-B582D1A0A4AF}"/>
                  </a:ext>
                </a:extLst>
              </p:cNvPr>
              <p:cNvSpPr txBox="1"/>
              <p:nvPr/>
            </p:nvSpPr>
            <p:spPr>
              <a:xfrm>
                <a:off x="6116986" y="3504296"/>
                <a:ext cx="333809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5A311073-B634-226F-1F78-B582D1A0A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986" y="3504296"/>
                <a:ext cx="333809" cy="256993"/>
              </a:xfrm>
              <a:prstGeom prst="rect">
                <a:avLst/>
              </a:prstGeom>
              <a:blipFill>
                <a:blip r:embed="rId5"/>
                <a:stretch>
                  <a:fillRect l="-7273" r="-3636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E7B1D2C7-3D68-005E-20FF-22F918499E4F}"/>
              </a:ext>
            </a:extLst>
          </p:cNvPr>
          <p:cNvSpPr txBox="1"/>
          <p:nvPr/>
        </p:nvSpPr>
        <p:spPr>
          <a:xfrm>
            <a:off x="3766501" y="2816138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3" name="execution tick 20">
            <a:extLst>
              <a:ext uri="{FF2B5EF4-FFF2-40B4-BE49-F238E27FC236}">
                <a16:creationId xmlns:a16="http://schemas.microsoft.com/office/drawing/2014/main" id="{E91E4E19-79D3-BDCA-6BF6-3DB97FFEAF34}"/>
              </a:ext>
            </a:extLst>
          </p:cNvPr>
          <p:cNvSpPr>
            <a:spLocks noGrp="1"/>
          </p:cNvSpPr>
          <p:nvPr/>
        </p:nvSpPr>
        <p:spPr>
          <a:xfrm>
            <a:off x="8926616" y="3899053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5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32</a:t>
            </a:r>
            <a:endParaRPr sz="15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4" name="job 1">
            <a:extLst>
              <a:ext uri="{FF2B5EF4-FFF2-40B4-BE49-F238E27FC236}">
                <a16:creationId xmlns:a16="http://schemas.microsoft.com/office/drawing/2014/main" id="{D573BC5E-9B34-C23E-70F3-5F1CC767307F}"/>
              </a:ext>
            </a:extLst>
          </p:cNvPr>
          <p:cNvSpPr>
            <a:spLocks noGrp="1"/>
          </p:cNvSpPr>
          <p:nvPr/>
        </p:nvSpPr>
        <p:spPr>
          <a:xfrm>
            <a:off x="4461516" y="2814420"/>
            <a:ext cx="1099328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6B8781-47C2-C0BC-D6C7-E8CEDBC7B70A}"/>
              </a:ext>
            </a:extLst>
          </p:cNvPr>
          <p:cNvSpPr txBox="1"/>
          <p:nvPr/>
        </p:nvSpPr>
        <p:spPr>
          <a:xfrm>
            <a:off x="4861476" y="2815552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6" name="job 1">
            <a:extLst>
              <a:ext uri="{FF2B5EF4-FFF2-40B4-BE49-F238E27FC236}">
                <a16:creationId xmlns:a16="http://schemas.microsoft.com/office/drawing/2014/main" id="{95AD93BC-2044-B265-C2D2-0B0A779AC974}"/>
              </a:ext>
            </a:extLst>
          </p:cNvPr>
          <p:cNvSpPr>
            <a:spLocks noGrp="1"/>
          </p:cNvSpPr>
          <p:nvPr/>
        </p:nvSpPr>
        <p:spPr>
          <a:xfrm>
            <a:off x="5562674" y="2807022"/>
            <a:ext cx="1099328" cy="376219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12183-3090-7C1D-09FB-98E2A2339837}"/>
              </a:ext>
            </a:extLst>
          </p:cNvPr>
          <p:cNvSpPr txBox="1"/>
          <p:nvPr/>
        </p:nvSpPr>
        <p:spPr>
          <a:xfrm>
            <a:off x="5957776" y="2816831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8" name="job 1">
            <a:extLst>
              <a:ext uri="{FF2B5EF4-FFF2-40B4-BE49-F238E27FC236}">
                <a16:creationId xmlns:a16="http://schemas.microsoft.com/office/drawing/2014/main" id="{2346DA18-F694-B5BF-CFE8-2233090822EC}"/>
              </a:ext>
            </a:extLst>
          </p:cNvPr>
          <p:cNvSpPr>
            <a:spLocks noGrp="1"/>
          </p:cNvSpPr>
          <p:nvPr/>
        </p:nvSpPr>
        <p:spPr>
          <a:xfrm>
            <a:off x="6659620" y="3477497"/>
            <a:ext cx="1099328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9" name="job 1">
            <a:extLst>
              <a:ext uri="{FF2B5EF4-FFF2-40B4-BE49-F238E27FC236}">
                <a16:creationId xmlns:a16="http://schemas.microsoft.com/office/drawing/2014/main" id="{1508C17C-5E25-F5BE-2BD3-6610F402D28F}"/>
              </a:ext>
            </a:extLst>
          </p:cNvPr>
          <p:cNvSpPr>
            <a:spLocks noGrp="1"/>
          </p:cNvSpPr>
          <p:nvPr/>
        </p:nvSpPr>
        <p:spPr>
          <a:xfrm>
            <a:off x="7756377" y="3477273"/>
            <a:ext cx="1099328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0" name="job 1">
            <a:extLst>
              <a:ext uri="{FF2B5EF4-FFF2-40B4-BE49-F238E27FC236}">
                <a16:creationId xmlns:a16="http://schemas.microsoft.com/office/drawing/2014/main" id="{AD984C47-15CF-67CE-8239-17D53AE60B46}"/>
              </a:ext>
            </a:extLst>
          </p:cNvPr>
          <p:cNvSpPr>
            <a:spLocks noGrp="1"/>
          </p:cNvSpPr>
          <p:nvPr/>
        </p:nvSpPr>
        <p:spPr>
          <a:xfrm>
            <a:off x="8849866" y="3477750"/>
            <a:ext cx="285749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F4C645-A644-0E77-1F1A-513B1B4EE190}"/>
              </a:ext>
            </a:extLst>
          </p:cNvPr>
          <p:cNvSpPr txBox="1"/>
          <p:nvPr/>
        </p:nvSpPr>
        <p:spPr>
          <a:xfrm>
            <a:off x="7063536" y="3483083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AC6CDD-B97F-10CE-EAEB-10A01C13588D}"/>
              </a:ext>
            </a:extLst>
          </p:cNvPr>
          <p:cNvSpPr txBox="1"/>
          <p:nvPr/>
        </p:nvSpPr>
        <p:spPr>
          <a:xfrm>
            <a:off x="8154153" y="3485734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7DBA3-856A-A39E-C169-A1A0756FA9D2}"/>
              </a:ext>
            </a:extLst>
          </p:cNvPr>
          <p:cNvSpPr txBox="1"/>
          <p:nvPr/>
        </p:nvSpPr>
        <p:spPr>
          <a:xfrm>
            <a:off x="8837765" y="3473468"/>
            <a:ext cx="304268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117" dirty="0"/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5CA858C1-7CA4-53D0-CAEB-3CFFAF227EE3}"/>
              </a:ext>
            </a:extLst>
          </p:cNvPr>
          <p:cNvCxnSpPr>
            <a:cxnSpLocks/>
          </p:cNvCxnSpPr>
          <p:nvPr/>
        </p:nvCxnSpPr>
        <p:spPr>
          <a:xfrm>
            <a:off x="3361376" y="3849730"/>
            <a:ext cx="5993866" cy="19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execution guide 30">
            <a:extLst>
              <a:ext uri="{FF2B5EF4-FFF2-40B4-BE49-F238E27FC236}">
                <a16:creationId xmlns:a16="http://schemas.microsoft.com/office/drawing/2014/main" id="{8DCAEBB8-7AB9-B18D-9428-04E88B3857CA}"/>
              </a:ext>
            </a:extLst>
          </p:cNvPr>
          <p:cNvSpPr>
            <a:spLocks noGrp="1"/>
          </p:cNvSpPr>
          <p:nvPr/>
        </p:nvSpPr>
        <p:spPr>
          <a:xfrm>
            <a:off x="6658289" y="2811343"/>
            <a:ext cx="0" cy="1034199"/>
          </a:xfrm>
          <a:prstGeom prst="line">
            <a:avLst/>
          </a:prstGeom>
          <a:noFill/>
          <a:ln w="9525">
            <a:solidFill>
              <a:srgbClr val="FF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2" name="execution guide 30">
            <a:extLst>
              <a:ext uri="{FF2B5EF4-FFF2-40B4-BE49-F238E27FC236}">
                <a16:creationId xmlns:a16="http://schemas.microsoft.com/office/drawing/2014/main" id="{28FF5D14-CC74-9BF5-A18B-1C5F3722035B}"/>
              </a:ext>
            </a:extLst>
          </p:cNvPr>
          <p:cNvSpPr>
            <a:spLocks noGrp="1"/>
          </p:cNvSpPr>
          <p:nvPr/>
        </p:nvSpPr>
        <p:spPr>
          <a:xfrm>
            <a:off x="9127872" y="2812067"/>
            <a:ext cx="7150" cy="1038269"/>
          </a:xfrm>
          <a:prstGeom prst="line">
            <a:avLst/>
          </a:prstGeom>
          <a:noFill/>
          <a:ln w="9525">
            <a:solidFill>
              <a:srgbClr val="FF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7" name="Freeform 402">
            <a:extLst>
              <a:ext uri="{FF2B5EF4-FFF2-40B4-BE49-F238E27FC236}">
                <a16:creationId xmlns:a16="http://schemas.microsoft.com/office/drawing/2014/main" id="{449518EC-4B0C-6026-4B9D-D2217DBC48E3}"/>
              </a:ext>
            </a:extLst>
          </p:cNvPr>
          <p:cNvSpPr/>
          <p:nvPr/>
        </p:nvSpPr>
        <p:spPr>
          <a:xfrm>
            <a:off x="6673509" y="2616548"/>
            <a:ext cx="215865" cy="194117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kip label">
                <a:extLst>
                  <a:ext uri="{FF2B5EF4-FFF2-40B4-BE49-F238E27FC236}">
                    <a16:creationId xmlns:a16="http://schemas.microsoft.com/office/drawing/2014/main" id="{198C9F1C-B7E2-416F-CA9D-967888F210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292966" y="2335983"/>
                <a:ext cx="1192817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𝑝𝑟𝑒𝑒𝑚𝑝𝑡𝑖𝑜𝑛</m:t>
                      </m:r>
                    </m:oMath>
                  </m:oMathPara>
                </a14:m>
                <a:endParaRPr lang="ar-AE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18" name="skip label">
                <a:extLst>
                  <a:ext uri="{FF2B5EF4-FFF2-40B4-BE49-F238E27FC236}">
                    <a16:creationId xmlns:a16="http://schemas.microsoft.com/office/drawing/2014/main" id="{198C9F1C-B7E2-416F-CA9D-967888F210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966" y="2335983"/>
                <a:ext cx="1192817" cy="295275"/>
              </a:xfrm>
              <a:prstGeom prst="rect">
                <a:avLst/>
              </a:prstGeom>
              <a:blipFill>
                <a:blip r:embed="rId6"/>
                <a:stretch>
                  <a:fillRect r="-4082" b="-1836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811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A93DD-384B-F8AB-2191-F12618E1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Группа 284">
            <a:extLst>
              <a:ext uri="{FF2B5EF4-FFF2-40B4-BE49-F238E27FC236}">
                <a16:creationId xmlns:a16="http://schemas.microsoft.com/office/drawing/2014/main" id="{F1CFBBBA-E886-C3C3-6A64-1B1AD3AB029F}"/>
              </a:ext>
            </a:extLst>
          </p:cNvPr>
          <p:cNvGrpSpPr/>
          <p:nvPr/>
        </p:nvGrpSpPr>
        <p:grpSpPr>
          <a:xfrm>
            <a:off x="2744796" y="2673289"/>
            <a:ext cx="6301889" cy="2044046"/>
            <a:chOff x="85861" y="4361891"/>
            <a:chExt cx="6301889" cy="20440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id="{BC1D53B8-944A-924B-0C65-5B89B8B1A3E3}"/>
                    </a:ext>
                  </a:extLst>
                </p:cNvPr>
                <p:cNvSpPr txBox="1"/>
                <p:nvPr/>
              </p:nvSpPr>
              <p:spPr>
                <a:xfrm>
                  <a:off x="2320567" y="4502273"/>
                  <a:ext cx="145251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𝑐𝑢𝑟𝑟𝑒𝑛𝑡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𝑠𝑦𝑠𝑡𝑒𝑚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𝑡𝑖𝑚𝑒</m:t>
                        </m:r>
                      </m:oMath>
                    </m:oMathPara>
                  </a14:m>
                  <a:endParaRPr lang="en-RU" sz="1200" i="1" dirty="0"/>
                </a:p>
              </p:txBody>
            </p:sp>
          </mc:Choice>
          <mc:Fallback xmlns=""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id="{BC1D53B8-944A-924B-0C65-5B89B8B1A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567" y="4502273"/>
                  <a:ext cx="1452514" cy="184666"/>
                </a:xfrm>
                <a:prstGeom prst="rect">
                  <a:avLst/>
                </a:prstGeom>
                <a:blipFill>
                  <a:blip r:embed="rId2"/>
                  <a:stretch>
                    <a:fillRect l="-1681" r="-1681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7" name="Группа 286">
              <a:extLst>
                <a:ext uri="{FF2B5EF4-FFF2-40B4-BE49-F238E27FC236}">
                  <a16:creationId xmlns:a16="http://schemas.microsoft.com/office/drawing/2014/main" id="{B13A34E9-6CA9-8584-4552-94EB82CDBD53}"/>
                </a:ext>
              </a:extLst>
            </p:cNvPr>
            <p:cNvGrpSpPr/>
            <p:nvPr/>
          </p:nvGrpSpPr>
          <p:grpSpPr>
            <a:xfrm>
              <a:off x="235029" y="4836518"/>
              <a:ext cx="6152721" cy="1569419"/>
              <a:chOff x="235029" y="4836518"/>
              <a:chExt cx="6152721" cy="156941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2" name="TextBox 291">
                    <a:extLst>
                      <a:ext uri="{FF2B5EF4-FFF2-40B4-BE49-F238E27FC236}">
                        <a16:creationId xmlns:a16="http://schemas.microsoft.com/office/drawing/2014/main" id="{8EB366A6-9E5F-306A-EFF6-C0B9851149D0}"/>
                      </a:ext>
                    </a:extLst>
                  </p:cNvPr>
                  <p:cNvSpPr txBox="1"/>
                  <p:nvPr/>
                </p:nvSpPr>
                <p:spPr>
                  <a:xfrm>
                    <a:off x="1349713" y="5137149"/>
                    <a:ext cx="485774" cy="24737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𝑛𝑒𝑥𝑡</m:t>
                              </m:r>
                            </m:sup>
                          </m:sSubSup>
                        </m:oMath>
                      </m:oMathPara>
                    </a14:m>
                    <a:endParaRPr lang="en-RU" sz="1600" dirty="0"/>
                  </a:p>
                </p:txBody>
              </p:sp>
            </mc:Choice>
            <mc:Fallback xmlns="">
              <p:sp>
                <p:nvSpPr>
                  <p:cNvPr id="292" name="TextBox 291">
                    <a:extLst>
                      <a:ext uri="{FF2B5EF4-FFF2-40B4-BE49-F238E27FC236}">
                        <a16:creationId xmlns:a16="http://schemas.microsoft.com/office/drawing/2014/main" id="{8EB366A6-9E5F-306A-EFF6-C0B9851149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9713" y="5137149"/>
                    <a:ext cx="485774" cy="24737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8861" r="-253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3CBF5056-C10C-DC58-93E2-338E101ED195}"/>
                      </a:ext>
                    </a:extLst>
                  </p:cNvPr>
                  <p:cNvSpPr txBox="1"/>
                  <p:nvPr/>
                </p:nvSpPr>
                <p:spPr>
                  <a:xfrm>
                    <a:off x="1362138" y="5409874"/>
                    <a:ext cx="485774" cy="247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𝑛𝑒𝑥𝑡</m:t>
                              </m:r>
                            </m:sup>
                          </m:sSubSup>
                        </m:oMath>
                      </m:oMathPara>
                    </a14:m>
                    <a:endParaRPr lang="en-RU" sz="1600" dirty="0"/>
                  </a:p>
                </p:txBody>
              </p:sp>
            </mc:Choice>
            <mc:Fallback xmlns=""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3CBF5056-C10C-DC58-93E2-338E101ED1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2138" y="5409874"/>
                    <a:ext cx="485774" cy="24788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861" r="-2532" b="-170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5" name="TextBox 294">
                    <a:extLst>
                      <a:ext uri="{FF2B5EF4-FFF2-40B4-BE49-F238E27FC236}">
                        <a16:creationId xmlns:a16="http://schemas.microsoft.com/office/drawing/2014/main" id="{BE1C0755-3006-083C-E431-BA4BF15534CF}"/>
                      </a:ext>
                    </a:extLst>
                  </p:cNvPr>
                  <p:cNvSpPr txBox="1"/>
                  <p:nvPr/>
                </p:nvSpPr>
                <p:spPr>
                  <a:xfrm>
                    <a:off x="2278532" y="4900606"/>
                    <a:ext cx="144364" cy="73674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295" name="TextBox 294">
                    <a:extLst>
                      <a:ext uri="{FF2B5EF4-FFF2-40B4-BE49-F238E27FC236}">
                        <a16:creationId xmlns:a16="http://schemas.microsoft.com/office/drawing/2014/main" id="{BE1C0755-3006-083C-E431-BA4BF15534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8532" y="4900606"/>
                    <a:ext cx="144364" cy="73674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5000" r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7" name="TextBox 296">
                    <a:extLst>
                      <a:ext uri="{FF2B5EF4-FFF2-40B4-BE49-F238E27FC236}">
                        <a16:creationId xmlns:a16="http://schemas.microsoft.com/office/drawing/2014/main" id="{9E5C30FC-FB66-1136-62CE-30FEC1D5D009}"/>
                      </a:ext>
                    </a:extLst>
                  </p:cNvPr>
                  <p:cNvSpPr txBox="1"/>
                  <p:nvPr/>
                </p:nvSpPr>
                <p:spPr>
                  <a:xfrm>
                    <a:off x="3428066" y="4900606"/>
                    <a:ext cx="238847" cy="7367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297" name="TextBox 296">
                    <a:extLst>
                      <a:ext uri="{FF2B5EF4-FFF2-40B4-BE49-F238E27FC236}">
                        <a16:creationId xmlns:a16="http://schemas.microsoft.com/office/drawing/2014/main" id="{9E5C30FC-FB66-1136-62CE-30FEC1D5D0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8066" y="4900606"/>
                    <a:ext cx="238847" cy="73674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0513" r="-153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8" name="TextBox 297">
                    <a:extLst>
                      <a:ext uri="{FF2B5EF4-FFF2-40B4-BE49-F238E27FC236}">
                        <a16:creationId xmlns:a16="http://schemas.microsoft.com/office/drawing/2014/main" id="{E748A3A5-970B-13C5-4BC9-992A93B5CA4B}"/>
                      </a:ext>
                    </a:extLst>
                  </p:cNvPr>
                  <p:cNvSpPr txBox="1"/>
                  <p:nvPr/>
                </p:nvSpPr>
                <p:spPr>
                  <a:xfrm>
                    <a:off x="1401747" y="4877089"/>
                    <a:ext cx="40472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RU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𝑐𝑢𝑟</m:t>
                              </m:r>
                            </m:sup>
                          </m:sSup>
                        </m:oMath>
                      </m:oMathPara>
                    </a14:m>
                    <a:endParaRPr lang="en-RU" sz="1600" dirty="0"/>
                  </a:p>
                </p:txBody>
              </p:sp>
            </mc:Choice>
            <mc:Fallback xmlns="">
              <p:sp>
                <p:nvSpPr>
                  <p:cNvPr id="298" name="TextBox 297">
                    <a:extLst>
                      <a:ext uri="{FF2B5EF4-FFF2-40B4-BE49-F238E27FC236}">
                        <a16:creationId xmlns:a16="http://schemas.microsoft.com/office/drawing/2014/main" id="{E748A3A5-970B-13C5-4BC9-992A93B5CA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1747" y="4877089"/>
                    <a:ext cx="404726" cy="2462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8955" b="-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EDD1618D-9778-0EDD-7BE0-1069FBD2D66B}"/>
                      </a:ext>
                    </a:extLst>
                  </p:cNvPr>
                  <p:cNvSpPr txBox="1"/>
                  <p:nvPr/>
                </p:nvSpPr>
                <p:spPr>
                  <a:xfrm>
                    <a:off x="4222910" y="4899081"/>
                    <a:ext cx="238847" cy="7367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40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EDD1618D-9778-0EDD-7BE0-1069FBD2D6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2910" y="4899081"/>
                    <a:ext cx="238847" cy="73674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0513" r="-153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0" name="TextBox 299">
                    <a:extLst>
                      <a:ext uri="{FF2B5EF4-FFF2-40B4-BE49-F238E27FC236}">
                        <a16:creationId xmlns:a16="http://schemas.microsoft.com/office/drawing/2014/main" id="{54D40D3E-30D2-4429-E626-57D43A712BF3}"/>
                      </a:ext>
                    </a:extLst>
                  </p:cNvPr>
                  <p:cNvSpPr txBox="1"/>
                  <p:nvPr/>
                </p:nvSpPr>
                <p:spPr>
                  <a:xfrm>
                    <a:off x="5017498" y="4910727"/>
                    <a:ext cx="238847" cy="7367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40</m:t>
                          </m:r>
                        </m:oMath>
                      </m:oMathPara>
                    </a14:m>
                    <a:endParaRPr lang="en-US" sz="1400" i="1" dirty="0">
                      <a:latin typeface="Cambria Math" panose="02040503050406030204" pitchFamily="18" charset="0"/>
                    </a:endParaRPr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40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300" name="TextBox 299">
                    <a:extLst>
                      <a:ext uri="{FF2B5EF4-FFF2-40B4-BE49-F238E27FC236}">
                        <a16:creationId xmlns:a16="http://schemas.microsoft.com/office/drawing/2014/main" id="{54D40D3E-30D2-4429-E626-57D43A712B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7498" y="4910727"/>
                    <a:ext cx="238847" cy="73674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7949" r="-179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1" name="TextBox 300">
                    <a:extLst>
                      <a:ext uri="{FF2B5EF4-FFF2-40B4-BE49-F238E27FC236}">
                        <a16:creationId xmlns:a16="http://schemas.microsoft.com/office/drawing/2014/main" id="{4CEA664A-1AEA-5AE7-DD0C-436E4EAC1E22}"/>
                      </a:ext>
                    </a:extLst>
                  </p:cNvPr>
                  <p:cNvSpPr txBox="1"/>
                  <p:nvPr/>
                </p:nvSpPr>
                <p:spPr>
                  <a:xfrm>
                    <a:off x="5763044" y="4915089"/>
                    <a:ext cx="238847" cy="7367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oMath>
                      </m:oMathPara>
                    </a14:m>
                    <a:endParaRPr lang="en-US" sz="1400" i="1" dirty="0">
                      <a:latin typeface="Cambria Math" panose="02040503050406030204" pitchFamily="18" charset="0"/>
                    </a:endParaRPr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oMath>
                      </m:oMathPara>
                    </a14:m>
                    <a:endParaRPr lang="en-US" sz="1400" dirty="0"/>
                  </a:p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60</m:t>
                          </m:r>
                        </m:oMath>
                      </m:oMathPara>
                    </a14:m>
                    <a:endParaRPr lang="en-RU" sz="1400" dirty="0"/>
                  </a:p>
                </p:txBody>
              </p:sp>
            </mc:Choice>
            <mc:Fallback xmlns="">
              <p:sp>
                <p:nvSpPr>
                  <p:cNvPr id="301" name="TextBox 300">
                    <a:extLst>
                      <a:ext uri="{FF2B5EF4-FFF2-40B4-BE49-F238E27FC236}">
                        <a16:creationId xmlns:a16="http://schemas.microsoft.com/office/drawing/2014/main" id="{4CEA664A-1AEA-5AE7-DD0C-436E4EAC1E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3044" y="4915089"/>
                    <a:ext cx="238847" cy="73674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0513" r="-153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5" name="TextBox 304">
                    <a:extLst>
                      <a:ext uri="{FF2B5EF4-FFF2-40B4-BE49-F238E27FC236}">
                        <a16:creationId xmlns:a16="http://schemas.microsoft.com/office/drawing/2014/main" id="{3073B61A-68E9-7986-F438-70268F6C1609}"/>
                      </a:ext>
                    </a:extLst>
                  </p:cNvPr>
                  <p:cNvSpPr txBox="1"/>
                  <p:nvPr/>
                </p:nvSpPr>
                <p:spPr>
                  <a:xfrm>
                    <a:off x="366641" y="6055342"/>
                    <a:ext cx="1366977" cy="19351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𝑠𝑘𝑖𝑝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?→ </m:t>
                        </m:r>
                        <m:sSup>
                          <m:sSup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𝑐𝑢𝑟</m:t>
                            </m:r>
                          </m:sup>
                        </m:sSup>
                      </m:oMath>
                    </a14:m>
                    <a:r>
                      <a:rPr lang="en-US" sz="1200" dirty="0"/>
                      <a:t> &gt;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𝑛𝑒𝑥𝑡</m:t>
                            </m:r>
                          </m:sup>
                        </m:sSubSup>
                      </m:oMath>
                    </a14:m>
                    <a:r>
                      <a:rPr lang="en-US" sz="1200" dirty="0"/>
                      <a:t> </a:t>
                    </a:r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305" name="TextBox 304">
                    <a:extLst>
                      <a:ext uri="{FF2B5EF4-FFF2-40B4-BE49-F238E27FC236}">
                        <a16:creationId xmlns:a16="http://schemas.microsoft.com/office/drawing/2014/main" id="{3073B61A-68E9-7986-F438-70268F6C16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6641" y="6055342"/>
                    <a:ext cx="1366977" cy="19351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5333" t="-18750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9" name="TextBox 308">
                    <a:extLst>
                      <a:ext uri="{FF2B5EF4-FFF2-40B4-BE49-F238E27FC236}">
                        <a16:creationId xmlns:a16="http://schemas.microsoft.com/office/drawing/2014/main" id="{457F73B2-08AE-61BB-49F2-AA92874B723C}"/>
                      </a:ext>
                    </a:extLst>
                  </p:cNvPr>
                  <p:cNvSpPr txBox="1"/>
                  <p:nvPr/>
                </p:nvSpPr>
                <p:spPr>
                  <a:xfrm>
                    <a:off x="4150429" y="6033598"/>
                    <a:ext cx="459998" cy="16376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ru-RU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a14:m>
                    <a:r>
                      <a:rPr lang="en-US" sz="1050" dirty="0">
                        <a:solidFill>
                          <a:srgbClr val="FF0000"/>
                        </a:solidFill>
                      </a:rPr>
                      <a:t> &gt;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sz="1050" dirty="0"/>
                      <a:t> </a:t>
                    </a:r>
                    <a:endParaRPr lang="en-RU" sz="1050" dirty="0"/>
                  </a:p>
                </p:txBody>
              </p:sp>
            </mc:Choice>
            <mc:Fallback xmlns="">
              <p:sp>
                <p:nvSpPr>
                  <p:cNvPr id="309" name="TextBox 308">
                    <a:extLst>
                      <a:ext uri="{FF2B5EF4-FFF2-40B4-BE49-F238E27FC236}">
                        <a16:creationId xmlns:a16="http://schemas.microsoft.com/office/drawing/2014/main" id="{457F73B2-08AE-61BB-49F2-AA92874B72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50429" y="6033598"/>
                    <a:ext cx="459998" cy="16376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0667" t="-22222" b="-481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0" name="TextBox 309">
                    <a:extLst>
                      <a:ext uri="{FF2B5EF4-FFF2-40B4-BE49-F238E27FC236}">
                        <a16:creationId xmlns:a16="http://schemas.microsoft.com/office/drawing/2014/main" id="{99359FE2-C5C5-E460-B351-73E7C6208F9C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679" y="6088579"/>
                    <a:ext cx="459998" cy="16350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&lt;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sz="1050" dirty="0"/>
                      <a:t> </a:t>
                    </a:r>
                    <a:endParaRPr lang="en-RU" sz="1050" dirty="0"/>
                  </a:p>
                </p:txBody>
              </p:sp>
            </mc:Choice>
            <mc:Fallback xmlns="">
              <p:sp>
                <p:nvSpPr>
                  <p:cNvPr id="310" name="TextBox 309">
                    <a:extLst>
                      <a:ext uri="{FF2B5EF4-FFF2-40B4-BE49-F238E27FC236}">
                        <a16:creationId xmlns:a16="http://schemas.microsoft.com/office/drawing/2014/main" id="{99359FE2-C5C5-E460-B351-73E7C6208F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679" y="6088579"/>
                    <a:ext cx="459998" cy="16350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0667" t="-22222" b="-481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1" name="TextBox 310">
                    <a:extLst>
                      <a:ext uri="{FF2B5EF4-FFF2-40B4-BE49-F238E27FC236}">
                        <a16:creationId xmlns:a16="http://schemas.microsoft.com/office/drawing/2014/main" id="{F6B9B4A9-BE1D-E539-3FEB-5C49000F6BD2}"/>
                      </a:ext>
                    </a:extLst>
                  </p:cNvPr>
                  <p:cNvSpPr txBox="1"/>
                  <p:nvPr/>
                </p:nvSpPr>
                <p:spPr>
                  <a:xfrm>
                    <a:off x="5634736" y="6089940"/>
                    <a:ext cx="459998" cy="16312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ru-RU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&lt;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oMath>
                    </a14:m>
                    <a:r>
                      <a:rPr lang="en-US" sz="1050" dirty="0"/>
                      <a:t> </a:t>
                    </a:r>
                    <a:endParaRPr lang="en-RU" sz="1050" dirty="0"/>
                  </a:p>
                </p:txBody>
              </p:sp>
            </mc:Choice>
            <mc:Fallback xmlns="">
              <p:sp>
                <p:nvSpPr>
                  <p:cNvPr id="311" name="TextBox 310">
                    <a:extLst>
                      <a:ext uri="{FF2B5EF4-FFF2-40B4-BE49-F238E27FC236}">
                        <a16:creationId xmlns:a16="http://schemas.microsoft.com/office/drawing/2014/main" id="{F6B9B4A9-BE1D-E539-3FEB-5C49000F6B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34736" y="6089940"/>
                    <a:ext cx="459998" cy="16312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2000" t="-22222" b="-518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2" name="TextBox 311">
                    <a:extLst>
                      <a:ext uri="{FF2B5EF4-FFF2-40B4-BE49-F238E27FC236}">
                        <a16:creationId xmlns:a16="http://schemas.microsoft.com/office/drawing/2014/main" id="{26EC298F-9E3E-FE43-9CAF-C86C639391F2}"/>
                      </a:ext>
                    </a:extLst>
                  </p:cNvPr>
                  <p:cNvSpPr txBox="1"/>
                  <p:nvPr/>
                </p:nvSpPr>
                <p:spPr>
                  <a:xfrm>
                    <a:off x="4148422" y="6182333"/>
                    <a:ext cx="476862" cy="17286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ru-RU" sz="105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oMath>
                    </a14:m>
                    <a:r>
                      <a:rPr lang="en-US" sz="1050" b="1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&lt;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105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sz="105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bSup>
                      </m:oMath>
                    </a14:m>
                    <a:r>
                      <a:rPr lang="en-US" sz="1050" dirty="0"/>
                      <a:t> </a:t>
                    </a:r>
                    <a:endParaRPr lang="en-RU" sz="1050" dirty="0"/>
                  </a:p>
                </p:txBody>
              </p:sp>
            </mc:Choice>
            <mc:Fallback xmlns="">
              <p:sp>
                <p:nvSpPr>
                  <p:cNvPr id="312" name="TextBox 311">
                    <a:extLst>
                      <a:ext uri="{FF2B5EF4-FFF2-40B4-BE49-F238E27FC236}">
                        <a16:creationId xmlns:a16="http://schemas.microsoft.com/office/drawing/2014/main" id="{26EC298F-9E3E-FE43-9CAF-C86C639391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8422" y="6182333"/>
                    <a:ext cx="476862" cy="17286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0256" t="-17241" b="-4482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9" name="TextBox 318">
                    <a:extLst>
                      <a:ext uri="{FF2B5EF4-FFF2-40B4-BE49-F238E27FC236}">
                        <a16:creationId xmlns:a16="http://schemas.microsoft.com/office/drawing/2014/main" id="{65D7BBEA-5FB0-6969-A493-3A804C27D868}"/>
                      </a:ext>
                    </a:extLst>
                  </p:cNvPr>
                  <p:cNvSpPr txBox="1"/>
                  <p:nvPr/>
                </p:nvSpPr>
                <p:spPr>
                  <a:xfrm>
                    <a:off x="289363" y="5700940"/>
                    <a:ext cx="1520160" cy="19954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𝑚𝑖𝑠𝑠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?→ </m:t>
                        </m:r>
                        <m:sSup>
                          <m:sSup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𝑐𝑢𝑟</m:t>
                            </m:r>
                          </m:sup>
                        </m:sSup>
                      </m:oMath>
                    </a14:m>
                    <a:r>
                      <a:rPr lang="en-US" sz="1200" dirty="0"/>
                      <a:t> &gt;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sz="12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oMath>
                    </a14:m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319" name="TextBox 318">
                    <a:extLst>
                      <a:ext uri="{FF2B5EF4-FFF2-40B4-BE49-F238E27FC236}">
                        <a16:creationId xmlns:a16="http://schemas.microsoft.com/office/drawing/2014/main" id="{65D7BBEA-5FB0-6969-A493-3A804C27D8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363" y="5700940"/>
                    <a:ext cx="1520160" cy="19954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3614" t="-15152" r="-1606" b="-484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2" name="TextBox 321">
                    <a:extLst>
                      <a:ext uri="{FF2B5EF4-FFF2-40B4-BE49-F238E27FC236}">
                        <a16:creationId xmlns:a16="http://schemas.microsoft.com/office/drawing/2014/main" id="{61A5921E-9681-C304-7764-A4B303F8B912}"/>
                      </a:ext>
                    </a:extLst>
                  </p:cNvPr>
                  <p:cNvSpPr txBox="1"/>
                  <p:nvPr/>
                </p:nvSpPr>
                <p:spPr>
                  <a:xfrm>
                    <a:off x="3138876" y="5737465"/>
                    <a:ext cx="708784" cy="16318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a14:m>
                    <a:r>
                      <a: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&lt;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105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05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a14:m>
                    <a:r>
                      <a:rPr lang="en-US" sz="1050" dirty="0"/>
                      <a:t> </a:t>
                    </a:r>
                    <a:endParaRPr lang="en-RU" sz="1050" dirty="0"/>
                  </a:p>
                </p:txBody>
              </p:sp>
            </mc:Choice>
            <mc:Fallback xmlns="">
              <p:sp>
                <p:nvSpPr>
                  <p:cNvPr id="322" name="TextBox 321">
                    <a:extLst>
                      <a:ext uri="{FF2B5EF4-FFF2-40B4-BE49-F238E27FC236}">
                        <a16:creationId xmlns:a16="http://schemas.microsoft.com/office/drawing/2014/main" id="{61A5921E-9681-C304-7764-A4B303F8B9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8876" y="5737465"/>
                    <a:ext cx="708784" cy="163186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6897" t="-22222" r="-2586" b="-518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3" name="TextBox 322">
                    <a:extLst>
                      <a:ext uri="{FF2B5EF4-FFF2-40B4-BE49-F238E27FC236}">
                        <a16:creationId xmlns:a16="http://schemas.microsoft.com/office/drawing/2014/main" id="{2B5E9530-4F92-CC40-A19A-44718C90BEAE}"/>
                      </a:ext>
                    </a:extLst>
                  </p:cNvPr>
                  <p:cNvSpPr txBox="1"/>
                  <p:nvPr/>
                </p:nvSpPr>
                <p:spPr>
                  <a:xfrm>
                    <a:off x="4028093" y="5743624"/>
                    <a:ext cx="708784" cy="1634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0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a14:m>
                    <a:r>
                      <a:rPr lang="en-US" sz="1050" dirty="0">
                        <a:solidFill>
                          <a:srgbClr val="FF0000"/>
                        </a:solidFill>
                      </a:rPr>
                      <a:t> &gt;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10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0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a14:m>
                    <a:r>
                      <a:rPr lang="en-US" sz="1050" dirty="0">
                        <a:solidFill>
                          <a:srgbClr val="FF0000"/>
                        </a:solidFill>
                      </a:rPr>
                      <a:t> </a:t>
                    </a:r>
                    <a:endParaRPr lang="en-RU" sz="105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3" name="TextBox 322">
                    <a:extLst>
                      <a:ext uri="{FF2B5EF4-FFF2-40B4-BE49-F238E27FC236}">
                        <a16:creationId xmlns:a16="http://schemas.microsoft.com/office/drawing/2014/main" id="{2B5E9530-4F92-CC40-A19A-44718C90BE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8093" y="5743624"/>
                    <a:ext cx="708784" cy="163443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6897" t="-22222" r="-1724" b="-518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4" name="TextBox 323">
                    <a:extLst>
                      <a:ext uri="{FF2B5EF4-FFF2-40B4-BE49-F238E27FC236}">
                        <a16:creationId xmlns:a16="http://schemas.microsoft.com/office/drawing/2014/main" id="{CEFE2625-BE61-E2A7-9BFB-7E9099F41638}"/>
                      </a:ext>
                    </a:extLst>
                  </p:cNvPr>
                  <p:cNvSpPr txBox="1"/>
                  <p:nvPr/>
                </p:nvSpPr>
                <p:spPr>
                  <a:xfrm>
                    <a:off x="5556323" y="5754338"/>
                    <a:ext cx="711670" cy="1645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05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a14:m>
                    <a:r>
                      <a: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&lt;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RU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05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a:rPr lang="en-US" sz="105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05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a14:m>
                    <a:r>
                      <a: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 </a:t>
                    </a:r>
                    <a:endParaRPr lang="en-RU" sz="105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4" name="TextBox 323">
                    <a:extLst>
                      <a:ext uri="{FF2B5EF4-FFF2-40B4-BE49-F238E27FC236}">
                        <a16:creationId xmlns:a16="http://schemas.microsoft.com/office/drawing/2014/main" id="{CEFE2625-BE61-E2A7-9BFB-7E9099F416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56323" y="5754338"/>
                    <a:ext cx="711670" cy="16459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7759" t="-22222" r="-1724" b="-481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5" name="Прямая соединительная линия 324">
                <a:extLst>
                  <a:ext uri="{FF2B5EF4-FFF2-40B4-BE49-F238E27FC236}">
                    <a16:creationId xmlns:a16="http://schemas.microsoft.com/office/drawing/2014/main" id="{418EF4D0-C11E-F19E-B590-AABD958E7F76}"/>
                  </a:ext>
                </a:extLst>
              </p:cNvPr>
              <p:cNvCxnSpPr/>
              <p:nvPr/>
            </p:nvCxnSpPr>
            <p:spPr>
              <a:xfrm>
                <a:off x="241045" y="5094611"/>
                <a:ext cx="6144032" cy="32345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6" name="Прямая соединительная линия 325">
                <a:extLst>
                  <a:ext uri="{FF2B5EF4-FFF2-40B4-BE49-F238E27FC236}">
                    <a16:creationId xmlns:a16="http://schemas.microsoft.com/office/drawing/2014/main" id="{B40181CD-ECFC-1D9A-5EFE-62C9F8180030}"/>
                  </a:ext>
                </a:extLst>
              </p:cNvPr>
              <p:cNvCxnSpPr/>
              <p:nvPr/>
            </p:nvCxnSpPr>
            <p:spPr>
              <a:xfrm>
                <a:off x="235029" y="5418794"/>
                <a:ext cx="6150048" cy="12148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7" name="Прямая соединительная линия 326">
                <a:extLst>
                  <a:ext uri="{FF2B5EF4-FFF2-40B4-BE49-F238E27FC236}">
                    <a16:creationId xmlns:a16="http://schemas.microsoft.com/office/drawing/2014/main" id="{AE166103-A959-03AE-F0A4-5E80660D5643}"/>
                  </a:ext>
                </a:extLst>
              </p:cNvPr>
              <p:cNvCxnSpPr/>
              <p:nvPr/>
            </p:nvCxnSpPr>
            <p:spPr>
              <a:xfrm flipV="1">
                <a:off x="247061" y="5658551"/>
                <a:ext cx="6138016" cy="6706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0" name="Прямая соединительная линия 329">
                <a:extLst>
                  <a:ext uri="{FF2B5EF4-FFF2-40B4-BE49-F238E27FC236}">
                    <a16:creationId xmlns:a16="http://schemas.microsoft.com/office/drawing/2014/main" id="{78CA6DD7-430E-4C08-7814-87240F71E61E}"/>
                  </a:ext>
                </a:extLst>
              </p:cNvPr>
              <p:cNvCxnSpPr/>
              <p:nvPr/>
            </p:nvCxnSpPr>
            <p:spPr>
              <a:xfrm>
                <a:off x="247061" y="6019338"/>
                <a:ext cx="6138016" cy="943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1" name="Прямая соединительная линия 330">
                <a:extLst>
                  <a:ext uri="{FF2B5EF4-FFF2-40B4-BE49-F238E27FC236}">
                    <a16:creationId xmlns:a16="http://schemas.microsoft.com/office/drawing/2014/main" id="{206A369A-46E2-01CE-6059-3D3B72EA0530}"/>
                  </a:ext>
                </a:extLst>
              </p:cNvPr>
              <p:cNvCxnSpPr/>
              <p:nvPr/>
            </p:nvCxnSpPr>
            <p:spPr>
              <a:xfrm>
                <a:off x="250974" y="6355201"/>
                <a:ext cx="6134103" cy="2657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2" name="Прямая соединительная линия 331">
                <a:extLst>
                  <a:ext uri="{FF2B5EF4-FFF2-40B4-BE49-F238E27FC236}">
                    <a16:creationId xmlns:a16="http://schemas.microsoft.com/office/drawing/2014/main" id="{0BEF22B3-8DB9-B592-7A25-C4297BBAA10E}"/>
                  </a:ext>
                </a:extLst>
              </p:cNvPr>
              <p:cNvCxnSpPr/>
              <p:nvPr/>
            </p:nvCxnSpPr>
            <p:spPr>
              <a:xfrm flipV="1">
                <a:off x="1847912" y="4842162"/>
                <a:ext cx="0" cy="154055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3" name="Прямая соединительная линия 332">
                <a:extLst>
                  <a:ext uri="{FF2B5EF4-FFF2-40B4-BE49-F238E27FC236}">
                    <a16:creationId xmlns:a16="http://schemas.microsoft.com/office/drawing/2014/main" id="{CABCF4F7-5415-E2C0-146F-CBC6E829D731}"/>
                  </a:ext>
                </a:extLst>
              </p:cNvPr>
              <p:cNvCxnSpPr/>
              <p:nvPr/>
            </p:nvCxnSpPr>
            <p:spPr>
              <a:xfrm flipV="1">
                <a:off x="3936554" y="4842162"/>
                <a:ext cx="0" cy="156107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4" name="Прямая соединительная линия 333">
                <a:extLst>
                  <a:ext uri="{FF2B5EF4-FFF2-40B4-BE49-F238E27FC236}">
                    <a16:creationId xmlns:a16="http://schemas.microsoft.com/office/drawing/2014/main" id="{8123AFDE-531F-EBE1-0977-2586D05BED86}"/>
                  </a:ext>
                </a:extLst>
              </p:cNvPr>
              <p:cNvCxnSpPr/>
              <p:nvPr/>
            </p:nvCxnSpPr>
            <p:spPr>
              <a:xfrm flipV="1">
                <a:off x="4844438" y="4842162"/>
                <a:ext cx="0" cy="156107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5" name="Прямая соединительная линия 334">
                <a:extLst>
                  <a:ext uri="{FF2B5EF4-FFF2-40B4-BE49-F238E27FC236}">
                    <a16:creationId xmlns:a16="http://schemas.microsoft.com/office/drawing/2014/main" id="{8F01F060-3B9C-5380-9575-1EF618618472}"/>
                  </a:ext>
                </a:extLst>
              </p:cNvPr>
              <p:cNvCxnSpPr/>
              <p:nvPr/>
            </p:nvCxnSpPr>
            <p:spPr>
              <a:xfrm flipV="1">
                <a:off x="5478567" y="4836518"/>
                <a:ext cx="0" cy="156107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6" name="Прямая соединительная линия 335">
                <a:extLst>
                  <a:ext uri="{FF2B5EF4-FFF2-40B4-BE49-F238E27FC236}">
                    <a16:creationId xmlns:a16="http://schemas.microsoft.com/office/drawing/2014/main" id="{894CF12E-A7B5-F9D0-C250-6C12CA4C726D}"/>
                  </a:ext>
                </a:extLst>
              </p:cNvPr>
              <p:cNvCxnSpPr/>
              <p:nvPr/>
            </p:nvCxnSpPr>
            <p:spPr>
              <a:xfrm>
                <a:off x="289363" y="4847768"/>
                <a:ext cx="6095714" cy="7958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7" name="Прямая соединительная линия 336">
                <a:extLst>
                  <a:ext uri="{FF2B5EF4-FFF2-40B4-BE49-F238E27FC236}">
                    <a16:creationId xmlns:a16="http://schemas.microsoft.com/office/drawing/2014/main" id="{265E1DC4-6BA7-A584-2724-75E3C3C81E33}"/>
                  </a:ext>
                </a:extLst>
              </p:cNvPr>
              <p:cNvCxnSpPr/>
              <p:nvPr/>
            </p:nvCxnSpPr>
            <p:spPr>
              <a:xfrm flipV="1">
                <a:off x="3084321" y="4844162"/>
                <a:ext cx="0" cy="156107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8" name="Прямая соединительная линия 337">
                <a:extLst>
                  <a:ext uri="{FF2B5EF4-FFF2-40B4-BE49-F238E27FC236}">
                    <a16:creationId xmlns:a16="http://schemas.microsoft.com/office/drawing/2014/main" id="{117D74A6-EC30-DC9D-704B-49494F561048}"/>
                  </a:ext>
                </a:extLst>
              </p:cNvPr>
              <p:cNvCxnSpPr/>
              <p:nvPr/>
            </p:nvCxnSpPr>
            <p:spPr>
              <a:xfrm flipH="1" flipV="1">
                <a:off x="6385077" y="4846407"/>
                <a:ext cx="2673" cy="155953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9" name="TextBox 338">
                    <a:extLst>
                      <a:ext uri="{FF2B5EF4-FFF2-40B4-BE49-F238E27FC236}">
                        <a16:creationId xmlns:a16="http://schemas.microsoft.com/office/drawing/2014/main" id="{A2234C37-0A54-300B-8DEB-7F629F9F1D74}"/>
                      </a:ext>
                    </a:extLst>
                  </p:cNvPr>
                  <p:cNvSpPr txBox="1"/>
                  <p:nvPr/>
                </p:nvSpPr>
                <p:spPr>
                  <a:xfrm>
                    <a:off x="5061531" y="5734665"/>
                    <a:ext cx="15068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339" name="TextBox 338">
                    <a:extLst>
                      <a:ext uri="{FF2B5EF4-FFF2-40B4-BE49-F238E27FC236}">
                        <a16:creationId xmlns:a16="http://schemas.microsoft.com/office/drawing/2014/main" id="{A2234C37-0A54-300B-8DEB-7F629F9F1D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1531" y="5734665"/>
                    <a:ext cx="150682" cy="184666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4000" r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0" name="TextBox 339">
                    <a:extLst>
                      <a:ext uri="{FF2B5EF4-FFF2-40B4-BE49-F238E27FC236}">
                        <a16:creationId xmlns:a16="http://schemas.microsoft.com/office/drawing/2014/main" id="{268A8BED-3697-62F3-1801-E59130EBAB50}"/>
                      </a:ext>
                    </a:extLst>
                  </p:cNvPr>
                  <p:cNvSpPr txBox="1"/>
                  <p:nvPr/>
                </p:nvSpPr>
                <p:spPr>
                  <a:xfrm>
                    <a:off x="5064079" y="6104942"/>
                    <a:ext cx="15068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340" name="TextBox 339">
                    <a:extLst>
                      <a:ext uri="{FF2B5EF4-FFF2-40B4-BE49-F238E27FC236}">
                        <a16:creationId xmlns:a16="http://schemas.microsoft.com/office/drawing/2014/main" id="{268A8BED-3697-62F3-1801-E59130EBAB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4079" y="6104942"/>
                    <a:ext cx="150682" cy="184666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8000" r="-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1" name="TextBox 340">
                    <a:extLst>
                      <a:ext uri="{FF2B5EF4-FFF2-40B4-BE49-F238E27FC236}">
                        <a16:creationId xmlns:a16="http://schemas.microsoft.com/office/drawing/2014/main" id="{B1784A64-1643-3E2C-1471-75AD3EEFC874}"/>
                      </a:ext>
                    </a:extLst>
                  </p:cNvPr>
                  <p:cNvSpPr txBox="1"/>
                  <p:nvPr/>
                </p:nvSpPr>
                <p:spPr>
                  <a:xfrm>
                    <a:off x="2284548" y="5740438"/>
                    <a:ext cx="15068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341" name="TextBox 340">
                    <a:extLst>
                      <a:ext uri="{FF2B5EF4-FFF2-40B4-BE49-F238E27FC236}">
                        <a16:creationId xmlns:a16="http://schemas.microsoft.com/office/drawing/2014/main" id="{B1784A64-1643-3E2C-1471-75AD3EEFC8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4548" y="5740438"/>
                    <a:ext cx="150682" cy="184666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8000" r="-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2" name="TextBox 341">
                    <a:extLst>
                      <a:ext uri="{FF2B5EF4-FFF2-40B4-BE49-F238E27FC236}">
                        <a16:creationId xmlns:a16="http://schemas.microsoft.com/office/drawing/2014/main" id="{205E0B3F-19E8-E3CF-C7A4-8CB0732FC107}"/>
                      </a:ext>
                    </a:extLst>
                  </p:cNvPr>
                  <p:cNvSpPr txBox="1"/>
                  <p:nvPr/>
                </p:nvSpPr>
                <p:spPr>
                  <a:xfrm>
                    <a:off x="2275221" y="6105032"/>
                    <a:ext cx="15068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RU" sz="1200" dirty="0"/>
                  </a:p>
                </p:txBody>
              </p:sp>
            </mc:Choice>
            <mc:Fallback xmlns="">
              <p:sp>
                <p:nvSpPr>
                  <p:cNvPr id="342" name="TextBox 341">
                    <a:extLst>
                      <a:ext uri="{FF2B5EF4-FFF2-40B4-BE49-F238E27FC236}">
                        <a16:creationId xmlns:a16="http://schemas.microsoft.com/office/drawing/2014/main" id="{205E0B3F-19E8-E3CF-C7A4-8CB0732FC1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5221" y="6105032"/>
                    <a:ext cx="150682" cy="184666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4000" r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8" name="Прямая со стрелкой 287">
              <a:extLst>
                <a:ext uri="{FF2B5EF4-FFF2-40B4-BE49-F238E27FC236}">
                  <a16:creationId xmlns:a16="http://schemas.microsoft.com/office/drawing/2014/main" id="{639F302D-40CB-EAF6-8060-CF37D73165E6}"/>
                </a:ext>
              </a:extLst>
            </p:cNvPr>
            <p:cNvCxnSpPr>
              <a:cxnSpLocks/>
              <a:stCxn id="298" idx="0"/>
              <a:endCxn id="286" idx="1"/>
            </p:cNvCxnSpPr>
            <p:nvPr/>
          </p:nvCxnSpPr>
          <p:spPr>
            <a:xfrm flipV="1">
              <a:off x="1604110" y="4594606"/>
              <a:ext cx="716457" cy="2824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Прямая со стрелкой 288">
              <a:extLst>
                <a:ext uri="{FF2B5EF4-FFF2-40B4-BE49-F238E27FC236}">
                  <a16:creationId xmlns:a16="http://schemas.microsoft.com/office/drawing/2014/main" id="{7972E9F1-1C86-FA77-0ED6-49F9457E16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3132" y="4592669"/>
              <a:ext cx="593068" cy="675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0" name="Прямая со стрелкой 289">
              <a:extLst>
                <a:ext uri="{FF2B5EF4-FFF2-40B4-BE49-F238E27FC236}">
                  <a16:creationId xmlns:a16="http://schemas.microsoft.com/office/drawing/2014/main" id="{0E46C904-4EB0-CF29-5EE5-CF20081D6F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599" y="4601135"/>
              <a:ext cx="584601" cy="9266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id="{64327A9E-36E1-752F-E246-7749ACD9EB43}"/>
                    </a:ext>
                  </a:extLst>
                </p:cNvPr>
                <p:cNvSpPr txBox="1"/>
                <p:nvPr/>
              </p:nvSpPr>
              <p:spPr>
                <a:xfrm>
                  <a:off x="85861" y="4361891"/>
                  <a:ext cx="1941557" cy="19043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𝑛𝑒𝑥𝑡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𝑟𝑒𝑙𝑒𝑎𝑠𝑒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𝑡𝑖𝑚𝑒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𝑡𝑎𝑠𝑘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RU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en-RU" sz="1200" i="1" dirty="0"/>
                </a:p>
              </p:txBody>
            </p:sp>
          </mc:Choice>
          <mc:Fallback xmlns=""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id="{64327A9E-36E1-752F-E246-7749ACD9EB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61" y="4361891"/>
                  <a:ext cx="1941557" cy="190437"/>
                </a:xfrm>
                <a:prstGeom prst="rect">
                  <a:avLst/>
                </a:prstGeom>
                <a:blipFill>
                  <a:blip r:embed="rId23"/>
                  <a:stretch>
                    <a:fillRect l="-1254" t="-3226" r="-940" b="-322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71052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6F58-A926-67A9-CA13-0A771CB4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218">
            <a:extLst>
              <a:ext uri="{FF2B5EF4-FFF2-40B4-BE49-F238E27FC236}">
                <a16:creationId xmlns:a16="http://schemas.microsoft.com/office/drawing/2014/main" id="{B9C9CA49-8AFA-4F0A-3AE4-F3F6C7A4C6B3}"/>
              </a:ext>
            </a:extLst>
          </p:cNvPr>
          <p:cNvSpPr txBox="1"/>
          <p:nvPr/>
        </p:nvSpPr>
        <p:spPr>
          <a:xfrm>
            <a:off x="3553098" y="639025"/>
            <a:ext cx="4300408" cy="24622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600" b="1" dirty="0"/>
              <a:t>Simplified pseudocode of the illustrated </a:t>
            </a:r>
            <a:r>
              <a:rPr lang="en-US" sz="1600" b="1" dirty="0" err="1"/>
              <a:t>superloop</a:t>
            </a:r>
            <a:endParaRPr lang="en-RU" sz="15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0325" y="1106140"/>
            <a:ext cx="7016418" cy="418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117" dirty="0">
              <a:solidFill>
                <a:srgbClr val="BBBEBF"/>
              </a:solidFill>
              <a:latin typeface="Consolas" panose="020B0609020204030204" pitchFamily="49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690" y="1010653"/>
            <a:ext cx="5137226" cy="574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00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Hardware platform">
            <a:extLst>
              <a:ext uri="{FF2B5EF4-FFF2-40B4-BE49-F238E27FC236}">
                <a16:creationId xmlns:a16="http://schemas.microsoft.com/office/drawing/2014/main" id="{F635AEEA-6D04-DC52-2023-BEE3A419B0AA}"/>
              </a:ext>
            </a:extLst>
          </p:cNvPr>
          <p:cNvGrpSpPr/>
          <p:nvPr/>
        </p:nvGrpSpPr>
        <p:grpSpPr>
          <a:xfrm>
            <a:off x="1701800" y="1866900"/>
            <a:ext cx="8813800" cy="2997200"/>
            <a:chOff x="1701800" y="1866900"/>
            <a:chExt cx="8813800" cy="2997200"/>
          </a:xfrm>
        </p:grpSpPr>
        <p:sp>
          <p:nvSpPr>
            <p:cNvPr id="2" name="White figure background">
              <a:extLst>
                <a:ext uri="{FF2B5EF4-FFF2-40B4-BE49-F238E27FC236}">
                  <a16:creationId xmlns:a16="http://schemas.microsoft.com/office/drawing/2014/main" id="{6173ED20-97B4-2C36-13E3-40F5234557B0}"/>
                </a:ext>
              </a:extLst>
            </p:cNvPr>
            <p:cNvSpPr/>
            <p:nvPr/>
          </p:nvSpPr>
          <p:spPr>
            <a:xfrm>
              <a:off x="1701800" y="1866900"/>
              <a:ext cx="8813800" cy="29972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17"/>
            </a:p>
          </p:txBody>
        </p: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089C7AF8-EE27-6DD2-27E3-EFF7EF4C96A6}"/>
                </a:ext>
              </a:extLst>
            </p:cNvPr>
            <p:cNvCxnSpPr/>
            <p:nvPr/>
          </p:nvCxnSpPr>
          <p:spPr>
            <a:xfrm>
              <a:off x="4064000" y="2514600"/>
              <a:ext cx="762000" cy="0"/>
            </a:xfrm>
            <a:prstGeom prst="line">
              <a:avLst/>
            </a:prstGeom>
            <a:ln w="15240">
              <a:solidFill>
                <a:srgbClr val="3737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DFC3F045-6035-7AB0-C839-9F390C5DF55E}"/>
                </a:ext>
              </a:extLst>
            </p:cNvPr>
            <p:cNvCxnSpPr/>
            <p:nvPr/>
          </p:nvCxnSpPr>
          <p:spPr>
            <a:xfrm>
              <a:off x="4064000" y="4191000"/>
              <a:ext cx="762000" cy="0"/>
            </a:xfrm>
            <a:prstGeom prst="line">
              <a:avLst/>
            </a:prstGeom>
            <a:ln w="15240">
              <a:solidFill>
                <a:srgbClr val="3737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9F07E256-ED00-E752-0F2D-5B9FE485897D}"/>
                </a:ext>
              </a:extLst>
            </p:cNvPr>
            <p:cNvCxnSpPr/>
            <p:nvPr/>
          </p:nvCxnSpPr>
          <p:spPr>
            <a:xfrm>
              <a:off x="7366000" y="2514600"/>
              <a:ext cx="762000" cy="0"/>
            </a:xfrm>
            <a:prstGeom prst="line">
              <a:avLst/>
            </a:prstGeom>
            <a:ln w="15240">
              <a:solidFill>
                <a:srgbClr val="3737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DD5003BF-070A-48F9-BE7A-8956AE6FD10D}"/>
                </a:ext>
              </a:extLst>
            </p:cNvPr>
            <p:cNvCxnSpPr/>
            <p:nvPr/>
          </p:nvCxnSpPr>
          <p:spPr>
            <a:xfrm>
              <a:off x="7366000" y="4191000"/>
              <a:ext cx="762000" cy="0"/>
            </a:xfrm>
            <a:prstGeom prst="line">
              <a:avLst/>
            </a:prstGeom>
            <a:ln w="15240">
              <a:solidFill>
                <a:srgbClr val="3737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mperature sensor">
              <a:extLst>
                <a:ext uri="{FF2B5EF4-FFF2-40B4-BE49-F238E27FC236}">
                  <a16:creationId xmlns:a16="http://schemas.microsoft.com/office/drawing/2014/main" id="{22EE6EF4-8301-8762-8AE2-5D7F1D80E29B}"/>
                </a:ext>
              </a:extLst>
            </p:cNvPr>
            <p:cNvSpPr/>
            <p:nvPr/>
          </p:nvSpPr>
          <p:spPr>
            <a:xfrm>
              <a:off x="1778000" y="1943100"/>
              <a:ext cx="2286000" cy="1143000"/>
            </a:xfrm>
            <a:prstGeom prst="rect">
              <a:avLst/>
            </a:prstGeom>
            <a:solidFill>
              <a:srgbClr val="F6F6F6"/>
            </a:solidFill>
            <a:ln w="13970">
              <a:solidFill>
                <a:srgbClr val="373737"/>
              </a:solidFill>
            </a:ln>
            <a:effectLst>
              <a:outerShdw blurRad="19050" dist="35921" dir="2700002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600" tIns="76200" rIns="101600" bIns="76200" rtlCol="0" anchor="ctr">
              <a:no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2600" dirty="0">
                  <a:solidFill>
                    <a:srgbClr val="141414"/>
                  </a:solidFill>
                  <a:latin typeface="Calibri" panose="020F0502020204030204" pitchFamily="34" charset="0"/>
                </a:rPr>
                <a:t>DHT11</a:t>
              </a:r>
            </a:p>
            <a:p>
              <a:pPr algn="ctr"/>
              <a:r>
                <a:rPr lang="en-US" sz="2200" dirty="0">
                  <a:solidFill>
                    <a:srgbClr val="505050"/>
                  </a:solidFill>
                  <a:latin typeface="Calibri" panose="020F0502020204030204" pitchFamily="34" charset="0"/>
                </a:rPr>
                <a:t>Temp. &amp; humidity</a:t>
              </a:r>
            </a:p>
          </p:txBody>
        </p:sp>
        <p:sp>
          <p:nvSpPr>
            <p:cNvPr id="17" name="Distance sensor">
              <a:extLst>
                <a:ext uri="{FF2B5EF4-FFF2-40B4-BE49-F238E27FC236}">
                  <a16:creationId xmlns:a16="http://schemas.microsoft.com/office/drawing/2014/main" id="{C6527816-3F9C-363F-91DA-39866A6E360C}"/>
                </a:ext>
              </a:extLst>
            </p:cNvPr>
            <p:cNvSpPr/>
            <p:nvPr/>
          </p:nvSpPr>
          <p:spPr>
            <a:xfrm>
              <a:off x="1778000" y="3619500"/>
              <a:ext cx="2286000" cy="1143000"/>
            </a:xfrm>
            <a:prstGeom prst="rect">
              <a:avLst/>
            </a:prstGeom>
            <a:solidFill>
              <a:srgbClr val="F6F6F6"/>
            </a:solidFill>
            <a:ln w="13970">
              <a:solidFill>
                <a:srgbClr val="373737"/>
              </a:solidFill>
            </a:ln>
            <a:effectLst>
              <a:outerShdw blurRad="19050" dist="35921" dir="2700002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600" tIns="76200" rIns="101600" bIns="76200" rtlCol="0" anchor="ctr">
              <a:no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2600">
                  <a:solidFill>
                    <a:srgbClr val="141414"/>
                  </a:solidFill>
                  <a:latin typeface="Calibri" panose="020F0502020204030204" pitchFamily="34" charset="0"/>
                </a:rPr>
                <a:t>HC-SR04</a:t>
              </a:r>
            </a:p>
            <a:p>
              <a:pPr algn="ctr"/>
              <a:r>
                <a:rPr lang="en-US" sz="2200">
                  <a:solidFill>
                    <a:srgbClr val="505050"/>
                  </a:solidFill>
                  <a:latin typeface="Calibri" panose="020F0502020204030204" pitchFamily="34" charset="0"/>
                </a:rPr>
                <a:t>Distance</a:t>
              </a:r>
            </a:p>
          </p:txBody>
        </p:sp>
        <p:sp>
          <p:nvSpPr>
            <p:cNvPr id="18" name="Microcontroller">
              <a:extLst>
                <a:ext uri="{FF2B5EF4-FFF2-40B4-BE49-F238E27FC236}">
                  <a16:creationId xmlns:a16="http://schemas.microsoft.com/office/drawing/2014/main" id="{D19C71AF-BDCB-A50F-AB38-51203C78C2E8}"/>
                </a:ext>
              </a:extLst>
            </p:cNvPr>
            <p:cNvSpPr/>
            <p:nvPr/>
          </p:nvSpPr>
          <p:spPr>
            <a:xfrm>
              <a:off x="4826000" y="2057400"/>
              <a:ext cx="2540000" cy="2590800"/>
            </a:xfrm>
            <a:prstGeom prst="rect">
              <a:avLst/>
            </a:prstGeom>
            <a:solidFill>
              <a:srgbClr val="E0E0E0"/>
            </a:solidFill>
            <a:ln w="13970">
              <a:solidFill>
                <a:srgbClr val="373737"/>
              </a:solidFill>
            </a:ln>
            <a:effectLst>
              <a:outerShdw blurRad="19050" dist="35921" dir="2700002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600" tIns="76200" rIns="101600" bIns="76200" rtlCol="0" anchor="ctr">
              <a:no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2900" b="1">
                  <a:solidFill>
                    <a:srgbClr val="141414"/>
                  </a:solidFill>
                  <a:latin typeface="Calibri" panose="020F0502020204030204" pitchFamily="34" charset="0"/>
                </a:rPr>
                <a:t>STM32F767</a:t>
              </a:r>
            </a:p>
            <a:p>
              <a:pPr algn="ctr"/>
              <a:r>
                <a:rPr lang="en-US" sz="2200">
                  <a:solidFill>
                    <a:srgbClr val="505050"/>
                  </a:solidFill>
                  <a:latin typeface="Calibri" panose="020F0502020204030204" pitchFamily="34" charset="0"/>
                </a:rPr>
                <a:t>Microcontroller</a:t>
              </a:r>
            </a:p>
          </p:txBody>
        </p:sp>
        <p:sp>
          <p:nvSpPr>
            <p:cNvPr id="19" name="Camera sensor">
              <a:extLst>
                <a:ext uri="{FF2B5EF4-FFF2-40B4-BE49-F238E27FC236}">
                  <a16:creationId xmlns:a16="http://schemas.microsoft.com/office/drawing/2014/main" id="{6C463C54-2729-E54C-F28D-1AF3BF790320}"/>
                </a:ext>
              </a:extLst>
            </p:cNvPr>
            <p:cNvSpPr/>
            <p:nvPr/>
          </p:nvSpPr>
          <p:spPr>
            <a:xfrm>
              <a:off x="8128000" y="1943100"/>
              <a:ext cx="2286000" cy="1143000"/>
            </a:xfrm>
            <a:prstGeom prst="rect">
              <a:avLst/>
            </a:prstGeom>
            <a:solidFill>
              <a:srgbClr val="F6F6F6"/>
            </a:solidFill>
            <a:ln w="13970">
              <a:solidFill>
                <a:srgbClr val="373737"/>
              </a:solidFill>
            </a:ln>
            <a:effectLst>
              <a:outerShdw blurRad="19050" dist="35921" dir="2700002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600" tIns="76200" rIns="101600" bIns="76200" rtlCol="0" anchor="ctr">
              <a:no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2600">
                  <a:solidFill>
                    <a:srgbClr val="141414"/>
                  </a:solidFill>
                  <a:latin typeface="Calibri" panose="020F0502020204030204" pitchFamily="34" charset="0"/>
                </a:rPr>
                <a:t>OV2640</a:t>
              </a:r>
            </a:p>
            <a:p>
              <a:pPr algn="ctr"/>
              <a:r>
                <a:rPr lang="en-US" sz="2200">
                  <a:solidFill>
                    <a:srgbClr val="505050"/>
                  </a:solidFill>
                  <a:latin typeface="Calibri" panose="020F0502020204030204" pitchFamily="34" charset="0"/>
                </a:rPr>
                <a:t>Image</a:t>
              </a:r>
            </a:p>
          </p:txBody>
        </p:sp>
        <p:sp>
          <p:nvSpPr>
            <p:cNvPr id="20" name="Microphone sensor">
              <a:extLst>
                <a:ext uri="{FF2B5EF4-FFF2-40B4-BE49-F238E27FC236}">
                  <a16:creationId xmlns:a16="http://schemas.microsoft.com/office/drawing/2014/main" id="{7613CE98-4FE2-232B-7CC3-387CD97D74CD}"/>
                </a:ext>
              </a:extLst>
            </p:cNvPr>
            <p:cNvSpPr/>
            <p:nvPr/>
          </p:nvSpPr>
          <p:spPr>
            <a:xfrm>
              <a:off x="8128000" y="3619500"/>
              <a:ext cx="2286000" cy="1143000"/>
            </a:xfrm>
            <a:prstGeom prst="rect">
              <a:avLst/>
            </a:prstGeom>
            <a:solidFill>
              <a:srgbClr val="F6F6F6"/>
            </a:solidFill>
            <a:ln w="13970">
              <a:solidFill>
                <a:srgbClr val="373737"/>
              </a:solidFill>
            </a:ln>
            <a:effectLst>
              <a:outerShdw blurRad="19050" dist="35921" dir="2700002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1600" tIns="76200" rIns="101600" bIns="76200" rtlCol="0" anchor="ctr">
              <a:no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2600">
                  <a:solidFill>
                    <a:srgbClr val="141414"/>
                  </a:solidFill>
                  <a:latin typeface="Calibri" panose="020F0502020204030204" pitchFamily="34" charset="0"/>
                </a:rPr>
                <a:t>SPW2430</a:t>
              </a:r>
            </a:p>
            <a:p>
              <a:pPr algn="ctr"/>
              <a:r>
                <a:rPr lang="en-US" sz="2200">
                  <a:solidFill>
                    <a:srgbClr val="505050"/>
                  </a:solidFill>
                  <a:latin typeface="Calibri" panose="020F0502020204030204" pitchFamily="34" charset="0"/>
                </a:rPr>
                <a:t>Audio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1741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00B9D-88C4-964F-C63F-8B5B103C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execution guide 0">
            <a:extLst>
              <a:ext uri="{FF2B5EF4-FFF2-40B4-BE49-F238E27FC236}">
                <a16:creationId xmlns:a16="http://schemas.microsoft.com/office/drawing/2014/main" id="{654FC01E-20C1-C3A6-9630-71550F78DEE2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7" name="execution guide 0">
            <a:extLst>
              <a:ext uri="{FF2B5EF4-FFF2-40B4-BE49-F238E27FC236}">
                <a16:creationId xmlns:a16="http://schemas.microsoft.com/office/drawing/2014/main" id="{8A72D2C6-1CBF-DF3A-8F51-2775DF59DF3E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1" name="execution guide 0">
            <a:extLst>
              <a:ext uri="{FF2B5EF4-FFF2-40B4-BE49-F238E27FC236}">
                <a16:creationId xmlns:a16="http://schemas.microsoft.com/office/drawing/2014/main" id="{82C2F242-8355-6209-237A-4A0E66EE5CCF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5AB3EFB5-9772-8207-869C-172C6628FD4C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0DCA33D0-5424-4ECD-876B-B05DF95A4F1A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B124E87D-8BB6-1F33-23F6-B684ACF3C96B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AF3FBBC5-2E70-971D-0022-CF949F7B2158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E6E94B30-3D68-D5CD-F9D3-610F6F252E64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D3000A81-0E15-2C2E-D642-006920E989FD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BF86D3CC-66DF-5B25-8958-1A5A9BE8CB07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55E04D77-84FF-2331-966C-D798011A3F73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D9AD0ADA-209C-0DE5-763F-3A8CDC4C9290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E4A0EEC5-A4D9-5521-62CD-AABADFC331EA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60D4C7B7-DEE3-FDA7-4BBB-437EA742AA72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B5190929-3400-BDF5-4E8B-EEEBAD8CFAD1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91FD1D97-DFBA-3575-68E3-1CE48FDA6417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FC4A8E7E-63E5-6BAA-5546-CEABB37CFB57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93CBFDB4-DF92-9149-78F8-1FE227352995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A609C01F-43B4-F0BF-EDD6-BF6F058352A8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255C07AB-CD3F-30C3-1010-CA906D818014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183D397D-C646-7B1B-E0A7-DAFE881240B7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EBA46CD9-6712-FAAC-FF79-E5FB40CC2AFA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6EFA8CB6-7836-38E7-5F82-FB798FC00CB0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6924C3BB-04E4-1E1D-65E2-E19377417380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316B788F-57B0-8859-A665-C0B7E58C6B55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A288CD94-FE27-D2F7-65A9-A0E91D70C1F0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7614CE5A-E7B5-DA9F-A063-A901BE8068B1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50425430-67DB-B62C-B7F9-9879338D5B78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58B3C7A4-5578-2485-3920-FF7605C1EEBF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91D60BC7-62A8-0661-5BCF-DF4A83BA385B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5E7D7A47-3938-A99E-30EE-91308E7C93A8}"/>
              </a:ext>
            </a:extLst>
          </p:cNvPr>
          <p:cNvSpPr/>
          <p:nvPr/>
        </p:nvSpPr>
        <p:spPr>
          <a:xfrm flipH="1">
            <a:off x="3384978" y="2417762"/>
            <a:ext cx="2423738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E7B9CDB9-05BC-2599-2C0D-7BA313B37CF3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450864CB-A006-374C-28D4-7A2C00BD6A6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450864CB-A006-374C-28D4-7A2C00BD6A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76E1799E-BC91-611E-B8D0-5C2D5A4848A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76E1799E-BC91-611E-B8D0-5C2D5A484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34943F35-0FD4-A103-6D92-4CE36E8581C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72667" y="2082801"/>
                <a:ext cx="171107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7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sz="17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skipped</a:t>
                </a:r>
              </a:p>
            </p:txBody>
          </p:sp>
        </mc:Choice>
        <mc:Fallback xmlns="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34943F35-0FD4-A103-6D92-4CE36E8581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667" y="2082801"/>
                <a:ext cx="1711070" cy="295275"/>
              </a:xfrm>
              <a:prstGeom prst="rect">
                <a:avLst/>
              </a:prstGeom>
              <a:blipFill>
                <a:blip r:embed="rId4"/>
                <a:stretch>
                  <a:fillRect t="-18750" b="-3541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job 1">
            <a:extLst>
              <a:ext uri="{FF2B5EF4-FFF2-40B4-BE49-F238E27FC236}">
                <a16:creationId xmlns:a16="http://schemas.microsoft.com/office/drawing/2014/main" id="{3DCFEB0A-E63E-E02D-5EA0-B79A1F006308}"/>
              </a:ext>
            </a:extLst>
          </p:cNvPr>
          <p:cNvSpPr>
            <a:spLocks noGrp="1"/>
          </p:cNvSpPr>
          <p:nvPr/>
        </p:nvSpPr>
        <p:spPr>
          <a:xfrm>
            <a:off x="3381375" y="1422401"/>
            <a:ext cx="2437564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172E3768-965D-34CC-E242-6FCD0734F463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FB9548CD-274F-7110-CDF7-9F99DDA118F4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4E613A59-8A88-805A-65C4-92C8E0CD08E0}"/>
              </a:ext>
            </a:extLst>
          </p:cNvPr>
          <p:cNvSpPr/>
          <p:nvPr/>
        </p:nvSpPr>
        <p:spPr>
          <a:xfrm flipH="1">
            <a:off x="5818001" y="2413001"/>
            <a:ext cx="135073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C701E701-9237-3854-06D6-74610B7FFD8B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40082D4-519C-6823-92B1-DDD71A95FFF2}"/>
                  </a:ext>
                </a:extLst>
              </p:cNvPr>
              <p:cNvSpPr txBox="1"/>
              <p:nvPr/>
            </p:nvSpPr>
            <p:spPr>
              <a:xfrm>
                <a:off x="6286015" y="2482851"/>
                <a:ext cx="404715" cy="256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40082D4-519C-6823-92B1-DDD71A95F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015" y="2482851"/>
                <a:ext cx="404715" cy="256993"/>
              </a:xfrm>
              <a:prstGeom prst="rect">
                <a:avLst/>
              </a:prstGeom>
              <a:blipFill>
                <a:blip r:embed="rId5"/>
                <a:stretch>
                  <a:fillRect l="-746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8E538D5-69FC-5AB6-6F05-B0FC5FAAC36E}"/>
                  </a:ext>
                </a:extLst>
              </p:cNvPr>
              <p:cNvSpPr txBox="1"/>
              <p:nvPr/>
            </p:nvSpPr>
            <p:spPr>
              <a:xfrm>
                <a:off x="9357220" y="248285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8E538D5-69FC-5AB6-6F05-B0FC5FAAC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82851"/>
                <a:ext cx="325154" cy="256993"/>
              </a:xfrm>
              <a:prstGeom prst="rect">
                <a:avLst/>
              </a:prstGeom>
              <a:blipFill>
                <a:blip r:embed="rId6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4EB7D07-C12F-89E1-CFE4-3D073190757C}"/>
                  </a:ext>
                </a:extLst>
              </p:cNvPr>
              <p:cNvSpPr txBox="1"/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4EB7D07-C12F-89E1-CFE4-3D0731907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blipFill>
                <a:blip r:embed="rId7"/>
                <a:stretch>
                  <a:fillRect l="-21429" r="-4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skip cross b">
            <a:extLst>
              <a:ext uri="{FF2B5EF4-FFF2-40B4-BE49-F238E27FC236}">
                <a16:creationId xmlns:a16="http://schemas.microsoft.com/office/drawing/2014/main" id="{5607518B-6EB8-4FCF-6582-BE71A470B769}"/>
              </a:ext>
            </a:extLst>
          </p:cNvPr>
          <p:cNvSpPr>
            <a:spLocks noGrp="1"/>
          </p:cNvSpPr>
          <p:nvPr/>
        </p:nvSpPr>
        <p:spPr>
          <a:xfrm flipV="1">
            <a:off x="6032240" y="2278064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5C110DC6-89D9-10B0-0DE4-6D8B3BC44DD8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F2AFDCE2-66FA-3263-B9BB-E6CD1AC566A4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060D377D-1F54-01C4-1983-9810C4561737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8B51B003-6F9A-7F46-C73A-1BB74D2A2BBB}"/>
              </a:ext>
            </a:extLst>
          </p:cNvPr>
          <p:cNvSpPr>
            <a:spLocks noGrp="1"/>
          </p:cNvSpPr>
          <p:nvPr/>
        </p:nvSpPr>
        <p:spPr>
          <a:xfrm>
            <a:off x="2775585" y="647357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010BB9FC-A4C9-907A-313F-0B1D152DC55E}"/>
              </a:ext>
            </a:extLst>
          </p:cNvPr>
          <p:cNvCxnSpPr>
            <a:cxnSpLocks/>
          </p:cNvCxnSpPr>
          <p:nvPr/>
        </p:nvCxnSpPr>
        <p:spPr>
          <a:xfrm>
            <a:off x="5814914" y="141922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4BECB37C-E512-9727-0ADE-B6E856CA257D}"/>
              </a:ext>
            </a:extLst>
          </p:cNvPr>
          <p:cNvCxnSpPr>
            <a:cxnSpLocks/>
          </p:cNvCxnSpPr>
          <p:nvPr/>
        </p:nvCxnSpPr>
        <p:spPr>
          <a:xfrm>
            <a:off x="716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4093C14C-6F70-157B-01D9-BDDA7A7C5205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9FDCDF-D355-2FAF-6839-DE47881B4E54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9FDCDF-D355-2FAF-6839-DE47881B4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066BD5C-43A3-65C7-1DCD-4209FA7F7532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066BD5C-43A3-65C7-1DCD-4209FA7F7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5745351-B7DB-6234-1069-8C7571B7A83C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5745351-B7DB-6234-1069-8C7571B7A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67BC40A-3E9E-1BC8-7ACA-FF965E7275D2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67BC40A-3E9E-1BC8-7ACA-FF965E727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11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D06094A-02E0-382E-7CC4-7D8389073FF9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D06094A-02E0-382E-7CC4-7D8389073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2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E09C4CC-44BF-E1DD-C407-77E0ED5B91AA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E09C4CC-44BF-E1DD-C407-77E0ED5B9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3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5D160ACA-8FEC-B0CF-81AB-672D258DFDF0}"/>
              </a:ext>
            </a:extLst>
          </p:cNvPr>
          <p:cNvSpPr>
            <a:spLocks noGrp="1"/>
          </p:cNvSpPr>
          <p:nvPr/>
        </p:nvSpPr>
        <p:spPr>
          <a:xfrm flipH="1">
            <a:off x="6083303" y="2325688"/>
            <a:ext cx="6349" cy="468313"/>
          </a:xfrm>
          <a:prstGeom prst="line">
            <a:avLst/>
          </a:prstGeom>
          <a:noFill/>
          <a:ln w="14288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07DDD774-C47D-75FE-729A-57EBF193B441}"/>
              </a:ext>
            </a:extLst>
          </p:cNvPr>
          <p:cNvSpPr>
            <a:spLocks noGrp="1"/>
          </p:cNvSpPr>
          <p:nvPr/>
        </p:nvSpPr>
        <p:spPr>
          <a:xfrm>
            <a:off x="6032240" y="2278064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grpSp>
        <p:nvGrpSpPr>
          <p:cNvPr id="4" name="Group 230">
            <a:extLst>
              <a:ext uri="{FF2B5EF4-FFF2-40B4-BE49-F238E27FC236}">
                <a16:creationId xmlns:a16="http://schemas.microsoft.com/office/drawing/2014/main" id="{24EE893D-798F-A948-3901-AC51C7040CC1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6" name="Rectangle 231">
              <a:extLst>
                <a:ext uri="{FF2B5EF4-FFF2-40B4-BE49-F238E27FC236}">
                  <a16:creationId xmlns:a16="http://schemas.microsoft.com/office/drawing/2014/main" id="{83FA5978-04AC-DD4A-D513-4D5E4CCB2500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1" name="Straight Connector 232">
              <a:extLst>
                <a:ext uri="{FF2B5EF4-FFF2-40B4-BE49-F238E27FC236}">
                  <a16:creationId xmlns:a16="http://schemas.microsoft.com/office/drawing/2014/main" id="{C7740D00-EA62-6642-4EF3-BC8360197AEE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232">
            <a:extLst>
              <a:ext uri="{FF2B5EF4-FFF2-40B4-BE49-F238E27FC236}">
                <a16:creationId xmlns:a16="http://schemas.microsoft.com/office/drawing/2014/main" id="{D838AEDB-98BA-D72E-8B7E-CE0AFFE43891}"/>
              </a:ext>
            </a:extLst>
          </p:cNvPr>
          <p:cNvCxnSpPr>
            <a:cxnSpLocks/>
          </p:cNvCxnSpPr>
          <p:nvPr/>
        </p:nvCxnSpPr>
        <p:spPr>
          <a:xfrm>
            <a:off x="6070311" y="2413456"/>
            <a:ext cx="0" cy="371019"/>
          </a:xfrm>
          <a:prstGeom prst="line">
            <a:avLst/>
          </a:prstGeom>
          <a:ln w="22860" cmpd="sng">
            <a:solidFill>
              <a:schemeClr val="bg2">
                <a:lumMod val="10000"/>
              </a:schemeClr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xecution guide 0">
            <a:extLst>
              <a:ext uri="{FF2B5EF4-FFF2-40B4-BE49-F238E27FC236}">
                <a16:creationId xmlns:a16="http://schemas.microsoft.com/office/drawing/2014/main" id="{8BFBF755-D5E8-B7A5-074F-DBD1C3188659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</p:spTree>
    <p:extLst>
      <p:ext uri="{BB962C8B-B14F-4D97-AF65-F5344CB8AC3E}">
        <p14:creationId xmlns:p14="http://schemas.microsoft.com/office/powerpoint/2010/main" val="815533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6A9EF-719E-BE9F-17E2-059A65B9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execution guide 0">
            <a:extLst>
              <a:ext uri="{FF2B5EF4-FFF2-40B4-BE49-F238E27FC236}">
                <a16:creationId xmlns:a16="http://schemas.microsoft.com/office/drawing/2014/main" id="{5AFFE613-2CC6-6FC0-9AB8-95E4BF63C3CD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7" name="execution guide 0">
            <a:extLst>
              <a:ext uri="{FF2B5EF4-FFF2-40B4-BE49-F238E27FC236}">
                <a16:creationId xmlns:a16="http://schemas.microsoft.com/office/drawing/2014/main" id="{4E6DDA7F-D5D8-244E-CF2D-1F1AED60CA85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1" name="execution guide 0">
            <a:extLst>
              <a:ext uri="{FF2B5EF4-FFF2-40B4-BE49-F238E27FC236}">
                <a16:creationId xmlns:a16="http://schemas.microsoft.com/office/drawing/2014/main" id="{A2E91E7D-D5EF-3386-1D35-1E733D760CFB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5193FC4C-9962-17AD-890B-3B2E34A9AD23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DAAA6E59-1D39-E58F-96E1-946DB04E027D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AEDA2F04-4827-A03A-DF61-C8A337721504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0B45F3AB-0B7D-AC61-D95A-ED7A220CAEF0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1F5965D8-7DFF-6013-7B0B-DEAC4253D6EA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C6C99EAD-D0FC-F346-8417-7F54E69A88D3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3EA8DD86-5C39-7435-2CB0-83733D842B1C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32A13794-A5CE-2894-47DA-E199BD9E0354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132BDA5E-6ABB-A78E-AEFD-2105DEFBB794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DA0D85BE-6E88-BF72-10B5-A001775C6D29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7C42CB47-E02C-8D6B-2D14-B92CE8C658A1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7101877D-862E-0233-256E-9B00BC930354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E3301040-CB7D-01B2-68AE-C2BED56577C2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8EC578AE-9AB1-3B6C-DC85-8AE065B382C7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C20964C0-3930-6324-095E-BEF982585F4D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272A7D2D-E3C2-435E-FD8A-642549044F4E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CA75707F-6C13-0C3F-C11F-F452C9B52722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CF29357F-67DD-FB1C-72E3-962366AA03C3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102BC487-97D7-8B1C-21ED-B8DC4530021B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301405F8-290A-D1A1-DFFC-7C3DE8707133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E3AFEB12-B8D2-1C6E-1109-6C41874D23AD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860E2242-3833-AB9E-415A-9A8ADB9210E9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13FE4C19-B024-937E-4C5D-B924E67C8422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D1261455-6637-5337-ADF1-D754DD7D725D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1A81F00A-C1AB-81BD-1896-3F077668C483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D7B0037D-DBC9-5083-674E-2C2F08F2F47A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58789743-B0E6-1353-DEF9-CED29A5C74FD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FC160597-04ED-C0C6-AF2F-9DC0C9F8300E}"/>
              </a:ext>
            </a:extLst>
          </p:cNvPr>
          <p:cNvSpPr/>
          <p:nvPr/>
        </p:nvSpPr>
        <p:spPr>
          <a:xfrm flipH="1">
            <a:off x="3384978" y="2417762"/>
            <a:ext cx="2423738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99E16C92-3D65-467C-9AD5-D56E2FC98CCE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BC702723-4562-3C7C-2849-8F6D596FD6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BC702723-4562-3C7C-2849-8F6D596FD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2A38EAB9-7B01-3EAD-A62C-628C601ADCD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2A38EAB9-7B01-3EAD-A62C-628C601AD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skip label">
            <a:extLst>
              <a:ext uri="{FF2B5EF4-FFF2-40B4-BE49-F238E27FC236}">
                <a16:creationId xmlns:a16="http://schemas.microsoft.com/office/drawing/2014/main" id="{A604940A-3C42-1E00-0D19-914B4F51C40B}"/>
              </a:ext>
            </a:extLst>
          </p:cNvPr>
          <p:cNvSpPr>
            <a:spLocks noGrp="1"/>
          </p:cNvSpPr>
          <p:nvPr/>
        </p:nvSpPr>
        <p:spPr>
          <a:xfrm>
            <a:off x="6072667" y="2082801"/>
            <a:ext cx="171107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0">
                <a:solidFill>
                  <a:srgbClr val="B5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7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S</a:t>
            </a:r>
            <a:r>
              <a:rPr lang="en-RU" sz="17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kipped</a:t>
            </a:r>
            <a:r>
              <a:rPr lang="en-US" sz="17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release</a:t>
            </a:r>
            <a:endParaRPr lang="en-RU" sz="1700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C7FC9CEE-2F71-2129-72DD-798F154B08A0}"/>
              </a:ext>
            </a:extLst>
          </p:cNvPr>
          <p:cNvSpPr>
            <a:spLocks noGrp="1"/>
          </p:cNvSpPr>
          <p:nvPr/>
        </p:nvSpPr>
        <p:spPr>
          <a:xfrm>
            <a:off x="3381375" y="1422401"/>
            <a:ext cx="2437564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3C2FA0F8-B3A6-D354-8863-723EB95A848B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E6C63E3E-DCF5-D5E8-6AF1-F79DC6B1485F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751AA017-8EA2-4B26-B176-B596A5A3A8F2}"/>
              </a:ext>
            </a:extLst>
          </p:cNvPr>
          <p:cNvSpPr/>
          <p:nvPr/>
        </p:nvSpPr>
        <p:spPr>
          <a:xfrm flipH="1">
            <a:off x="5818001" y="2413001"/>
            <a:ext cx="135073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5ED12866-7682-6246-6B13-F01F9E023EB8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7E54C6C-EEF9-B09D-C6A8-96A602DD100F}"/>
                  </a:ext>
                </a:extLst>
              </p:cNvPr>
              <p:cNvSpPr txBox="1"/>
              <p:nvPr/>
            </p:nvSpPr>
            <p:spPr>
              <a:xfrm>
                <a:off x="6286015" y="2482851"/>
                <a:ext cx="404715" cy="256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7E54C6C-EEF9-B09D-C6A8-96A602DD1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015" y="2482851"/>
                <a:ext cx="404715" cy="256993"/>
              </a:xfrm>
              <a:prstGeom prst="rect">
                <a:avLst/>
              </a:prstGeom>
              <a:blipFill>
                <a:blip r:embed="rId4"/>
                <a:stretch>
                  <a:fillRect l="-746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BD5B3CE-2AAD-59E3-AEA1-78FAEF9F1DAD}"/>
                  </a:ext>
                </a:extLst>
              </p:cNvPr>
              <p:cNvSpPr txBox="1"/>
              <p:nvPr/>
            </p:nvSpPr>
            <p:spPr>
              <a:xfrm>
                <a:off x="9357220" y="2482851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BD5B3CE-2AAD-59E3-AEA1-78FAEF9F1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82851"/>
                <a:ext cx="325154" cy="256993"/>
              </a:xfrm>
              <a:prstGeom prst="rect">
                <a:avLst/>
              </a:prstGeom>
              <a:blipFill>
                <a:blip r:embed="rId5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43A2530-95FF-3DE8-E1D6-ECE67CB939BD}"/>
                  </a:ext>
                </a:extLst>
              </p:cNvPr>
              <p:cNvSpPr txBox="1"/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43A2530-95FF-3DE8-E1D6-ECE67CB93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82" y="1463545"/>
                <a:ext cx="425116" cy="339773"/>
              </a:xfrm>
              <a:prstGeom prst="rect">
                <a:avLst/>
              </a:prstGeom>
              <a:blipFill>
                <a:blip r:embed="rId6"/>
                <a:stretch>
                  <a:fillRect l="-21429" r="-4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skip cross b">
            <a:extLst>
              <a:ext uri="{FF2B5EF4-FFF2-40B4-BE49-F238E27FC236}">
                <a16:creationId xmlns:a16="http://schemas.microsoft.com/office/drawing/2014/main" id="{33FB7888-F776-F29C-229D-1833DBDA0BAA}"/>
              </a:ext>
            </a:extLst>
          </p:cNvPr>
          <p:cNvSpPr>
            <a:spLocks noGrp="1"/>
          </p:cNvSpPr>
          <p:nvPr/>
        </p:nvSpPr>
        <p:spPr>
          <a:xfrm flipV="1">
            <a:off x="6032240" y="2278064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FFEB9439-1B03-2775-E904-1703E6E88181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F544A9BF-59E2-16A9-B296-3BF9B989C18A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8E72A0FB-BC5A-F9D9-3C7C-77E9179102D6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D64F0191-B9A2-93BE-B098-785A59EE8533}"/>
              </a:ext>
            </a:extLst>
          </p:cNvPr>
          <p:cNvSpPr>
            <a:spLocks noGrp="1"/>
          </p:cNvSpPr>
          <p:nvPr/>
        </p:nvSpPr>
        <p:spPr>
          <a:xfrm>
            <a:off x="2775585" y="647357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7200A7EE-BC43-A255-2E48-B9847FA16662}"/>
              </a:ext>
            </a:extLst>
          </p:cNvPr>
          <p:cNvCxnSpPr>
            <a:cxnSpLocks/>
          </p:cNvCxnSpPr>
          <p:nvPr/>
        </p:nvCxnSpPr>
        <p:spPr>
          <a:xfrm>
            <a:off x="5814914" y="141922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CA4C446F-FDF2-3271-CD81-FA614932F705}"/>
              </a:ext>
            </a:extLst>
          </p:cNvPr>
          <p:cNvCxnSpPr>
            <a:cxnSpLocks/>
          </p:cNvCxnSpPr>
          <p:nvPr/>
        </p:nvCxnSpPr>
        <p:spPr>
          <a:xfrm>
            <a:off x="716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110BE643-A6B3-4690-9BCD-3250BCC988A1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E06891F-E767-BBA2-5CA2-DF4ECF8F6B9C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E06891F-E767-BBA2-5CA2-DF4ECF8F6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7B0C8F1-C140-13BC-BF1F-D3F3ABBB6D14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7B0C8F1-C140-13BC-BF1F-D3F3ABBB6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7228B1F-586B-A6D3-B7D5-60E8792AD590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7228B1F-586B-A6D3-B7D5-60E8792AD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C13F9C3-C6E8-87AE-33E2-A42AB6889D81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C13F9C3-C6E8-87AE-33E2-A42AB6889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D586FE-07BB-79A5-0A2A-FDCD1D317B7D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D586FE-07BB-79A5-0A2A-FDCD1D317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1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DE2F22F-7C54-93E8-C86D-A20F4ABE6B92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DE2F22F-7C54-93E8-C86D-A20F4ABE6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2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2DE7C96C-91AA-BE46-ED1D-8DD64565DBCF}"/>
              </a:ext>
            </a:extLst>
          </p:cNvPr>
          <p:cNvSpPr>
            <a:spLocks noGrp="1"/>
          </p:cNvSpPr>
          <p:nvPr/>
        </p:nvSpPr>
        <p:spPr>
          <a:xfrm flipH="1">
            <a:off x="6083303" y="2325688"/>
            <a:ext cx="6349" cy="468313"/>
          </a:xfrm>
          <a:prstGeom prst="line">
            <a:avLst/>
          </a:prstGeom>
          <a:noFill/>
          <a:ln w="14288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63F26CC4-7A53-4A0F-C9C9-EF0C0D31FE7F}"/>
              </a:ext>
            </a:extLst>
          </p:cNvPr>
          <p:cNvSpPr>
            <a:spLocks noGrp="1"/>
          </p:cNvSpPr>
          <p:nvPr/>
        </p:nvSpPr>
        <p:spPr>
          <a:xfrm>
            <a:off x="6032240" y="2278064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grpSp>
        <p:nvGrpSpPr>
          <p:cNvPr id="4" name="Group 230">
            <a:extLst>
              <a:ext uri="{FF2B5EF4-FFF2-40B4-BE49-F238E27FC236}">
                <a16:creationId xmlns:a16="http://schemas.microsoft.com/office/drawing/2014/main" id="{04F3B608-2E53-07BD-965C-030BE064D7E9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6" name="Rectangle 231">
              <a:extLst>
                <a:ext uri="{FF2B5EF4-FFF2-40B4-BE49-F238E27FC236}">
                  <a16:creationId xmlns:a16="http://schemas.microsoft.com/office/drawing/2014/main" id="{FE6A1E7E-758C-2389-89E1-716694E53F42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1" name="Straight Connector 232">
              <a:extLst>
                <a:ext uri="{FF2B5EF4-FFF2-40B4-BE49-F238E27FC236}">
                  <a16:creationId xmlns:a16="http://schemas.microsoft.com/office/drawing/2014/main" id="{5C6FB8CA-FAF6-2A1C-D92B-938D9AF41779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232">
            <a:extLst>
              <a:ext uri="{FF2B5EF4-FFF2-40B4-BE49-F238E27FC236}">
                <a16:creationId xmlns:a16="http://schemas.microsoft.com/office/drawing/2014/main" id="{7D5686A2-DF62-4954-E7FB-06CBC0B7BA77}"/>
              </a:ext>
            </a:extLst>
          </p:cNvPr>
          <p:cNvCxnSpPr>
            <a:cxnSpLocks/>
          </p:cNvCxnSpPr>
          <p:nvPr/>
        </p:nvCxnSpPr>
        <p:spPr>
          <a:xfrm>
            <a:off x="6070311" y="2413456"/>
            <a:ext cx="0" cy="371019"/>
          </a:xfrm>
          <a:prstGeom prst="line">
            <a:avLst/>
          </a:prstGeom>
          <a:ln w="22860" cmpd="sng">
            <a:solidFill>
              <a:schemeClr val="bg2">
                <a:lumMod val="10000"/>
              </a:schemeClr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xecution guide 0">
            <a:extLst>
              <a:ext uri="{FF2B5EF4-FFF2-40B4-BE49-F238E27FC236}">
                <a16:creationId xmlns:a16="http://schemas.microsoft.com/office/drawing/2014/main" id="{0D05D3FF-4179-DED0-0D64-40E4821B6DAE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</p:spTree>
    <p:extLst>
      <p:ext uri="{BB962C8B-B14F-4D97-AF65-F5344CB8AC3E}">
        <p14:creationId xmlns:p14="http://schemas.microsoft.com/office/powerpoint/2010/main" val="3490297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419DF-2E89-AD07-9B2D-C6168560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execution guide 0">
            <a:extLst>
              <a:ext uri="{FF2B5EF4-FFF2-40B4-BE49-F238E27FC236}">
                <a16:creationId xmlns:a16="http://schemas.microsoft.com/office/drawing/2014/main" id="{81A9D74B-83AC-0DF5-973E-B604E7BFF33B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4" name="execution guide 0">
            <a:extLst>
              <a:ext uri="{FF2B5EF4-FFF2-40B4-BE49-F238E27FC236}">
                <a16:creationId xmlns:a16="http://schemas.microsoft.com/office/drawing/2014/main" id="{C23D1D0F-EDB9-DE76-7DBB-55B339CE5161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3" name="execution guide 0">
            <a:extLst>
              <a:ext uri="{FF2B5EF4-FFF2-40B4-BE49-F238E27FC236}">
                <a16:creationId xmlns:a16="http://schemas.microsoft.com/office/drawing/2014/main" id="{24A77E03-E13B-57D1-7875-CC0B7085F356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0AC7A9B4-FEA0-BC32-7162-57F676DFC97E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7514C8C4-95D0-2D0C-21F1-5D15374E98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7514C8C4-95D0-2D0C-21F1-5D15374E9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5285B394-A890-4024-B182-E605AF9444A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5285B394-A890-4024-B182-E605AF9444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F082B000-26E6-E711-3976-FBB5405139DA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C9CAE846-6255-47DC-C6D7-66AED9721983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59ED4522-2DFA-2287-F9D8-ED81E2A328E7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0B0BB02F-6272-E566-EE61-4807DCD2978D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DD11DDA9-28BA-B59F-E75C-BD3B0E3EA0C6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4" name="Rectangle 361">
            <a:extLst>
              <a:ext uri="{FF2B5EF4-FFF2-40B4-BE49-F238E27FC236}">
                <a16:creationId xmlns:a16="http://schemas.microsoft.com/office/drawing/2014/main" id="{8E2207DD-0CEC-C3F3-E502-775EF6CE90C0}"/>
              </a:ext>
            </a:extLst>
          </p:cNvPr>
          <p:cNvSpPr/>
          <p:nvPr/>
        </p:nvSpPr>
        <p:spPr>
          <a:xfrm flipH="1">
            <a:off x="6087677" y="1423315"/>
            <a:ext cx="1346626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BC02BE21-C677-AACB-8343-A16F3E8A303D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0B50581E-DD44-3BB1-9BF8-B6ABAACF2225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7712034E-9CAA-F10E-BC0A-A2059012C56B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0755EC4F-65EA-6348-C8C1-8D01A76E5977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job 1">
            <a:extLst>
              <a:ext uri="{FF2B5EF4-FFF2-40B4-BE49-F238E27FC236}">
                <a16:creationId xmlns:a16="http://schemas.microsoft.com/office/drawing/2014/main" id="{38656586-1E86-E403-585D-259BC74EE04A}"/>
              </a:ext>
            </a:extLst>
          </p:cNvPr>
          <p:cNvSpPr>
            <a:spLocks noGrp="1"/>
          </p:cNvSpPr>
          <p:nvPr/>
        </p:nvSpPr>
        <p:spPr>
          <a:xfrm>
            <a:off x="7443365" y="1422401"/>
            <a:ext cx="1078815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0948FA8F-02D6-D1EF-14D7-FCA22C610286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E62BA6A8-4D35-F683-CB46-F4011A9EA795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404DD3EC-B6D8-908A-03A7-14E7EE69C4F4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2C32075B-C761-71CE-B4C2-99C53D108DF8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D25EE881-5B2A-B728-245F-67174263B24F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83E77E27-7260-8583-7208-85447344D1FF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C6E84991-56BB-BB7B-FFD2-7796DC6B4DA8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F2C6B0D9-369E-FAF9-493F-53F0A680FC19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0A72F5A2-392B-E077-4802-CABB2F498E93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3551D7B7-CC46-D418-0962-56120D8A72C6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3DBE219F-C4A9-139F-1B93-A2EE82F7AAF9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20094B2F-0EF8-CFCC-30C2-ED9850AEA218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FAA86661-69B8-C10E-FE1D-391A29C895E3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3DCB7ADF-BE5A-541E-71CA-77FA343566C5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970A151A-FA09-EC82-B999-97945A229573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C6F66503-7DA5-EF60-A21F-5D325F984B73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8EADFE73-8B74-95DA-6A8E-1C03B9710729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6AE33EC2-73AC-B006-3599-EBCF5C169367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5F235442-A794-0FCA-FC52-A801C55CE986}"/>
              </a:ext>
            </a:extLst>
          </p:cNvPr>
          <p:cNvSpPr/>
          <p:nvPr/>
        </p:nvSpPr>
        <p:spPr>
          <a:xfrm flipH="1">
            <a:off x="3391949" y="1423417"/>
            <a:ext cx="1340912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46B5E757-433D-E1E4-3337-2133196C5157}"/>
              </a:ext>
            </a:extLst>
          </p:cNvPr>
          <p:cNvSpPr>
            <a:spLocks noGrp="1"/>
          </p:cNvSpPr>
          <p:nvPr/>
        </p:nvSpPr>
        <p:spPr>
          <a:xfrm>
            <a:off x="4734473" y="1422401"/>
            <a:ext cx="1347779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1CBE9753-B7D8-0837-DFAB-85279F73444B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C8D0DE08-3754-D9DC-78B7-A46A2BA27669}"/>
              </a:ext>
            </a:extLst>
          </p:cNvPr>
          <p:cNvSpPr/>
          <p:nvPr/>
        </p:nvSpPr>
        <p:spPr>
          <a:xfrm flipH="1">
            <a:off x="3376254" y="2412713"/>
            <a:ext cx="135532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4FC8B2C-556E-E13E-F66A-4263E1672CA7}"/>
                  </a:ext>
                </a:extLst>
              </p:cNvPr>
              <p:cNvSpPr txBox="1"/>
              <p:nvPr/>
            </p:nvSpPr>
            <p:spPr>
              <a:xfrm>
                <a:off x="3880572" y="2484933"/>
                <a:ext cx="346690" cy="256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4FC8B2C-556E-E13E-F66A-4263E1672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572" y="2484933"/>
                <a:ext cx="346690" cy="256993"/>
              </a:xfrm>
              <a:prstGeom prst="rect">
                <a:avLst/>
              </a:prstGeom>
              <a:blipFill>
                <a:blip r:embed="rId4"/>
                <a:stretch>
                  <a:fillRect l="-16071" r="-357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AD908CF-60B4-B07C-F6C0-A094C8200BF4}"/>
                  </a:ext>
                </a:extLst>
              </p:cNvPr>
              <p:cNvSpPr txBox="1"/>
              <p:nvPr/>
            </p:nvSpPr>
            <p:spPr>
              <a:xfrm>
                <a:off x="9357220" y="2484933"/>
                <a:ext cx="325154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AD908CF-60B4-B07C-F6C0-A094C8200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220" y="2484933"/>
                <a:ext cx="325154" cy="256993"/>
              </a:xfrm>
              <a:prstGeom prst="rect">
                <a:avLst/>
              </a:prstGeom>
              <a:blipFill>
                <a:blip r:embed="rId5"/>
                <a:stretch>
                  <a:fillRect l="-20755" r="-566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FDCCB35-F245-F93A-DCCB-BCA0FF76B472}"/>
                  </a:ext>
                </a:extLst>
              </p:cNvPr>
              <p:cNvSpPr txBox="1"/>
              <p:nvPr/>
            </p:nvSpPr>
            <p:spPr>
              <a:xfrm>
                <a:off x="5227483" y="1456182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FDCCB35-F245-F93A-DCCB-BCA0FF76B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483" y="1456182"/>
                <a:ext cx="425116" cy="339773"/>
              </a:xfrm>
              <a:prstGeom prst="rect">
                <a:avLst/>
              </a:prstGeom>
              <a:blipFill>
                <a:blip r:embed="rId6"/>
                <a:stretch>
                  <a:fillRect l="-21739" r="-5797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011AD3FC-F19D-7B80-93D1-3C74B1BE5849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15257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194B4355-0ABE-E246-A269-498114D82375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952B37CB-BD9C-3098-16BA-935B12EF227E}"/>
              </a:ext>
            </a:extLst>
          </p:cNvPr>
          <p:cNvSpPr>
            <a:spLocks noGrp="1"/>
          </p:cNvSpPr>
          <p:nvPr/>
        </p:nvSpPr>
        <p:spPr>
          <a:xfrm>
            <a:off x="2775585" y="64894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EDF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FF5E06CC-E7EC-055A-73EA-6BF699769812}"/>
              </a:ext>
            </a:extLst>
          </p:cNvPr>
          <p:cNvCxnSpPr>
            <a:cxnSpLocks/>
          </p:cNvCxnSpPr>
          <p:nvPr/>
        </p:nvCxnSpPr>
        <p:spPr>
          <a:xfrm>
            <a:off x="8513858" y="1426051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BDFA5B4A-3A4F-BA4C-E2B2-2F677C3EABB3}"/>
              </a:ext>
            </a:extLst>
          </p:cNvPr>
          <p:cNvCxnSpPr>
            <a:cxnSpLocks/>
          </p:cNvCxnSpPr>
          <p:nvPr/>
        </p:nvCxnSpPr>
        <p:spPr>
          <a:xfrm>
            <a:off x="4731584" y="2408419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104D605F-2F06-430C-CDF8-F4407BB33BBF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167FA96-89B0-C92B-B6DC-366C0039E7B3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167FA96-89B0-C92B-B6DC-366C0039E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AEABBD0-29FC-F037-9789-54FE31708A14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AEABBD0-29FC-F037-9789-54FE31708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E9C4E37-BD87-3FB8-BA84-7984A8336D1D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E9C4E37-BD87-3FB8-BA84-7984A8336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833C25-1983-821A-9F1C-E6D90D8EDB81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833C25-1983-821A-9F1C-E6D90D8ED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822608E-2F64-103D-6548-E2A5D6218E89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822608E-2F64-103D-6548-E2A5D6218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1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4E34379-8C41-0367-FFF2-E6D806D07166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4E34379-8C41-0367-FFF2-E6D806D07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2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769">
            <a:extLst>
              <a:ext uri="{FF2B5EF4-FFF2-40B4-BE49-F238E27FC236}">
                <a16:creationId xmlns:a16="http://schemas.microsoft.com/office/drawing/2014/main" id="{F758A6F0-9B9B-EB42-0C0F-D7AFAFD1B71D}"/>
              </a:ext>
            </a:extLst>
          </p:cNvPr>
          <p:cNvSpPr/>
          <p:nvPr/>
        </p:nvSpPr>
        <p:spPr>
          <a:xfrm flipH="1">
            <a:off x="6085065" y="2414543"/>
            <a:ext cx="134453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390540-C8DB-6DA0-0908-10633ABD5820}"/>
                  </a:ext>
                </a:extLst>
              </p:cNvPr>
              <p:cNvSpPr txBox="1"/>
              <p:nvPr/>
            </p:nvSpPr>
            <p:spPr>
              <a:xfrm>
                <a:off x="6578594" y="2484933"/>
                <a:ext cx="346690" cy="256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390540-C8DB-6DA0-0908-10633ABD5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594" y="2484933"/>
                <a:ext cx="346690" cy="256993"/>
              </a:xfrm>
              <a:prstGeom prst="rect">
                <a:avLst/>
              </a:prstGeom>
              <a:blipFill>
                <a:blip r:embed="rId13"/>
                <a:stretch>
                  <a:fillRect l="-15789" r="-175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90">
            <a:extLst>
              <a:ext uri="{FF2B5EF4-FFF2-40B4-BE49-F238E27FC236}">
                <a16:creationId xmlns:a16="http://schemas.microsoft.com/office/drawing/2014/main" id="{C38F7D3F-DA7B-D9C7-4983-8E78D5565747}"/>
              </a:ext>
            </a:extLst>
          </p:cNvPr>
          <p:cNvCxnSpPr>
            <a:cxnSpLocks/>
          </p:cNvCxnSpPr>
          <p:nvPr/>
        </p:nvCxnSpPr>
        <p:spPr>
          <a:xfrm flipH="1" flipV="1">
            <a:off x="6082318" y="2411391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90">
            <a:extLst>
              <a:ext uri="{FF2B5EF4-FFF2-40B4-BE49-F238E27FC236}">
                <a16:creationId xmlns:a16="http://schemas.microsoft.com/office/drawing/2014/main" id="{3C3E684D-CC95-4E16-210C-1E5C933DC37C}"/>
              </a:ext>
            </a:extLst>
          </p:cNvPr>
          <p:cNvCxnSpPr>
            <a:cxnSpLocks/>
          </p:cNvCxnSpPr>
          <p:nvPr/>
        </p:nvCxnSpPr>
        <p:spPr>
          <a:xfrm>
            <a:off x="7429605" y="241025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5667EFC-42F5-0258-EEB4-16B4C7428A6A}"/>
                  </a:ext>
                </a:extLst>
              </p:cNvPr>
              <p:cNvSpPr txBox="1"/>
              <p:nvPr/>
            </p:nvSpPr>
            <p:spPr>
              <a:xfrm>
                <a:off x="7794928" y="1456182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5667EFC-42F5-0258-EEB4-16B4C7428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928" y="1456182"/>
                <a:ext cx="425116" cy="339773"/>
              </a:xfrm>
              <a:prstGeom prst="rect">
                <a:avLst/>
              </a:prstGeom>
              <a:blipFill>
                <a:blip r:embed="rId14"/>
                <a:stretch>
                  <a:fillRect l="-21739" r="-5797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D995D8D9-6861-64E2-CF17-1455AE514490}"/>
              </a:ext>
            </a:extLst>
          </p:cNvPr>
          <p:cNvCxnSpPr>
            <a:cxnSpLocks/>
          </p:cNvCxnSpPr>
          <p:nvPr/>
        </p:nvCxnSpPr>
        <p:spPr>
          <a:xfrm flipH="1" flipV="1">
            <a:off x="3378994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xecution time symbol">
            <a:extLst>
              <a:ext uri="{FF2B5EF4-FFF2-40B4-BE49-F238E27FC236}">
                <a16:creationId xmlns:a16="http://schemas.microsoft.com/office/drawing/2014/main" id="{6141763F-CD2E-6A6A-DDC8-F8EC8EF76EA2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p:cxnSp>
        <p:nvCxnSpPr>
          <p:cNvPr id="52" name="Straight Arrow Connector 616">
            <a:extLst>
              <a:ext uri="{FF2B5EF4-FFF2-40B4-BE49-F238E27FC236}">
                <a16:creationId xmlns:a16="http://schemas.microsoft.com/office/drawing/2014/main" id="{F9D80A8B-B3C5-BD3E-8459-7294C6A8FBA3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230">
            <a:extLst>
              <a:ext uri="{FF2B5EF4-FFF2-40B4-BE49-F238E27FC236}">
                <a16:creationId xmlns:a16="http://schemas.microsoft.com/office/drawing/2014/main" id="{570BB542-AEE9-6CDB-2341-262E417EA0CA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57" name="Rectangle 231">
              <a:extLst>
                <a:ext uri="{FF2B5EF4-FFF2-40B4-BE49-F238E27FC236}">
                  <a16:creationId xmlns:a16="http://schemas.microsoft.com/office/drawing/2014/main" id="{FE2805D6-D703-2AC5-AA6C-28A758C8D19F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59" name="Straight Connector 232">
              <a:extLst>
                <a:ext uri="{FF2B5EF4-FFF2-40B4-BE49-F238E27FC236}">
                  <a16:creationId xmlns:a16="http://schemas.microsoft.com/office/drawing/2014/main" id="{6BE7BEF1-671C-7789-5B5F-426D81E51584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Straight Connector 232">
            <a:extLst>
              <a:ext uri="{FF2B5EF4-FFF2-40B4-BE49-F238E27FC236}">
                <a16:creationId xmlns:a16="http://schemas.microsoft.com/office/drawing/2014/main" id="{4E159B11-E791-340B-BA66-DFA6A76CE7F1}"/>
              </a:ext>
            </a:extLst>
          </p:cNvPr>
          <p:cNvCxnSpPr>
            <a:cxnSpLocks/>
          </p:cNvCxnSpPr>
          <p:nvPr/>
        </p:nvCxnSpPr>
        <p:spPr>
          <a:xfrm>
            <a:off x="8759820" y="2419937"/>
            <a:ext cx="0" cy="371019"/>
          </a:xfrm>
          <a:prstGeom prst="line">
            <a:avLst/>
          </a:prstGeom>
          <a:noFill/>
          <a:ln w="22860" cmpd="sng">
            <a:solidFill>
              <a:schemeClr val="tx1"/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232">
            <a:extLst>
              <a:ext uri="{FF2B5EF4-FFF2-40B4-BE49-F238E27FC236}">
                <a16:creationId xmlns:a16="http://schemas.microsoft.com/office/drawing/2014/main" id="{B75CFCBA-519C-5B6D-019F-073EDFA5C9A0}"/>
              </a:ext>
            </a:extLst>
          </p:cNvPr>
          <p:cNvCxnSpPr>
            <a:cxnSpLocks/>
          </p:cNvCxnSpPr>
          <p:nvPr/>
        </p:nvCxnSpPr>
        <p:spPr>
          <a:xfrm>
            <a:off x="6046782" y="2418063"/>
            <a:ext cx="0" cy="371019"/>
          </a:xfrm>
          <a:prstGeom prst="line">
            <a:avLst/>
          </a:prstGeom>
          <a:noFill/>
          <a:ln w="22860" cmpd="sng">
            <a:solidFill>
              <a:schemeClr val="tx1"/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683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05A53-5412-0B69-585B-4E0D90E75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xecution guide 0">
            <a:extLst>
              <a:ext uri="{FF2B5EF4-FFF2-40B4-BE49-F238E27FC236}">
                <a16:creationId xmlns:a16="http://schemas.microsoft.com/office/drawing/2014/main" id="{256FD717-8277-B5E8-DEC8-15CBE719A35F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95438AD4-97FC-FCAA-C578-723F1BB03ED6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38FF6DB9-DECC-6B87-CC22-2254C7235786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52D57B5F-67D5-F4CA-EB38-04E91A63705C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A3E8BD45-A212-1606-A564-1AC81F9E0A4E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86" name="Rectangle 769">
            <a:extLst>
              <a:ext uri="{FF2B5EF4-FFF2-40B4-BE49-F238E27FC236}">
                <a16:creationId xmlns:a16="http://schemas.microsoft.com/office/drawing/2014/main" id="{63D96A4E-01FB-FC65-B9AD-A63B7C6C00E2}"/>
              </a:ext>
            </a:extLst>
          </p:cNvPr>
          <p:cNvSpPr/>
          <p:nvPr/>
        </p:nvSpPr>
        <p:spPr>
          <a:xfrm flipH="1">
            <a:off x="9326194" y="2408258"/>
            <a:ext cx="550395" cy="378738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sp>
        <p:nvSpPr>
          <p:cNvPr id="87" name="Rectangle 769">
            <a:extLst>
              <a:ext uri="{FF2B5EF4-FFF2-40B4-BE49-F238E27FC236}">
                <a16:creationId xmlns:a16="http://schemas.microsoft.com/office/drawing/2014/main" id="{D3B79638-AADC-1E1D-640F-5C008B70834B}"/>
              </a:ext>
            </a:extLst>
          </p:cNvPr>
          <p:cNvSpPr/>
          <p:nvPr/>
        </p:nvSpPr>
        <p:spPr>
          <a:xfrm flipH="1">
            <a:off x="9875419" y="2407915"/>
            <a:ext cx="26508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88" name="Rectangle 769">
            <a:extLst>
              <a:ext uri="{FF2B5EF4-FFF2-40B4-BE49-F238E27FC236}">
                <a16:creationId xmlns:a16="http://schemas.microsoft.com/office/drawing/2014/main" id="{ED6813EB-8A99-4913-35F4-93C391B05988}"/>
              </a:ext>
            </a:extLst>
          </p:cNvPr>
          <p:cNvSpPr/>
          <p:nvPr/>
        </p:nvSpPr>
        <p:spPr>
          <a:xfrm flipH="1">
            <a:off x="8792066" y="2408438"/>
            <a:ext cx="537021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9DD4177-9722-F3B6-C19E-5907F9A545B7}"/>
              </a:ext>
            </a:extLst>
          </p:cNvPr>
          <p:cNvSpPr txBox="1"/>
          <p:nvPr/>
        </p:nvSpPr>
        <p:spPr>
          <a:xfrm>
            <a:off x="8910261" y="2401437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1B5F6B-1FE5-FBF5-3A16-0E503CACD6FA}"/>
              </a:ext>
            </a:extLst>
          </p:cNvPr>
          <p:cNvSpPr txBox="1"/>
          <p:nvPr/>
        </p:nvSpPr>
        <p:spPr>
          <a:xfrm>
            <a:off x="9462923" y="2401437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91" name="Правая фигурная скобка 90">
            <a:extLst>
              <a:ext uri="{FF2B5EF4-FFF2-40B4-BE49-F238E27FC236}">
                <a16:creationId xmlns:a16="http://schemas.microsoft.com/office/drawing/2014/main" id="{8AE474AB-0F07-BF2A-8E2A-6509A9CBBC6A}"/>
              </a:ext>
            </a:extLst>
          </p:cNvPr>
          <p:cNvSpPr/>
          <p:nvPr/>
        </p:nvSpPr>
        <p:spPr>
          <a:xfrm rot="16200000">
            <a:off x="9366825" y="1620217"/>
            <a:ext cx="199070" cy="1351524"/>
          </a:xfrm>
          <a:prstGeom prst="rightBrac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CD1DEBB-5009-3415-0277-23EE49F51D1A}"/>
                  </a:ext>
                </a:extLst>
              </p:cNvPr>
              <p:cNvSpPr txBox="1"/>
              <p:nvPr/>
            </p:nvSpPr>
            <p:spPr>
              <a:xfrm>
                <a:off x="9355874" y="1913165"/>
                <a:ext cx="218931" cy="256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CD1DEBB-5009-3415-0277-23EE49F51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874" y="1913165"/>
                <a:ext cx="218931" cy="256993"/>
              </a:xfrm>
              <a:prstGeom prst="rect">
                <a:avLst/>
              </a:prstGeom>
              <a:blipFill>
                <a:blip r:embed="rId2"/>
                <a:stretch>
                  <a:fillRect l="-41667" r="-4444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1D3A693E-6B46-9348-9435-590A82705DB4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51D4AF8D-5D98-182E-0B06-F59F4BC9DDCA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9" name="execution guide 0">
            <a:extLst>
              <a:ext uri="{FF2B5EF4-FFF2-40B4-BE49-F238E27FC236}">
                <a16:creationId xmlns:a16="http://schemas.microsoft.com/office/drawing/2014/main" id="{A68F2219-465F-D9B2-2B0B-8BF1ACF0AA60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70D85BCE-C4E3-BBE6-69EF-4E2DAF994583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9" name="job 1">
            <a:extLst>
              <a:ext uri="{FF2B5EF4-FFF2-40B4-BE49-F238E27FC236}">
                <a16:creationId xmlns:a16="http://schemas.microsoft.com/office/drawing/2014/main" id="{CE3110B6-36A2-4155-34FC-DE181062B59E}"/>
              </a:ext>
            </a:extLst>
          </p:cNvPr>
          <p:cNvSpPr>
            <a:spLocks noGrp="1"/>
          </p:cNvSpPr>
          <p:nvPr/>
        </p:nvSpPr>
        <p:spPr>
          <a:xfrm>
            <a:off x="8250879" y="1422759"/>
            <a:ext cx="270817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65F8BF12-9347-1FE1-908D-E459DB49303A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BC721454-09A2-F3A3-E7AC-120DBD9E7324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3" name="Rectangle 769">
            <a:extLst>
              <a:ext uri="{FF2B5EF4-FFF2-40B4-BE49-F238E27FC236}">
                <a16:creationId xmlns:a16="http://schemas.microsoft.com/office/drawing/2014/main" id="{27335E3F-F8C7-682F-821F-7479FB59AFF7}"/>
              </a:ext>
            </a:extLst>
          </p:cNvPr>
          <p:cNvSpPr/>
          <p:nvPr/>
        </p:nvSpPr>
        <p:spPr>
          <a:xfrm flipH="1">
            <a:off x="6896193" y="2409129"/>
            <a:ext cx="53082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74" name="Rectangle 769">
            <a:extLst>
              <a:ext uri="{FF2B5EF4-FFF2-40B4-BE49-F238E27FC236}">
                <a16:creationId xmlns:a16="http://schemas.microsoft.com/office/drawing/2014/main" id="{069F361E-CB6B-10BF-7F41-FAA0678DBD68}"/>
              </a:ext>
            </a:extLst>
          </p:cNvPr>
          <p:cNvSpPr/>
          <p:nvPr/>
        </p:nvSpPr>
        <p:spPr>
          <a:xfrm flipH="1">
            <a:off x="7433902" y="2409536"/>
            <a:ext cx="26508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sp>
        <p:nvSpPr>
          <p:cNvPr id="69" name="Rectangle 361">
            <a:extLst>
              <a:ext uri="{FF2B5EF4-FFF2-40B4-BE49-F238E27FC236}">
                <a16:creationId xmlns:a16="http://schemas.microsoft.com/office/drawing/2014/main" id="{C1ACDEC7-F361-0444-4039-8083A7F08846}"/>
              </a:ext>
            </a:extLst>
          </p:cNvPr>
          <p:cNvSpPr/>
          <p:nvPr/>
        </p:nvSpPr>
        <p:spPr>
          <a:xfrm flipH="1">
            <a:off x="6092211" y="2416968"/>
            <a:ext cx="263224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188AD1CE-CEA4-1DF5-00CB-6484A2E810D1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A1D3F308-B244-2FCA-06D5-C3BBFF1A51AD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3" name="Rectangle 769">
            <a:extLst>
              <a:ext uri="{FF2B5EF4-FFF2-40B4-BE49-F238E27FC236}">
                <a16:creationId xmlns:a16="http://schemas.microsoft.com/office/drawing/2014/main" id="{5C65615C-8E34-80DE-8B38-26DF543160A1}"/>
              </a:ext>
            </a:extLst>
          </p:cNvPr>
          <p:cNvSpPr/>
          <p:nvPr/>
        </p:nvSpPr>
        <p:spPr>
          <a:xfrm flipH="1">
            <a:off x="3923755" y="2413421"/>
            <a:ext cx="550395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33" name="Rectangle 769">
            <a:extLst>
              <a:ext uri="{FF2B5EF4-FFF2-40B4-BE49-F238E27FC236}">
                <a16:creationId xmlns:a16="http://schemas.microsoft.com/office/drawing/2014/main" id="{220837A2-2CF9-439B-D960-46630BE886B6}"/>
              </a:ext>
            </a:extLst>
          </p:cNvPr>
          <p:cNvSpPr/>
          <p:nvPr/>
        </p:nvSpPr>
        <p:spPr>
          <a:xfrm flipH="1">
            <a:off x="4472980" y="2412506"/>
            <a:ext cx="265087" cy="3759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C0156AB2-037C-740C-CD98-61790084FAE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C0156AB2-037C-740C-CD98-61790084F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3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8C1E7AAA-A0C8-EC64-3EE3-817161AB20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8C1E7AAA-A0C8-EC64-3EE3-817161AB20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4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F6CB4462-F022-B79A-1EF6-180FF314764F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732B36E8-C4B7-1832-8CDF-AF62715A473D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EB967643-6BE4-9F6B-8299-DBB062B00402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938B2C88-A988-E895-AB80-2CF7EB21E567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4" name="Rectangle 361">
            <a:extLst>
              <a:ext uri="{FF2B5EF4-FFF2-40B4-BE49-F238E27FC236}">
                <a16:creationId xmlns:a16="http://schemas.microsoft.com/office/drawing/2014/main" id="{33AF6FAF-59CE-2C9B-DB72-B5AE41B5CB1F}"/>
              </a:ext>
            </a:extLst>
          </p:cNvPr>
          <p:cNvSpPr/>
          <p:nvPr/>
        </p:nvSpPr>
        <p:spPr>
          <a:xfrm flipH="1">
            <a:off x="6355433" y="1423315"/>
            <a:ext cx="1340878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E846A418-5672-50BE-F8DE-59CA31F0812D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5011D024-C9DB-5F52-3EC6-D5AD7C97600A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job 1">
            <a:extLst>
              <a:ext uri="{FF2B5EF4-FFF2-40B4-BE49-F238E27FC236}">
                <a16:creationId xmlns:a16="http://schemas.microsoft.com/office/drawing/2014/main" id="{BBE2024F-221C-A656-9121-2F17ADE00097}"/>
              </a:ext>
            </a:extLst>
          </p:cNvPr>
          <p:cNvSpPr>
            <a:spLocks noGrp="1"/>
          </p:cNvSpPr>
          <p:nvPr/>
        </p:nvSpPr>
        <p:spPr>
          <a:xfrm>
            <a:off x="7700123" y="1422401"/>
            <a:ext cx="549456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A4835C37-4F17-0F77-D340-1DFD3C7A2872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93278E8C-0B32-4319-0F6D-BDEF640CEF66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4C5166CD-CFEB-5996-86F2-2C6307E83BD8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82180C50-E71A-D2E9-8228-19B38CB03E94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6E1F2947-5AEC-11BF-67EC-B6CD678F4BAF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902FFA66-837E-441C-88F1-4A17194511B0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BFBDDE17-550C-57EA-3C41-B255A07739EC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6106CCB7-54EE-4DC7-42DD-306E69A5BCC0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B06DA941-7BA7-A747-D61B-22CA42C8EC81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D4F99E69-4FF0-3EE4-69F2-074BEE14E027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01825D2A-CA86-3406-E35E-CA4489559343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C364A147-7B58-FA60-C233-4E8769A0DDB1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" name="Rectangle 361">
            <a:extLst>
              <a:ext uri="{FF2B5EF4-FFF2-40B4-BE49-F238E27FC236}">
                <a16:creationId xmlns:a16="http://schemas.microsoft.com/office/drawing/2014/main" id="{EDDAC3F1-EC24-4917-2092-8AE3B53A9AC0}"/>
              </a:ext>
            </a:extLst>
          </p:cNvPr>
          <p:cNvSpPr/>
          <p:nvPr/>
        </p:nvSpPr>
        <p:spPr>
          <a:xfrm flipH="1">
            <a:off x="3391949" y="1423417"/>
            <a:ext cx="1340912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9915C79A-5F56-31D3-1EDE-81DB23378813}"/>
              </a:ext>
            </a:extLst>
          </p:cNvPr>
          <p:cNvSpPr>
            <a:spLocks noGrp="1"/>
          </p:cNvSpPr>
          <p:nvPr/>
        </p:nvSpPr>
        <p:spPr>
          <a:xfrm>
            <a:off x="4734474" y="1422401"/>
            <a:ext cx="546797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58BC4119-BE2F-440E-4E72-7EA3CF652DF4}"/>
              </a:ext>
            </a:extLst>
          </p:cNvPr>
          <p:cNvSpPr/>
          <p:nvPr/>
        </p:nvSpPr>
        <p:spPr>
          <a:xfrm flipH="1">
            <a:off x="3376253" y="2412713"/>
            <a:ext cx="550395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89AC2F-0757-AD2E-2F48-F73CEDDDC750}"/>
                  </a:ext>
                </a:extLst>
              </p:cNvPr>
              <p:cNvSpPr txBox="1"/>
              <p:nvPr/>
            </p:nvSpPr>
            <p:spPr>
              <a:xfrm>
                <a:off x="5390857" y="924447"/>
                <a:ext cx="425116" cy="3397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F89AC2F-0757-AD2E-2F48-F73CEDDDC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857" y="924447"/>
                <a:ext cx="425116" cy="339773"/>
              </a:xfrm>
              <a:prstGeom prst="rect">
                <a:avLst/>
              </a:prstGeom>
              <a:blipFill>
                <a:blip r:embed="rId5"/>
                <a:stretch>
                  <a:fillRect l="-20000" r="-5714" b="-2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23C4623A-82FA-2F9D-8E05-66C71D33C715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15257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AA57445B-A118-612F-4023-CEC24CB6D01C}"/>
              </a:ext>
            </a:extLst>
          </p:cNvPr>
          <p:cNvSpPr>
            <a:spLocks noGrp="1"/>
          </p:cNvSpPr>
          <p:nvPr/>
        </p:nvSpPr>
        <p:spPr>
          <a:xfrm>
            <a:off x="2775585" y="64894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Chunked EDF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AC4A1593-6FB0-4833-EE0D-36C5978CB84C}"/>
              </a:ext>
            </a:extLst>
          </p:cNvPr>
          <p:cNvCxnSpPr>
            <a:cxnSpLocks/>
          </p:cNvCxnSpPr>
          <p:nvPr/>
        </p:nvCxnSpPr>
        <p:spPr>
          <a:xfrm>
            <a:off x="8521022" y="1416863"/>
            <a:ext cx="5742" cy="382548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E7C3A755-5A00-50D3-C8C0-CB11B71D63E0}"/>
              </a:ext>
            </a:extLst>
          </p:cNvPr>
          <p:cNvCxnSpPr>
            <a:cxnSpLocks/>
          </p:cNvCxnSpPr>
          <p:nvPr/>
        </p:nvCxnSpPr>
        <p:spPr>
          <a:xfrm>
            <a:off x="4731584" y="2408419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9A18E680-946B-AB0E-2654-EB7D81BA5962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7684F0F-D742-B849-6214-077DEA13B418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7684F0F-D742-B849-6214-077DEA13B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6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3EC479A-20BF-EAE3-04DE-7F6985399AF3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3EC479A-20BF-EAE3-04DE-7F6985399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4744704-4DBD-830C-CE52-A90205514141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4744704-4DBD-830C-CE52-A90205514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3EB6741-CFE1-6EB2-CA83-1A71F495C426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3EB6741-CFE1-6EB2-CA83-1A71F495C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B2BB3C0-4960-DDAC-5656-F1599C7C865C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B2BB3C0-4960-DDAC-5656-F1599C7C8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10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2D1BEC-FA51-1665-712B-E709F0FE592F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2D1BEC-FA51-1665-712B-E709F0FE5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1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769">
            <a:extLst>
              <a:ext uri="{FF2B5EF4-FFF2-40B4-BE49-F238E27FC236}">
                <a16:creationId xmlns:a16="http://schemas.microsoft.com/office/drawing/2014/main" id="{C2B9A34D-0732-B1B7-0A86-333972511370}"/>
              </a:ext>
            </a:extLst>
          </p:cNvPr>
          <p:cNvSpPr/>
          <p:nvPr/>
        </p:nvSpPr>
        <p:spPr>
          <a:xfrm flipH="1">
            <a:off x="6359967" y="2409781"/>
            <a:ext cx="547503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1" name="Straight Connector 90">
            <a:extLst>
              <a:ext uri="{FF2B5EF4-FFF2-40B4-BE49-F238E27FC236}">
                <a16:creationId xmlns:a16="http://schemas.microsoft.com/office/drawing/2014/main" id="{74037E13-7C3B-463C-D9DB-7D309FD665DC}"/>
              </a:ext>
            </a:extLst>
          </p:cNvPr>
          <p:cNvCxnSpPr>
            <a:cxnSpLocks/>
          </p:cNvCxnSpPr>
          <p:nvPr/>
        </p:nvCxnSpPr>
        <p:spPr>
          <a:xfrm flipH="1" flipV="1">
            <a:off x="6082318" y="2411391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90">
            <a:extLst>
              <a:ext uri="{FF2B5EF4-FFF2-40B4-BE49-F238E27FC236}">
                <a16:creationId xmlns:a16="http://schemas.microsoft.com/office/drawing/2014/main" id="{2A746C87-E502-BF47-B181-A42716A00B6E}"/>
              </a:ext>
            </a:extLst>
          </p:cNvPr>
          <p:cNvCxnSpPr>
            <a:cxnSpLocks/>
          </p:cNvCxnSpPr>
          <p:nvPr/>
        </p:nvCxnSpPr>
        <p:spPr>
          <a:xfrm>
            <a:off x="7696312" y="241025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30C03A15-0311-F0EB-2560-462E99ED1D1B}"/>
              </a:ext>
            </a:extLst>
          </p:cNvPr>
          <p:cNvCxnSpPr>
            <a:cxnSpLocks/>
          </p:cNvCxnSpPr>
          <p:nvPr/>
        </p:nvCxnSpPr>
        <p:spPr>
          <a:xfrm flipH="1" flipV="1">
            <a:off x="3378994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xecution time symbol">
            <a:extLst>
              <a:ext uri="{FF2B5EF4-FFF2-40B4-BE49-F238E27FC236}">
                <a16:creationId xmlns:a16="http://schemas.microsoft.com/office/drawing/2014/main" id="{D7B442A5-DEF7-9754-FEB3-D750B73CD02E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p:grpSp>
        <p:nvGrpSpPr>
          <p:cNvPr id="55" name="Group 230">
            <a:extLst>
              <a:ext uri="{FF2B5EF4-FFF2-40B4-BE49-F238E27FC236}">
                <a16:creationId xmlns:a16="http://schemas.microsoft.com/office/drawing/2014/main" id="{EB3AC212-5974-A265-9E1C-A22B06D66BD6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57" name="Rectangle 231">
              <a:extLst>
                <a:ext uri="{FF2B5EF4-FFF2-40B4-BE49-F238E27FC236}">
                  <a16:creationId xmlns:a16="http://schemas.microsoft.com/office/drawing/2014/main" id="{2C5E2A03-88CA-4039-FD08-B4FA3FC6FA1A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59" name="Straight Connector 232">
              <a:extLst>
                <a:ext uri="{FF2B5EF4-FFF2-40B4-BE49-F238E27FC236}">
                  <a16:creationId xmlns:a16="http://schemas.microsoft.com/office/drawing/2014/main" id="{2FBB74BE-F1B6-8C03-F66F-75792C0DBD5C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Straight Connector 232">
            <a:extLst>
              <a:ext uri="{FF2B5EF4-FFF2-40B4-BE49-F238E27FC236}">
                <a16:creationId xmlns:a16="http://schemas.microsoft.com/office/drawing/2014/main" id="{24B326BB-F5C7-1CAA-E0C5-5D393CD6FD05}"/>
              </a:ext>
            </a:extLst>
          </p:cNvPr>
          <p:cNvCxnSpPr>
            <a:cxnSpLocks/>
          </p:cNvCxnSpPr>
          <p:nvPr/>
        </p:nvCxnSpPr>
        <p:spPr>
          <a:xfrm>
            <a:off x="8753470" y="2419937"/>
            <a:ext cx="0" cy="371019"/>
          </a:xfrm>
          <a:prstGeom prst="line">
            <a:avLst/>
          </a:prstGeom>
          <a:noFill/>
          <a:ln w="22860" cmpd="sng">
            <a:solidFill>
              <a:schemeClr val="tx1"/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232">
            <a:extLst>
              <a:ext uri="{FF2B5EF4-FFF2-40B4-BE49-F238E27FC236}">
                <a16:creationId xmlns:a16="http://schemas.microsoft.com/office/drawing/2014/main" id="{C6E4283C-21E8-F3F5-843F-EF23ED4C7BB5}"/>
              </a:ext>
            </a:extLst>
          </p:cNvPr>
          <p:cNvCxnSpPr>
            <a:cxnSpLocks/>
          </p:cNvCxnSpPr>
          <p:nvPr/>
        </p:nvCxnSpPr>
        <p:spPr>
          <a:xfrm>
            <a:off x="6046782" y="2418063"/>
            <a:ext cx="0" cy="371019"/>
          </a:xfrm>
          <a:prstGeom prst="line">
            <a:avLst/>
          </a:prstGeom>
          <a:noFill/>
          <a:ln w="22860" cmpd="sng">
            <a:solidFill>
              <a:schemeClr val="tx1"/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D604B82-17FD-4284-90F4-9EAE0F49E343}"/>
              </a:ext>
            </a:extLst>
          </p:cNvPr>
          <p:cNvSpPr txBox="1"/>
          <p:nvPr/>
        </p:nvSpPr>
        <p:spPr>
          <a:xfrm>
            <a:off x="3495916" y="2414179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5C3421-E63B-B8A4-235F-C47E6AFC881A}"/>
              </a:ext>
            </a:extLst>
          </p:cNvPr>
          <p:cNvSpPr txBox="1"/>
          <p:nvPr/>
        </p:nvSpPr>
        <p:spPr>
          <a:xfrm>
            <a:off x="4048578" y="2414179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53" name="Правая фигурная скобка 52">
            <a:extLst>
              <a:ext uri="{FF2B5EF4-FFF2-40B4-BE49-F238E27FC236}">
                <a16:creationId xmlns:a16="http://schemas.microsoft.com/office/drawing/2014/main" id="{8B218AE7-42D7-8B7A-8AC1-F3BCEF8CCE50}"/>
              </a:ext>
            </a:extLst>
          </p:cNvPr>
          <p:cNvSpPr/>
          <p:nvPr/>
        </p:nvSpPr>
        <p:spPr>
          <a:xfrm rot="16200000">
            <a:off x="3952480" y="1632959"/>
            <a:ext cx="199070" cy="1351524"/>
          </a:xfrm>
          <a:prstGeom prst="rightBrac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6BF0914-1E28-D913-0182-4E6FEE8B2F45}"/>
                  </a:ext>
                </a:extLst>
              </p:cNvPr>
              <p:cNvSpPr txBox="1"/>
              <p:nvPr/>
            </p:nvSpPr>
            <p:spPr>
              <a:xfrm>
                <a:off x="3941529" y="1925907"/>
                <a:ext cx="218931" cy="256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6BF0914-1E28-D913-0182-4E6FEE8B2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529" y="1925907"/>
                <a:ext cx="218931" cy="256993"/>
              </a:xfrm>
              <a:prstGeom prst="rect">
                <a:avLst/>
              </a:prstGeom>
              <a:blipFill>
                <a:blip r:embed="rId12"/>
                <a:stretch>
                  <a:fillRect l="-42857" r="-4857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job 1">
            <a:extLst>
              <a:ext uri="{FF2B5EF4-FFF2-40B4-BE49-F238E27FC236}">
                <a16:creationId xmlns:a16="http://schemas.microsoft.com/office/drawing/2014/main" id="{4B6A7ECE-EC7A-CC97-4DF6-70EA1DE59444}"/>
              </a:ext>
            </a:extLst>
          </p:cNvPr>
          <p:cNvSpPr>
            <a:spLocks noGrp="1"/>
          </p:cNvSpPr>
          <p:nvPr/>
        </p:nvSpPr>
        <p:spPr>
          <a:xfrm>
            <a:off x="5282553" y="1422401"/>
            <a:ext cx="531783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64" name="job 1">
            <a:extLst>
              <a:ext uri="{FF2B5EF4-FFF2-40B4-BE49-F238E27FC236}">
                <a16:creationId xmlns:a16="http://schemas.microsoft.com/office/drawing/2014/main" id="{5EA19765-9A9C-C2FA-44AA-D76BBC9FEEB8}"/>
              </a:ext>
            </a:extLst>
          </p:cNvPr>
          <p:cNvSpPr>
            <a:spLocks noGrp="1"/>
          </p:cNvSpPr>
          <p:nvPr/>
        </p:nvSpPr>
        <p:spPr>
          <a:xfrm>
            <a:off x="5818811" y="1422401"/>
            <a:ext cx="545805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65" name="Правая фигурная скобка 64">
            <a:extLst>
              <a:ext uri="{FF2B5EF4-FFF2-40B4-BE49-F238E27FC236}">
                <a16:creationId xmlns:a16="http://schemas.microsoft.com/office/drawing/2014/main" id="{8E04DE71-050D-1B6E-466C-2DA8BD1B7672}"/>
              </a:ext>
            </a:extLst>
          </p:cNvPr>
          <p:cNvSpPr/>
          <p:nvPr/>
        </p:nvSpPr>
        <p:spPr>
          <a:xfrm rot="16200000">
            <a:off x="5444426" y="524195"/>
            <a:ext cx="199070" cy="1613262"/>
          </a:xfrm>
          <a:prstGeom prst="rightBrac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5B8083-F94D-849D-C244-AB45D0D60CC3}"/>
              </a:ext>
            </a:extLst>
          </p:cNvPr>
          <p:cNvSpPr txBox="1"/>
          <p:nvPr/>
        </p:nvSpPr>
        <p:spPr>
          <a:xfrm>
            <a:off x="4855467" y="1427677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722425-BDD6-A4A1-A297-F60BB470ECF2}"/>
              </a:ext>
            </a:extLst>
          </p:cNvPr>
          <p:cNvSpPr txBox="1"/>
          <p:nvPr/>
        </p:nvSpPr>
        <p:spPr>
          <a:xfrm>
            <a:off x="5398255" y="1427677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A42A72-6250-259E-9654-181ECF97BF18}"/>
              </a:ext>
            </a:extLst>
          </p:cNvPr>
          <p:cNvSpPr txBox="1"/>
          <p:nvPr/>
        </p:nvSpPr>
        <p:spPr>
          <a:xfrm>
            <a:off x="5926514" y="1427677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E91C33-03E8-D39A-4D1C-83BC22CE2391}"/>
              </a:ext>
            </a:extLst>
          </p:cNvPr>
          <p:cNvSpPr txBox="1"/>
          <p:nvPr/>
        </p:nvSpPr>
        <p:spPr>
          <a:xfrm>
            <a:off x="6471474" y="2406135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15A2CF1-F9B6-1550-E620-D5C3F6961A00}"/>
              </a:ext>
            </a:extLst>
          </p:cNvPr>
          <p:cNvSpPr txBox="1"/>
          <p:nvPr/>
        </p:nvSpPr>
        <p:spPr>
          <a:xfrm>
            <a:off x="7017934" y="2413386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p:sp>
        <p:nvSpPr>
          <p:cNvPr id="77" name="Правая фигурная скобка 76">
            <a:extLst>
              <a:ext uri="{FF2B5EF4-FFF2-40B4-BE49-F238E27FC236}">
                <a16:creationId xmlns:a16="http://schemas.microsoft.com/office/drawing/2014/main" id="{A08DB182-3B68-585F-41AA-7366A0020D85}"/>
              </a:ext>
            </a:extLst>
          </p:cNvPr>
          <p:cNvSpPr/>
          <p:nvPr/>
        </p:nvSpPr>
        <p:spPr>
          <a:xfrm rot="16200000">
            <a:off x="6928503" y="1648182"/>
            <a:ext cx="199070" cy="1336548"/>
          </a:xfrm>
          <a:prstGeom prst="rightBrac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607BB2-17DC-4E6A-FACD-1ADEB256D1F6}"/>
                  </a:ext>
                </a:extLst>
              </p:cNvPr>
              <p:cNvSpPr txBox="1"/>
              <p:nvPr/>
            </p:nvSpPr>
            <p:spPr>
              <a:xfrm>
                <a:off x="6920277" y="1933643"/>
                <a:ext cx="218931" cy="256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607BB2-17DC-4E6A-FACD-1ADEB256D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277" y="1933643"/>
                <a:ext cx="218931" cy="256993"/>
              </a:xfrm>
              <a:prstGeom prst="rect">
                <a:avLst/>
              </a:prstGeom>
              <a:blipFill>
                <a:blip r:embed="rId13"/>
                <a:stretch>
                  <a:fillRect l="-41667" r="-44444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83C4D970-3E1A-FF9E-BD17-C808F4DEB204}"/>
              </a:ext>
            </a:extLst>
          </p:cNvPr>
          <p:cNvSpPr txBox="1"/>
          <p:nvPr/>
        </p:nvSpPr>
        <p:spPr>
          <a:xfrm>
            <a:off x="7820963" y="1423472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4C1B315-2837-2001-94DB-B8CB5F5A60A1}"/>
                  </a:ext>
                </a:extLst>
              </p:cNvPr>
              <p:cNvSpPr txBox="1"/>
              <p:nvPr/>
            </p:nvSpPr>
            <p:spPr>
              <a:xfrm>
                <a:off x="7942278" y="913965"/>
                <a:ext cx="362599" cy="3397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11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1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2117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4C1B315-2837-2001-94DB-B8CB5F5A6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278" y="913965"/>
                <a:ext cx="362599" cy="339773"/>
              </a:xfrm>
              <a:prstGeom prst="rect">
                <a:avLst/>
              </a:prstGeom>
              <a:blipFill>
                <a:blip r:embed="rId14"/>
                <a:stretch>
                  <a:fillRect l="-33898" r="-15254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Правая фигурная скобка 84">
            <a:extLst>
              <a:ext uri="{FF2B5EF4-FFF2-40B4-BE49-F238E27FC236}">
                <a16:creationId xmlns:a16="http://schemas.microsoft.com/office/drawing/2014/main" id="{9241C341-FF8B-E49E-599E-C5AFBF657077}"/>
              </a:ext>
            </a:extLst>
          </p:cNvPr>
          <p:cNvSpPr/>
          <p:nvPr/>
        </p:nvSpPr>
        <p:spPr>
          <a:xfrm rot="16200000">
            <a:off x="8012523" y="911377"/>
            <a:ext cx="199070" cy="817934"/>
          </a:xfrm>
          <a:prstGeom prst="rightBrac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cxnSp>
        <p:nvCxnSpPr>
          <p:cNvPr id="52" name="Straight Arrow Connector 616">
            <a:extLst>
              <a:ext uri="{FF2B5EF4-FFF2-40B4-BE49-F238E27FC236}">
                <a16:creationId xmlns:a16="http://schemas.microsoft.com/office/drawing/2014/main" id="{43398DFC-4F27-1335-07DB-92FF602D298E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BA00CC0-F282-25A2-D4DA-CD5525FD768A}"/>
                  </a:ext>
                </a:extLst>
              </p:cNvPr>
              <p:cNvSpPr txBox="1"/>
              <p:nvPr/>
            </p:nvSpPr>
            <p:spPr>
              <a:xfrm>
                <a:off x="6143327" y="2480389"/>
                <a:ext cx="152286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BA00CC0-F282-25A2-D4DA-CD5525FD7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327" y="2480389"/>
                <a:ext cx="152286" cy="246221"/>
              </a:xfrm>
              <a:prstGeom prst="rect">
                <a:avLst/>
              </a:prstGeom>
              <a:blipFill>
                <a:blip r:embed="rId15"/>
                <a:stretch>
                  <a:fillRect l="-32000" r="-3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A3E2AD54-7663-BD06-1F7D-57FD4A81D922}"/>
              </a:ext>
            </a:extLst>
          </p:cNvPr>
          <p:cNvCxnSpPr>
            <a:cxnSpLocks/>
          </p:cNvCxnSpPr>
          <p:nvPr/>
        </p:nvCxnSpPr>
        <p:spPr>
          <a:xfrm flipH="1" flipV="1">
            <a:off x="87915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379EFFD5-205F-745F-1057-F7BE73D55634}"/>
              </a:ext>
            </a:extLst>
          </p:cNvPr>
          <p:cNvCxnSpPr>
            <a:cxnSpLocks/>
          </p:cNvCxnSpPr>
          <p:nvPr/>
        </p:nvCxnSpPr>
        <p:spPr>
          <a:xfrm>
            <a:off x="6092210" y="2418846"/>
            <a:ext cx="267756" cy="0"/>
          </a:xfrm>
          <a:prstGeom prst="straightConnector1">
            <a:avLst/>
          </a:prstGeom>
          <a:ln w="952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044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74F8A-ACC5-DF1B-0ED5-40284942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execution guide 0">
            <a:extLst>
              <a:ext uri="{FF2B5EF4-FFF2-40B4-BE49-F238E27FC236}">
                <a16:creationId xmlns:a16="http://schemas.microsoft.com/office/drawing/2014/main" id="{4E2806B2-27A8-8227-2D1F-256FA3143BBE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7" name="execution guide 0">
            <a:extLst>
              <a:ext uri="{FF2B5EF4-FFF2-40B4-BE49-F238E27FC236}">
                <a16:creationId xmlns:a16="http://schemas.microsoft.com/office/drawing/2014/main" id="{23BFCF25-6CB2-CD88-CEAE-030D51B75D35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1" name="execution guide 0">
            <a:extLst>
              <a:ext uri="{FF2B5EF4-FFF2-40B4-BE49-F238E27FC236}">
                <a16:creationId xmlns:a16="http://schemas.microsoft.com/office/drawing/2014/main" id="{E7820303-FEA9-6768-C599-DBFB3E5BF441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416E686F-B79D-46E0-32DF-284E7051E0F2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169DE025-978C-A88E-33E4-1C5914D7734B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AB4ABA36-7DE1-0D1A-9E0F-DD857014CB9B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502E5B7A-9E88-C105-7147-F60561BDC568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14AEFDEF-E85B-C95A-829A-FCB2104243D7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90AC9755-C767-AAD6-4EFC-54DE99793DDA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CA7100C0-0E79-400C-1DA1-52523DDDFA1E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A7C256C3-2B23-3CFB-5F2F-60BC8A43100E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C5D6287C-7923-579B-62B8-75C4EAB9698F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7CA43A0C-F1F7-BD10-A594-BACB4E6A7069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93B1F643-9DE3-9941-D692-CE1C67485734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D3D124CA-2A79-7FC4-31B7-6A70AFA8461B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DE4F9671-8924-04FC-7D47-5A3121248A02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F3FE43CA-718A-DA15-5709-2B4F78FB4859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7230525B-8A34-B5E6-BBB8-A2E19FB2B21F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AFBA35C4-315D-18A2-E286-6D2C5AB957D8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6F230637-5D6B-23E6-EB32-78D58EF1059D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F279EEB1-52E5-C26E-F8DC-83F929710913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BCC830E3-0C45-D990-2DDA-4DEE603E76E5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C9E8EADB-0294-730D-68DB-05987B30AC5C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BE31840D-36D8-DB37-DA6C-717B5781FE7F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46C28F38-341A-F420-61D6-98CD43305DCE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91BD6863-6A6E-DB77-6F63-840B280D8390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B4A6D256-BA29-514E-E2B7-2AF28C684FF8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A22C9447-D3DB-CD6C-7B17-BD4313A9D902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8CE07F9E-5609-148B-4FCD-B73726CDC3A7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DBE1530F-39A2-B716-26D7-E67B0C315C99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561D6479-FBC1-7656-47B2-86876802B6F2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9EAC1FF8-0D50-8DCB-1089-199EEEE378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9EAC1FF8-0D50-8DCB-1089-199EEEE37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56AA4EF2-3300-89C9-8A3E-5E19D18EE1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56AA4EF2-3300-89C9-8A3E-5E19D18EE1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skip label">
            <a:extLst>
              <a:ext uri="{FF2B5EF4-FFF2-40B4-BE49-F238E27FC236}">
                <a16:creationId xmlns:a16="http://schemas.microsoft.com/office/drawing/2014/main" id="{B20AB82A-8D99-D0F9-9BF0-A2EE573880C8}"/>
              </a:ext>
            </a:extLst>
          </p:cNvPr>
          <p:cNvSpPr>
            <a:spLocks noGrp="1"/>
          </p:cNvSpPr>
          <p:nvPr/>
        </p:nvSpPr>
        <p:spPr>
          <a:xfrm>
            <a:off x="6072667" y="2082801"/>
            <a:ext cx="171107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0">
                <a:solidFill>
                  <a:srgbClr val="B5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7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S</a:t>
            </a:r>
            <a:r>
              <a:rPr lang="en-RU" sz="17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kipped</a:t>
            </a:r>
            <a:r>
              <a:rPr lang="en-US" sz="17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release</a:t>
            </a:r>
            <a:endParaRPr lang="en-RU" sz="1700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7307BF1E-0E47-2F0F-C07A-D35412C59CB5}"/>
              </a:ext>
            </a:extLst>
          </p:cNvPr>
          <p:cNvSpPr>
            <a:spLocks noGrp="1"/>
          </p:cNvSpPr>
          <p:nvPr/>
        </p:nvSpPr>
        <p:spPr>
          <a:xfrm>
            <a:off x="3381375" y="1422401"/>
            <a:ext cx="2437564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E2E054A0-8E26-82C1-D3D4-53DB8F698A30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F6D77AA8-4329-5E53-1A53-37CCE48642AA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CF4237B7-CE0C-7CAE-51BE-60761BE082F1}"/>
              </a:ext>
            </a:extLst>
          </p:cNvPr>
          <p:cNvSpPr/>
          <p:nvPr/>
        </p:nvSpPr>
        <p:spPr>
          <a:xfrm flipH="1">
            <a:off x="5818001" y="2413001"/>
            <a:ext cx="135073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>
            <a:innerShdw blurRad="177800" dist="1016000" dir="10800000">
              <a:srgbClr val="C00000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54" name="skip cross b">
            <a:extLst>
              <a:ext uri="{FF2B5EF4-FFF2-40B4-BE49-F238E27FC236}">
                <a16:creationId xmlns:a16="http://schemas.microsoft.com/office/drawing/2014/main" id="{6396BE2F-8C2B-1100-6C7B-37D7D2390172}"/>
              </a:ext>
            </a:extLst>
          </p:cNvPr>
          <p:cNvSpPr>
            <a:spLocks noGrp="1"/>
          </p:cNvSpPr>
          <p:nvPr/>
        </p:nvSpPr>
        <p:spPr>
          <a:xfrm flipV="1">
            <a:off x="6032240" y="2278064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DFD5FC29-A3FC-AB2E-B64F-8CE98BA11269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A17D04BD-A350-7B69-DA00-B61B4878C0DA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367FEF48-42D2-1A8D-2D3D-060936E1CC9D}"/>
              </a:ext>
            </a:extLst>
          </p:cNvPr>
          <p:cNvSpPr>
            <a:spLocks noGrp="1"/>
          </p:cNvSpPr>
          <p:nvPr/>
        </p:nvSpPr>
        <p:spPr>
          <a:xfrm>
            <a:off x="2775585" y="647357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DA88CF44-B539-23BE-1015-97F1BD7240D7}"/>
              </a:ext>
            </a:extLst>
          </p:cNvPr>
          <p:cNvCxnSpPr>
            <a:cxnSpLocks/>
          </p:cNvCxnSpPr>
          <p:nvPr/>
        </p:nvCxnSpPr>
        <p:spPr>
          <a:xfrm>
            <a:off x="5814914" y="141922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C4713B8E-0AA8-74C4-74A3-BA895C624D2F}"/>
              </a:ext>
            </a:extLst>
          </p:cNvPr>
          <p:cNvCxnSpPr>
            <a:cxnSpLocks/>
          </p:cNvCxnSpPr>
          <p:nvPr/>
        </p:nvCxnSpPr>
        <p:spPr>
          <a:xfrm>
            <a:off x="716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900ECFA8-ECF7-7B5B-BCCE-E82216FD678B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73E6EF9-5D3E-BD2B-2767-7E6443771BF7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73E6EF9-5D3E-BD2B-2767-7E6443771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4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2658063-3F15-ACA5-A524-5CB1205697BD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2658063-3F15-ACA5-A524-5CB120569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5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36DFA7-51E8-FDEC-C425-8FAB5251FC39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36DFA7-51E8-FDEC-C425-8FAB5251F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6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42988E7-BE9A-B3EE-2EE8-242AE6DC5ECE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42988E7-BE9A-B3EE-2EE8-242AE6DC5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70565E6-E4A2-8AD1-8EBA-51F124065418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70565E6-E4A2-8AD1-8EBA-51F124065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64DEC0-0788-6E94-FBB5-9F041EC7AC11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164DEC0-0788-6E94-FBB5-9F041EC7A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9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570F9A93-268F-9851-C9AF-8482D0F27DD5}"/>
              </a:ext>
            </a:extLst>
          </p:cNvPr>
          <p:cNvSpPr>
            <a:spLocks noGrp="1"/>
          </p:cNvSpPr>
          <p:nvPr/>
        </p:nvSpPr>
        <p:spPr>
          <a:xfrm flipH="1">
            <a:off x="6083303" y="2325688"/>
            <a:ext cx="6349" cy="468313"/>
          </a:xfrm>
          <a:prstGeom prst="line">
            <a:avLst/>
          </a:prstGeom>
          <a:noFill/>
          <a:ln w="14288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1B695101-FA5D-BF9E-A261-680A53300A62}"/>
              </a:ext>
            </a:extLst>
          </p:cNvPr>
          <p:cNvSpPr>
            <a:spLocks noGrp="1"/>
          </p:cNvSpPr>
          <p:nvPr/>
        </p:nvSpPr>
        <p:spPr>
          <a:xfrm>
            <a:off x="6032240" y="2278064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7" name="execution guide 0">
            <a:extLst>
              <a:ext uri="{FF2B5EF4-FFF2-40B4-BE49-F238E27FC236}">
                <a16:creationId xmlns:a16="http://schemas.microsoft.com/office/drawing/2014/main" id="{48BE5164-BF9F-8D74-655A-ED942328FDA1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grpSp>
        <p:nvGrpSpPr>
          <p:cNvPr id="14" name="Group 230">
            <a:extLst>
              <a:ext uri="{FF2B5EF4-FFF2-40B4-BE49-F238E27FC236}">
                <a16:creationId xmlns:a16="http://schemas.microsoft.com/office/drawing/2014/main" id="{603EEA84-74C2-1EC5-F06C-F8E5832A06F6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21" name="Rectangle 231">
              <a:extLst>
                <a:ext uri="{FF2B5EF4-FFF2-40B4-BE49-F238E27FC236}">
                  <a16:creationId xmlns:a16="http://schemas.microsoft.com/office/drawing/2014/main" id="{3BFF855B-700A-7F26-2CDA-5B1B91FC3842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" name="Straight Connector 232">
              <a:extLst>
                <a:ext uri="{FF2B5EF4-FFF2-40B4-BE49-F238E27FC236}">
                  <a16:creationId xmlns:a16="http://schemas.microsoft.com/office/drawing/2014/main" id="{75C41728-335D-F20D-20D4-B7B1D6BE2F9F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1">
            <a:extLst>
              <a:ext uri="{FF2B5EF4-FFF2-40B4-BE49-F238E27FC236}">
                <a16:creationId xmlns:a16="http://schemas.microsoft.com/office/drawing/2014/main" id="{96F67B9F-3F33-BA86-1E03-9A87AF619156}"/>
              </a:ext>
            </a:extLst>
          </p:cNvPr>
          <p:cNvSpPr/>
          <p:nvPr/>
        </p:nvSpPr>
        <p:spPr>
          <a:xfrm flipH="1">
            <a:off x="8707560" y="2415741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9" name="Straight Connector 90">
            <a:extLst>
              <a:ext uri="{FF2B5EF4-FFF2-40B4-BE49-F238E27FC236}">
                <a16:creationId xmlns:a16="http://schemas.microsoft.com/office/drawing/2014/main" id="{4ED3FF31-7CBB-2156-32E5-8B4701C3DFFC}"/>
              </a:ext>
            </a:extLst>
          </p:cNvPr>
          <p:cNvCxnSpPr>
            <a:cxnSpLocks/>
          </p:cNvCxnSpPr>
          <p:nvPr/>
        </p:nvCxnSpPr>
        <p:spPr>
          <a:xfrm flipH="1" flipV="1">
            <a:off x="8788759" y="2406646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sys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ADB6A198-A2BA-DC97-1764-D452605EFAC6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32">
            <a:extLst>
              <a:ext uri="{FF2B5EF4-FFF2-40B4-BE49-F238E27FC236}">
                <a16:creationId xmlns:a16="http://schemas.microsoft.com/office/drawing/2014/main" id="{D7BF30C6-62D9-97E4-8729-3398C22F3E84}"/>
              </a:ext>
            </a:extLst>
          </p:cNvPr>
          <p:cNvCxnSpPr>
            <a:cxnSpLocks/>
          </p:cNvCxnSpPr>
          <p:nvPr/>
        </p:nvCxnSpPr>
        <p:spPr>
          <a:xfrm>
            <a:off x="6072667" y="2428877"/>
            <a:ext cx="0" cy="374193"/>
          </a:xfrm>
          <a:prstGeom prst="line">
            <a:avLst/>
          </a:prstGeom>
          <a:ln w="22860" cmpd="sng">
            <a:solidFill>
              <a:schemeClr val="tx1"/>
            </a:solidFill>
            <a:prstDash val="dash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307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F6490-AF71-8B95-BEB3-44B4212AF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execution guide 0">
            <a:extLst>
              <a:ext uri="{FF2B5EF4-FFF2-40B4-BE49-F238E27FC236}">
                <a16:creationId xmlns:a16="http://schemas.microsoft.com/office/drawing/2014/main" id="{047D6E29-9AB8-EE76-78E7-18695BA896C0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4" name="execution guide 0">
            <a:extLst>
              <a:ext uri="{FF2B5EF4-FFF2-40B4-BE49-F238E27FC236}">
                <a16:creationId xmlns:a16="http://schemas.microsoft.com/office/drawing/2014/main" id="{8853A36F-8BF7-BB0F-AC7A-26BC33552EFE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3" name="execution guide 0">
            <a:extLst>
              <a:ext uri="{FF2B5EF4-FFF2-40B4-BE49-F238E27FC236}">
                <a16:creationId xmlns:a16="http://schemas.microsoft.com/office/drawing/2014/main" id="{18F9394F-B27F-3C0C-EE82-94CACBC1A92C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1ED1F35D-45CA-EA44-7EFA-BDCF4B7F3C79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BA2A0980-2D1C-7C85-53F7-B56A26E6A8D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BA2A0980-2D1C-7C85-53F7-B56A26E6A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89BFAE9F-51E9-11B0-75C1-AC347AB504C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89BFAE9F-51E9-11B0-75C1-AC347AB504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8A38708D-6446-B2EF-23C9-C7E8209EEE66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6AC3169D-75AC-292F-13A6-35831F723E9A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6013CC0B-57C7-438C-2BD0-7FA0528D8B22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8558A2FA-FF16-49CC-BAFF-5151A02E7B43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5FC92A78-5CFD-BAD0-EF5B-4C999AE5BE5B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891F3116-3CF0-6CFA-78F9-B00B2FF5A42B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1B228DB4-971E-D1AA-7C01-1934BFCE590B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C2058EC1-6AC8-D449-ECA9-F4AA47CCC803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D2075308-084B-1696-963F-DAE29470B523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job 1">
            <a:extLst>
              <a:ext uri="{FF2B5EF4-FFF2-40B4-BE49-F238E27FC236}">
                <a16:creationId xmlns:a16="http://schemas.microsoft.com/office/drawing/2014/main" id="{EC9D5F77-16A2-C5AF-E5E3-DE65EBC1C531}"/>
              </a:ext>
            </a:extLst>
          </p:cNvPr>
          <p:cNvSpPr>
            <a:spLocks noGrp="1"/>
          </p:cNvSpPr>
          <p:nvPr/>
        </p:nvSpPr>
        <p:spPr>
          <a:xfrm>
            <a:off x="7443365" y="1422401"/>
            <a:ext cx="1078815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295CA569-7CB7-50F4-B647-148848344EAB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0E4094C4-D88F-4EEF-86E2-740C3A36ECD4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7E882818-8455-168E-6ECA-B48C219D908A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A6721ABB-8620-F847-6C3B-2FA6D922B67A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4C66ADDB-8AA7-9270-11E3-5AB3309641C0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91B67067-67B5-0793-6B8C-90EB036D2CED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116FB3A7-F698-7674-9A30-E404B460D732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9D0F8E95-5AFE-E789-7398-DEBB5F385B01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5E09DBBF-F215-E977-7F79-24FB8B0F8451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4A449C36-EDDD-8EE8-4691-AE0FBE35E970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DC68A8E0-F6DE-3876-5C39-2B68FDA0F22B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32123701-79B5-73E7-1C7C-6086FED8E0DF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9C713B3B-EB89-A958-78B4-3D42E78A805E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D81342C1-5510-9908-AA9F-ECA165534035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7576A593-E3D9-3286-E480-7902D375213D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42829037-3964-DC17-8FCD-45934B0EC49C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45D3A559-5E55-FE13-EF83-B14AC413015E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05A12FFC-1668-6441-5876-15CAEC6513B0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ACF61404-BCEF-6E5D-1378-F9418D39570A}"/>
              </a:ext>
            </a:extLst>
          </p:cNvPr>
          <p:cNvSpPr>
            <a:spLocks noGrp="1"/>
          </p:cNvSpPr>
          <p:nvPr/>
        </p:nvSpPr>
        <p:spPr>
          <a:xfrm>
            <a:off x="4734474" y="1422401"/>
            <a:ext cx="1350157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C00D77A5-F91A-A385-C41A-B1E27A6200FD}"/>
              </a:ext>
            </a:extLst>
          </p:cNvPr>
          <p:cNvSpPr>
            <a:spLocks noGrp="1"/>
          </p:cNvSpPr>
          <p:nvPr/>
        </p:nvSpPr>
        <p:spPr>
          <a:xfrm>
            <a:off x="8788759" y="2413001"/>
            <a:ext cx="1355366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D385F566-37B8-3D0D-8779-0DFEE9BF97D4}"/>
              </a:ext>
            </a:extLst>
          </p:cNvPr>
          <p:cNvSpPr/>
          <p:nvPr/>
        </p:nvSpPr>
        <p:spPr>
          <a:xfrm flipH="1">
            <a:off x="3376254" y="2412713"/>
            <a:ext cx="135532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0E812587-ABF8-39CB-EE36-186B531DF8B5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15257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2892DCCE-15A7-9546-A975-DD8EEFA40EED}"/>
              </a:ext>
            </a:extLst>
          </p:cNvPr>
          <p:cNvSpPr>
            <a:spLocks noGrp="1"/>
          </p:cNvSpPr>
          <p:nvPr/>
        </p:nvSpPr>
        <p:spPr>
          <a:xfrm>
            <a:off x="2775585" y="64894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EDF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35D8FE0D-CCB4-C7D3-17F7-2D3B43C0D2F0}"/>
              </a:ext>
            </a:extLst>
          </p:cNvPr>
          <p:cNvCxnSpPr>
            <a:cxnSpLocks/>
          </p:cNvCxnSpPr>
          <p:nvPr/>
        </p:nvCxnSpPr>
        <p:spPr>
          <a:xfrm>
            <a:off x="8513858" y="1426051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0D072474-777D-3984-A4E4-836247473C22}"/>
              </a:ext>
            </a:extLst>
          </p:cNvPr>
          <p:cNvCxnSpPr>
            <a:cxnSpLocks/>
          </p:cNvCxnSpPr>
          <p:nvPr/>
        </p:nvCxnSpPr>
        <p:spPr>
          <a:xfrm>
            <a:off x="4731584" y="2408419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A1EE84BE-E517-A833-97B2-2F633832DCF5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7278D0-F53D-9CB1-DF0F-07E8737F0F6F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7278D0-F53D-9CB1-DF0F-07E8737F0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4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400385-57AF-2908-7688-654121B779BF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400385-57AF-2908-7688-654121B77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5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0DEB3A6-B869-8092-B001-9B1C609C9EDF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0DEB3A6-B869-8092-B001-9B1C609C9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6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8529DE-88FD-90BB-B40A-8EBF4BB5B802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8529DE-88FD-90BB-B40A-8EBF4BB5B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FE387EA-224C-4A81-6FCF-D46872251C9F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FE387EA-224C-4A81-6FCF-D46872251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ECD94AC-5E3F-280A-C2CF-5C350461E962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ECD94AC-5E3F-280A-C2CF-5C350461E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9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769">
            <a:extLst>
              <a:ext uri="{FF2B5EF4-FFF2-40B4-BE49-F238E27FC236}">
                <a16:creationId xmlns:a16="http://schemas.microsoft.com/office/drawing/2014/main" id="{835103C7-AB52-4120-2846-B48FD4941E48}"/>
              </a:ext>
            </a:extLst>
          </p:cNvPr>
          <p:cNvSpPr/>
          <p:nvPr/>
        </p:nvSpPr>
        <p:spPr>
          <a:xfrm flipH="1">
            <a:off x="6085065" y="2414543"/>
            <a:ext cx="134453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3" name="Straight Connector 90">
            <a:extLst>
              <a:ext uri="{FF2B5EF4-FFF2-40B4-BE49-F238E27FC236}">
                <a16:creationId xmlns:a16="http://schemas.microsoft.com/office/drawing/2014/main" id="{040EF21F-5621-CDC7-2189-8B1A6DF96B57}"/>
              </a:ext>
            </a:extLst>
          </p:cNvPr>
          <p:cNvCxnSpPr>
            <a:cxnSpLocks/>
          </p:cNvCxnSpPr>
          <p:nvPr/>
        </p:nvCxnSpPr>
        <p:spPr>
          <a:xfrm>
            <a:off x="7429605" y="241025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318880D2-CCF5-500C-949F-D96201BE6FCA}"/>
              </a:ext>
            </a:extLst>
          </p:cNvPr>
          <p:cNvCxnSpPr>
            <a:cxnSpLocks/>
          </p:cNvCxnSpPr>
          <p:nvPr/>
        </p:nvCxnSpPr>
        <p:spPr>
          <a:xfrm flipH="1" flipV="1">
            <a:off x="3378994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xecution time symbol">
            <a:extLst>
              <a:ext uri="{FF2B5EF4-FFF2-40B4-BE49-F238E27FC236}">
                <a16:creationId xmlns:a16="http://schemas.microsoft.com/office/drawing/2014/main" id="{EC4F0E53-E291-90AC-066F-61D0F8C737B4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p:grpSp>
        <p:nvGrpSpPr>
          <p:cNvPr id="55" name="Group 230">
            <a:extLst>
              <a:ext uri="{FF2B5EF4-FFF2-40B4-BE49-F238E27FC236}">
                <a16:creationId xmlns:a16="http://schemas.microsoft.com/office/drawing/2014/main" id="{8240E992-F158-5507-F20A-5080C542CB32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57" name="Rectangle 231">
              <a:extLst>
                <a:ext uri="{FF2B5EF4-FFF2-40B4-BE49-F238E27FC236}">
                  <a16:creationId xmlns:a16="http://schemas.microsoft.com/office/drawing/2014/main" id="{30499585-81BE-64B6-F1DE-CD3D25574EB2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59" name="Straight Connector 232">
              <a:extLst>
                <a:ext uri="{FF2B5EF4-FFF2-40B4-BE49-F238E27FC236}">
                  <a16:creationId xmlns:a16="http://schemas.microsoft.com/office/drawing/2014/main" id="{B43F5093-4B6F-D602-4A33-454AAA6E4813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31">
            <a:extLst>
              <a:ext uri="{FF2B5EF4-FFF2-40B4-BE49-F238E27FC236}">
                <a16:creationId xmlns:a16="http://schemas.microsoft.com/office/drawing/2014/main" id="{4A4E5065-6E28-2575-9DF4-9B11132CD65A}"/>
              </a:ext>
            </a:extLst>
          </p:cNvPr>
          <p:cNvSpPr/>
          <p:nvPr/>
        </p:nvSpPr>
        <p:spPr>
          <a:xfrm flipH="1">
            <a:off x="6072187" y="1417966"/>
            <a:ext cx="78916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3" name="Straight Connector 232">
            <a:extLst>
              <a:ext uri="{FF2B5EF4-FFF2-40B4-BE49-F238E27FC236}">
                <a16:creationId xmlns:a16="http://schemas.microsoft.com/office/drawing/2014/main" id="{5A70945A-8661-9A4F-99B3-6308C78B33B2}"/>
              </a:ext>
            </a:extLst>
          </p:cNvPr>
          <p:cNvCxnSpPr>
            <a:cxnSpLocks/>
          </p:cNvCxnSpPr>
          <p:nvPr/>
        </p:nvCxnSpPr>
        <p:spPr>
          <a:xfrm>
            <a:off x="6084633" y="1422401"/>
            <a:ext cx="0" cy="371019"/>
          </a:xfrm>
          <a:prstGeom prst="line">
            <a:avLst/>
          </a:prstGeom>
          <a:noFill/>
          <a:ln w="22860" cmpd="sng">
            <a:solidFill>
              <a:schemeClr val="tx1">
                <a:lumMod val="85000"/>
                <a:lumOff val="15000"/>
              </a:schemeClr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231">
            <a:extLst>
              <a:ext uri="{FF2B5EF4-FFF2-40B4-BE49-F238E27FC236}">
                <a16:creationId xmlns:a16="http://schemas.microsoft.com/office/drawing/2014/main" id="{B9DAB9EB-1181-97CF-BCC5-124D81F8C832}"/>
              </a:ext>
            </a:extLst>
          </p:cNvPr>
          <p:cNvSpPr/>
          <p:nvPr/>
        </p:nvSpPr>
        <p:spPr>
          <a:xfrm flipH="1">
            <a:off x="8707560" y="2415741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ACBA0AD4-3CA2-9E47-61E8-35A536D2AB08}"/>
              </a:ext>
            </a:extLst>
          </p:cNvPr>
          <p:cNvCxnSpPr>
            <a:cxnSpLocks/>
          </p:cNvCxnSpPr>
          <p:nvPr/>
        </p:nvCxnSpPr>
        <p:spPr>
          <a:xfrm flipH="1" flipV="1">
            <a:off x="8788759" y="2406646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sys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231">
            <a:extLst>
              <a:ext uri="{FF2B5EF4-FFF2-40B4-BE49-F238E27FC236}">
                <a16:creationId xmlns:a16="http://schemas.microsoft.com/office/drawing/2014/main" id="{7EA206CD-8B34-5E41-C379-4680E7424CB1}"/>
              </a:ext>
            </a:extLst>
          </p:cNvPr>
          <p:cNvSpPr/>
          <p:nvPr/>
        </p:nvSpPr>
        <p:spPr>
          <a:xfrm flipH="1">
            <a:off x="6001775" y="2416832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65" name="Straight Connector 90">
            <a:extLst>
              <a:ext uri="{FF2B5EF4-FFF2-40B4-BE49-F238E27FC236}">
                <a16:creationId xmlns:a16="http://schemas.microsoft.com/office/drawing/2014/main" id="{60909A7C-BA6B-5514-FED6-E1BA9126AB75}"/>
              </a:ext>
            </a:extLst>
          </p:cNvPr>
          <p:cNvCxnSpPr>
            <a:cxnSpLocks/>
          </p:cNvCxnSpPr>
          <p:nvPr/>
        </p:nvCxnSpPr>
        <p:spPr>
          <a:xfrm flipH="1" flipV="1">
            <a:off x="6082974" y="2407737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sys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616">
            <a:extLst>
              <a:ext uri="{FF2B5EF4-FFF2-40B4-BE49-F238E27FC236}">
                <a16:creationId xmlns:a16="http://schemas.microsoft.com/office/drawing/2014/main" id="{CD7D23D5-2635-5865-A911-542A22BF1AEA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841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C3AF7-5F13-CF0F-B386-79EF2F92B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xecution guide 0">
            <a:extLst>
              <a:ext uri="{FF2B5EF4-FFF2-40B4-BE49-F238E27FC236}">
                <a16:creationId xmlns:a16="http://schemas.microsoft.com/office/drawing/2014/main" id="{046648F7-00DB-7922-37E4-DF9F5172A729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6CD6F34F-72EC-9A87-EDB3-BCF0C900B75D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CB3A253A-5D7D-5EC4-DF38-43F30D44764D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45B1E397-FAE1-6FD8-8CC7-1875C556000F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8642CFD1-04E0-25AF-9CB7-7D2C0E87D5A7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86" name="Rectangle 769">
            <a:extLst>
              <a:ext uri="{FF2B5EF4-FFF2-40B4-BE49-F238E27FC236}">
                <a16:creationId xmlns:a16="http://schemas.microsoft.com/office/drawing/2014/main" id="{2423B733-F850-05DA-C7B1-0C8DD5A89958}"/>
              </a:ext>
            </a:extLst>
          </p:cNvPr>
          <p:cNvSpPr/>
          <p:nvPr/>
        </p:nvSpPr>
        <p:spPr>
          <a:xfrm flipH="1">
            <a:off x="9326194" y="2408258"/>
            <a:ext cx="550395" cy="378738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sp>
        <p:nvSpPr>
          <p:cNvPr id="87" name="Rectangle 769">
            <a:extLst>
              <a:ext uri="{FF2B5EF4-FFF2-40B4-BE49-F238E27FC236}">
                <a16:creationId xmlns:a16="http://schemas.microsoft.com/office/drawing/2014/main" id="{BAA1BD0D-27DB-A82D-1D40-EF9DBE8DFB61}"/>
              </a:ext>
            </a:extLst>
          </p:cNvPr>
          <p:cNvSpPr/>
          <p:nvPr/>
        </p:nvSpPr>
        <p:spPr>
          <a:xfrm flipH="1">
            <a:off x="9875419" y="2407915"/>
            <a:ext cx="26508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88" name="Rectangle 769">
            <a:extLst>
              <a:ext uri="{FF2B5EF4-FFF2-40B4-BE49-F238E27FC236}">
                <a16:creationId xmlns:a16="http://schemas.microsoft.com/office/drawing/2014/main" id="{087F533D-4DAF-A3F4-B0ED-2AD6D04C3295}"/>
              </a:ext>
            </a:extLst>
          </p:cNvPr>
          <p:cNvSpPr/>
          <p:nvPr/>
        </p:nvSpPr>
        <p:spPr>
          <a:xfrm flipH="1">
            <a:off x="8792066" y="2408438"/>
            <a:ext cx="537021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7EA8E33F-66A6-945C-AF68-212AB9783177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304512F7-BD2F-4795-3921-79C6D98C624A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9" name="execution guide 0">
            <a:extLst>
              <a:ext uri="{FF2B5EF4-FFF2-40B4-BE49-F238E27FC236}">
                <a16:creationId xmlns:a16="http://schemas.microsoft.com/office/drawing/2014/main" id="{E74432BB-6AD7-5F10-EB62-23E6281C2C6D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FAE545AD-8347-1572-5364-719428D7C1BA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9" name="job 1">
            <a:extLst>
              <a:ext uri="{FF2B5EF4-FFF2-40B4-BE49-F238E27FC236}">
                <a16:creationId xmlns:a16="http://schemas.microsoft.com/office/drawing/2014/main" id="{92E03C26-532B-3B12-7C6C-A5F59120F682}"/>
              </a:ext>
            </a:extLst>
          </p:cNvPr>
          <p:cNvSpPr>
            <a:spLocks noGrp="1"/>
          </p:cNvSpPr>
          <p:nvPr/>
        </p:nvSpPr>
        <p:spPr>
          <a:xfrm>
            <a:off x="8250879" y="1422759"/>
            <a:ext cx="270817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55B2FDA6-E647-295B-2F2A-E4E6A72B24BC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5655643A-725E-4954-532C-39E61D9F5E8B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3" name="Rectangle 769">
            <a:extLst>
              <a:ext uri="{FF2B5EF4-FFF2-40B4-BE49-F238E27FC236}">
                <a16:creationId xmlns:a16="http://schemas.microsoft.com/office/drawing/2014/main" id="{92DE7979-B8C4-263A-E593-21A11526D425}"/>
              </a:ext>
            </a:extLst>
          </p:cNvPr>
          <p:cNvSpPr/>
          <p:nvPr/>
        </p:nvSpPr>
        <p:spPr>
          <a:xfrm flipH="1">
            <a:off x="6896193" y="2409129"/>
            <a:ext cx="53082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74" name="Rectangle 769">
            <a:extLst>
              <a:ext uri="{FF2B5EF4-FFF2-40B4-BE49-F238E27FC236}">
                <a16:creationId xmlns:a16="http://schemas.microsoft.com/office/drawing/2014/main" id="{B9B12C3F-8428-6C89-1FB1-5EA84A763F25}"/>
              </a:ext>
            </a:extLst>
          </p:cNvPr>
          <p:cNvSpPr/>
          <p:nvPr/>
        </p:nvSpPr>
        <p:spPr>
          <a:xfrm flipH="1">
            <a:off x="7433902" y="2409536"/>
            <a:ext cx="26508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sp>
        <p:nvSpPr>
          <p:cNvPr id="69" name="Rectangle 361">
            <a:extLst>
              <a:ext uri="{FF2B5EF4-FFF2-40B4-BE49-F238E27FC236}">
                <a16:creationId xmlns:a16="http://schemas.microsoft.com/office/drawing/2014/main" id="{7732B875-73C6-F9CF-0C2B-B43898502830}"/>
              </a:ext>
            </a:extLst>
          </p:cNvPr>
          <p:cNvSpPr/>
          <p:nvPr/>
        </p:nvSpPr>
        <p:spPr>
          <a:xfrm flipH="1">
            <a:off x="6092211" y="2416968"/>
            <a:ext cx="263224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A37D404F-4583-9F67-3399-A06196D52774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198966B5-974F-AA6E-611D-6E30CE2ED24D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3" name="Rectangle 769">
            <a:extLst>
              <a:ext uri="{FF2B5EF4-FFF2-40B4-BE49-F238E27FC236}">
                <a16:creationId xmlns:a16="http://schemas.microsoft.com/office/drawing/2014/main" id="{323F2C7C-8F66-0286-D5B8-6015447E6FDC}"/>
              </a:ext>
            </a:extLst>
          </p:cNvPr>
          <p:cNvSpPr/>
          <p:nvPr/>
        </p:nvSpPr>
        <p:spPr>
          <a:xfrm flipH="1">
            <a:off x="3923755" y="2413421"/>
            <a:ext cx="550395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33" name="Rectangle 769">
            <a:extLst>
              <a:ext uri="{FF2B5EF4-FFF2-40B4-BE49-F238E27FC236}">
                <a16:creationId xmlns:a16="http://schemas.microsoft.com/office/drawing/2014/main" id="{A7C991FA-1EFC-BCA1-FF6E-8B7345F37CC2}"/>
              </a:ext>
            </a:extLst>
          </p:cNvPr>
          <p:cNvSpPr/>
          <p:nvPr/>
        </p:nvSpPr>
        <p:spPr>
          <a:xfrm flipH="1">
            <a:off x="4472980" y="2412506"/>
            <a:ext cx="265087" cy="3759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73BF1A5C-1047-6C42-5DC9-19A7285090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73BF1A5C-1047-6C42-5DC9-19A728509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E0B1A608-1C4E-6537-3FE6-517A55FBFE3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E0B1A608-1C4E-6537-3FE6-517A55FBFE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B89EFC2A-337A-F5B3-B823-9ABC294E28C1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E29757AB-DC17-CE04-B90C-21D7DE00D13F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F7ADEECF-53C2-3CD2-B9E5-9ECD3938BEF2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35D68A43-43DA-B079-8EC5-67B9C5D8AE0B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ED61B9DC-35AE-59D8-CFC0-848B9A3F23B5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6D687368-759D-2544-A037-F509A1AD3B20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job 1">
            <a:extLst>
              <a:ext uri="{FF2B5EF4-FFF2-40B4-BE49-F238E27FC236}">
                <a16:creationId xmlns:a16="http://schemas.microsoft.com/office/drawing/2014/main" id="{33DAF782-24B3-2BF3-2D86-F6F4C173133C}"/>
              </a:ext>
            </a:extLst>
          </p:cNvPr>
          <p:cNvSpPr>
            <a:spLocks noGrp="1"/>
          </p:cNvSpPr>
          <p:nvPr/>
        </p:nvSpPr>
        <p:spPr>
          <a:xfrm>
            <a:off x="7700123" y="1422401"/>
            <a:ext cx="549456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03A9AE84-497C-4328-F377-D1DC12C08334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703E87DA-69A8-15BA-6476-330388D05C74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8AE4B23D-0B3D-3BB8-DCCF-74FC3B8B7DA6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33330600-B443-3B1D-7EB4-4A7D0D783B4A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5099108B-95D9-9EC2-A1F2-7EDC52E57C36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21576CAA-977B-B6CA-7A93-D10CBB1502CA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67FA21E3-303C-2D66-649C-BA57E8D0F40F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C8F3B291-AD3E-607D-1CC7-C0D9BE12B9B4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E3CEB763-E11E-9099-93BA-F8F77B0894C6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CBB3F0A6-4B51-3937-1F3C-039701A42AFE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EBCC082A-A444-C788-B807-9EEBA11E1382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D1DBA23B-C8B0-8965-28D9-6B4B1D4CC5E2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7A5B54A9-8D91-CCFD-AA47-B18A326423D8}"/>
              </a:ext>
            </a:extLst>
          </p:cNvPr>
          <p:cNvSpPr>
            <a:spLocks noGrp="1"/>
          </p:cNvSpPr>
          <p:nvPr/>
        </p:nvSpPr>
        <p:spPr>
          <a:xfrm>
            <a:off x="4734474" y="1422401"/>
            <a:ext cx="546797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9DCEFDCF-3750-29AD-5FB9-ADE5CABC63BD}"/>
              </a:ext>
            </a:extLst>
          </p:cNvPr>
          <p:cNvSpPr/>
          <p:nvPr/>
        </p:nvSpPr>
        <p:spPr>
          <a:xfrm flipH="1">
            <a:off x="3376253" y="2412713"/>
            <a:ext cx="550395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F5DB6325-2F21-EC09-A808-C82B39DBD159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15257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4CE7E166-89C7-318D-B78F-18F101537D85}"/>
              </a:ext>
            </a:extLst>
          </p:cNvPr>
          <p:cNvSpPr>
            <a:spLocks noGrp="1"/>
          </p:cNvSpPr>
          <p:nvPr/>
        </p:nvSpPr>
        <p:spPr>
          <a:xfrm>
            <a:off x="2775585" y="64894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Chunked EDF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B9D34D61-9D7A-40BB-86D2-21EDC08EAB71}"/>
              </a:ext>
            </a:extLst>
          </p:cNvPr>
          <p:cNvCxnSpPr>
            <a:cxnSpLocks/>
          </p:cNvCxnSpPr>
          <p:nvPr/>
        </p:nvCxnSpPr>
        <p:spPr>
          <a:xfrm>
            <a:off x="8521022" y="1416863"/>
            <a:ext cx="5742" cy="382548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1948C7C8-92BE-6515-0B83-7AB4F2708541}"/>
              </a:ext>
            </a:extLst>
          </p:cNvPr>
          <p:cNvCxnSpPr>
            <a:cxnSpLocks/>
          </p:cNvCxnSpPr>
          <p:nvPr/>
        </p:nvCxnSpPr>
        <p:spPr>
          <a:xfrm>
            <a:off x="4731584" y="2408419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4F7E1F9A-5215-644D-2438-D2392A05D29F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C4F13FE-CB52-9AF4-3AEB-1E166F808096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C4F13FE-CB52-9AF4-3AEB-1E166F808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4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1C1D118-11DC-B22B-5404-E76FF18BCE50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1C1D118-11DC-B22B-5404-E76FF18BC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5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F98D86A-FD1D-D9A7-7788-EA5BB4D3FAAA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F98D86A-FD1D-D9A7-7788-EA5BB4D3F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6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AC41A60-00D8-5FDA-4D99-3A8452CF2E56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AC41A60-00D8-5FDA-4D99-3A8452CF2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6753C21-CEF2-EBFA-4155-565531B4547F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6753C21-CEF2-EBFA-4155-565531B45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672E783-364A-C0BF-9596-FB000943FE13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672E783-364A-C0BF-9596-FB000943F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9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769">
            <a:extLst>
              <a:ext uri="{FF2B5EF4-FFF2-40B4-BE49-F238E27FC236}">
                <a16:creationId xmlns:a16="http://schemas.microsoft.com/office/drawing/2014/main" id="{60D11E68-DD45-E5AD-23BE-7728F46CA361}"/>
              </a:ext>
            </a:extLst>
          </p:cNvPr>
          <p:cNvSpPr/>
          <p:nvPr/>
        </p:nvSpPr>
        <p:spPr>
          <a:xfrm flipH="1">
            <a:off x="6359967" y="2409781"/>
            <a:ext cx="547503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3" name="Straight Connector 90">
            <a:extLst>
              <a:ext uri="{FF2B5EF4-FFF2-40B4-BE49-F238E27FC236}">
                <a16:creationId xmlns:a16="http://schemas.microsoft.com/office/drawing/2014/main" id="{036EA81D-7A98-3903-A673-35421D43ED4F}"/>
              </a:ext>
            </a:extLst>
          </p:cNvPr>
          <p:cNvCxnSpPr>
            <a:cxnSpLocks/>
          </p:cNvCxnSpPr>
          <p:nvPr/>
        </p:nvCxnSpPr>
        <p:spPr>
          <a:xfrm>
            <a:off x="7696312" y="241025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06070D79-F2B4-92DD-E632-4E8DCCEDFB9C}"/>
              </a:ext>
            </a:extLst>
          </p:cNvPr>
          <p:cNvCxnSpPr>
            <a:cxnSpLocks/>
          </p:cNvCxnSpPr>
          <p:nvPr/>
        </p:nvCxnSpPr>
        <p:spPr>
          <a:xfrm flipH="1" flipV="1">
            <a:off x="3378994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xecution time symbol">
            <a:extLst>
              <a:ext uri="{FF2B5EF4-FFF2-40B4-BE49-F238E27FC236}">
                <a16:creationId xmlns:a16="http://schemas.microsoft.com/office/drawing/2014/main" id="{82F651E1-5A9B-6F5C-10F3-F69F9A692BFB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p:sp>
        <p:nvSpPr>
          <p:cNvPr id="62" name="job 1">
            <a:extLst>
              <a:ext uri="{FF2B5EF4-FFF2-40B4-BE49-F238E27FC236}">
                <a16:creationId xmlns:a16="http://schemas.microsoft.com/office/drawing/2014/main" id="{D48CFD35-06FA-E444-711C-FFDAC5EDF954}"/>
              </a:ext>
            </a:extLst>
          </p:cNvPr>
          <p:cNvSpPr>
            <a:spLocks noGrp="1"/>
          </p:cNvSpPr>
          <p:nvPr/>
        </p:nvSpPr>
        <p:spPr>
          <a:xfrm>
            <a:off x="5282553" y="1422401"/>
            <a:ext cx="531783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64" name="job 1">
            <a:extLst>
              <a:ext uri="{FF2B5EF4-FFF2-40B4-BE49-F238E27FC236}">
                <a16:creationId xmlns:a16="http://schemas.microsoft.com/office/drawing/2014/main" id="{546A99CB-BD82-EE8A-92B4-99A7BD313238}"/>
              </a:ext>
            </a:extLst>
          </p:cNvPr>
          <p:cNvSpPr>
            <a:spLocks noGrp="1"/>
          </p:cNvSpPr>
          <p:nvPr/>
        </p:nvSpPr>
        <p:spPr>
          <a:xfrm>
            <a:off x="5818811" y="1422401"/>
            <a:ext cx="545805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FF9EC32-608C-FA4F-0A9F-F562472EFFEE}"/>
                  </a:ext>
                </a:extLst>
              </p:cNvPr>
              <p:cNvSpPr txBox="1"/>
              <p:nvPr/>
            </p:nvSpPr>
            <p:spPr>
              <a:xfrm>
                <a:off x="6143327" y="2480389"/>
                <a:ext cx="152286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FF9EC32-608C-FA4F-0A9F-F562472EF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327" y="2480389"/>
                <a:ext cx="152286" cy="246221"/>
              </a:xfrm>
              <a:prstGeom prst="rect">
                <a:avLst/>
              </a:prstGeom>
              <a:blipFill>
                <a:blip r:embed="rId10"/>
                <a:stretch>
                  <a:fillRect l="-32000" r="-3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69241DD3-DA26-9F1F-834A-76EEF75DE8A3}"/>
              </a:ext>
            </a:extLst>
          </p:cNvPr>
          <p:cNvCxnSpPr>
            <a:cxnSpLocks/>
          </p:cNvCxnSpPr>
          <p:nvPr/>
        </p:nvCxnSpPr>
        <p:spPr>
          <a:xfrm>
            <a:off x="6092210" y="2418846"/>
            <a:ext cx="267756" cy="0"/>
          </a:xfrm>
          <a:prstGeom prst="straightConnector1">
            <a:avLst/>
          </a:prstGeom>
          <a:ln w="952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Group 230">
            <a:extLst>
              <a:ext uri="{FF2B5EF4-FFF2-40B4-BE49-F238E27FC236}">
                <a16:creationId xmlns:a16="http://schemas.microsoft.com/office/drawing/2014/main" id="{CBFA4F61-E021-C0A8-A078-0A4FDC84AFE1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21" name="Rectangle 231">
              <a:extLst>
                <a:ext uri="{FF2B5EF4-FFF2-40B4-BE49-F238E27FC236}">
                  <a16:creationId xmlns:a16="http://schemas.microsoft.com/office/drawing/2014/main" id="{7FCA846B-491E-9EB9-91D1-1C09CDCD8907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0" name="Straight Connector 232">
              <a:extLst>
                <a:ext uri="{FF2B5EF4-FFF2-40B4-BE49-F238E27FC236}">
                  <a16:creationId xmlns:a16="http://schemas.microsoft.com/office/drawing/2014/main" id="{108E2DC3-C91A-40A3-EA24-7476C8CDB1D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Rectangle 231">
            <a:extLst>
              <a:ext uri="{FF2B5EF4-FFF2-40B4-BE49-F238E27FC236}">
                <a16:creationId xmlns:a16="http://schemas.microsoft.com/office/drawing/2014/main" id="{299F4BC4-5DED-43F8-A876-9D5787111AF3}"/>
              </a:ext>
            </a:extLst>
          </p:cNvPr>
          <p:cNvSpPr/>
          <p:nvPr/>
        </p:nvSpPr>
        <p:spPr>
          <a:xfrm flipH="1">
            <a:off x="6341275" y="1415257"/>
            <a:ext cx="78916" cy="37754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2" name="Straight Connector 232">
            <a:extLst>
              <a:ext uri="{FF2B5EF4-FFF2-40B4-BE49-F238E27FC236}">
                <a16:creationId xmlns:a16="http://schemas.microsoft.com/office/drawing/2014/main" id="{782E27C4-55BD-9EA3-780C-DE345A1E3B34}"/>
              </a:ext>
            </a:extLst>
          </p:cNvPr>
          <p:cNvCxnSpPr>
            <a:cxnSpLocks/>
          </p:cNvCxnSpPr>
          <p:nvPr/>
        </p:nvCxnSpPr>
        <p:spPr>
          <a:xfrm>
            <a:off x="6353721" y="1424782"/>
            <a:ext cx="0" cy="371019"/>
          </a:xfrm>
          <a:prstGeom prst="line">
            <a:avLst/>
          </a:prstGeom>
          <a:noFill/>
          <a:ln w="22860" cmpd="sng">
            <a:solidFill>
              <a:schemeClr val="tx1">
                <a:lumMod val="85000"/>
                <a:lumOff val="15000"/>
              </a:schemeClr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231">
            <a:extLst>
              <a:ext uri="{FF2B5EF4-FFF2-40B4-BE49-F238E27FC236}">
                <a16:creationId xmlns:a16="http://schemas.microsoft.com/office/drawing/2014/main" id="{9DFB4E79-5449-E7DF-7B8F-84BF3A444AD8}"/>
              </a:ext>
            </a:extLst>
          </p:cNvPr>
          <p:cNvSpPr/>
          <p:nvPr/>
        </p:nvSpPr>
        <p:spPr>
          <a:xfrm flipH="1">
            <a:off x="8707560" y="2415741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5" name="Straight Connector 90">
            <a:extLst>
              <a:ext uri="{FF2B5EF4-FFF2-40B4-BE49-F238E27FC236}">
                <a16:creationId xmlns:a16="http://schemas.microsoft.com/office/drawing/2014/main" id="{AE063D0A-055F-6196-3874-7DF733B01D0C}"/>
              </a:ext>
            </a:extLst>
          </p:cNvPr>
          <p:cNvCxnSpPr>
            <a:cxnSpLocks/>
          </p:cNvCxnSpPr>
          <p:nvPr/>
        </p:nvCxnSpPr>
        <p:spPr>
          <a:xfrm flipH="1" flipV="1">
            <a:off x="8788759" y="2406646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sys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231">
            <a:extLst>
              <a:ext uri="{FF2B5EF4-FFF2-40B4-BE49-F238E27FC236}">
                <a16:creationId xmlns:a16="http://schemas.microsoft.com/office/drawing/2014/main" id="{CCB02168-7646-F1EA-8AA8-4D243AA53235}"/>
              </a:ext>
            </a:extLst>
          </p:cNvPr>
          <p:cNvSpPr/>
          <p:nvPr/>
        </p:nvSpPr>
        <p:spPr>
          <a:xfrm flipH="1">
            <a:off x="6001775" y="2416832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9" name="Straight Connector 90">
            <a:extLst>
              <a:ext uri="{FF2B5EF4-FFF2-40B4-BE49-F238E27FC236}">
                <a16:creationId xmlns:a16="http://schemas.microsoft.com/office/drawing/2014/main" id="{2EAFEC31-D9FA-F463-633C-3954AFF5F1D7}"/>
              </a:ext>
            </a:extLst>
          </p:cNvPr>
          <p:cNvCxnSpPr>
            <a:cxnSpLocks/>
          </p:cNvCxnSpPr>
          <p:nvPr/>
        </p:nvCxnSpPr>
        <p:spPr>
          <a:xfrm flipH="1" flipV="1">
            <a:off x="6082974" y="2407737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sys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616">
            <a:extLst>
              <a:ext uri="{FF2B5EF4-FFF2-40B4-BE49-F238E27FC236}">
                <a16:creationId xmlns:a16="http://schemas.microsoft.com/office/drawing/2014/main" id="{6251BF6D-4978-7A7D-CB23-0F3913B0C4D8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021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2B2E0-A8CF-1C39-3CA0-1C5D4E28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execution guide 0">
            <a:extLst>
              <a:ext uri="{FF2B5EF4-FFF2-40B4-BE49-F238E27FC236}">
                <a16:creationId xmlns:a16="http://schemas.microsoft.com/office/drawing/2014/main" id="{8BFA2394-4529-FF35-7FBF-FB4DB6550A86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7" name="execution guide 0">
            <a:extLst>
              <a:ext uri="{FF2B5EF4-FFF2-40B4-BE49-F238E27FC236}">
                <a16:creationId xmlns:a16="http://schemas.microsoft.com/office/drawing/2014/main" id="{D280918D-384A-E584-7B69-F6F3CCD8294E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1" name="execution guide 0">
            <a:extLst>
              <a:ext uri="{FF2B5EF4-FFF2-40B4-BE49-F238E27FC236}">
                <a16:creationId xmlns:a16="http://schemas.microsoft.com/office/drawing/2014/main" id="{DEAFA015-A1A4-BB5A-38CF-0CBE19812AC5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026BA44E-ADD0-914D-3BBB-0524ED64DA50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71A52088-C9DE-FBD4-31EA-2011EF2D36F7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0D183376-7DAB-032E-34B7-0BAC0E809BAE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E1E75FBE-9E72-3ACB-BF06-5F6E2707D2DE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252730BC-4FA2-806D-6C04-C2AFE2A67CFF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B1C3AE2B-C283-5B6C-30C6-A551D30F83C3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3B7656AD-18F4-77AE-22A9-B56A7506E0D5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6549F4C9-CB4B-5146-0BB6-B2D97463FD97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B3166B03-2453-E924-41D9-069AFB336801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89BE3483-AEAB-0351-839A-70C1FC03A392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B4A925B3-C46F-0A42-8638-EED8A5DFC33E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A45D4324-7C88-732B-1FAC-FC1BFC92D05E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A88CFC43-D533-4536-81E1-88D67958823D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1A3F8A97-1B11-9A9A-8693-6F97A94363A2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6E06824B-D77D-45CC-AB09-E9169C5ABD3F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AFE86C36-EB0B-79CB-C0C2-D30B80CB0A2D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AED7A819-20FC-74E4-0C4F-2895592B521C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89D5392E-19F6-BA3F-9526-6201BBEC02D6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71239CDE-5FFA-813E-E991-38E4EAAA1CF8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4DAE6D5A-0406-D785-5045-282A09E6158E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1D312B69-3932-1F44-3271-69F6EDEE91BA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97BBAE8B-BCF4-1F4B-C568-43BBC1697B36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9D7365E3-26EE-FD93-BFBD-A6BA1F205FC7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AA2ED35A-A9E1-93FA-BDF3-52D62B69DD9B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2475D894-AFAB-0DF3-B543-6FB32E43E4BD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45024DB2-4037-1DFC-E848-37D0BFEB15D6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7158943A-CB95-427F-CE4A-E27372830EF6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431B44EC-8B5E-0E9F-BD51-D8F5029D7835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1AFBF051-DD0F-44A0-70A2-4B59D52F07C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1AFBF051-DD0F-44A0-70A2-4B59D52F0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DEF2B1A8-1ACD-9E9D-343D-737B4FB49A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DEF2B1A8-1ACD-9E9D-343D-737B4FB49A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B0906FA7-F459-B83C-357A-BFE96AA3B98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72667" y="2082801"/>
                <a:ext cx="171107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7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sz="17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skipped</a:t>
                </a:r>
              </a:p>
            </p:txBody>
          </p:sp>
        </mc:Choice>
        <mc:Fallback xmlns="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B0906FA7-F459-B83C-357A-BFE96AA3B9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667" y="2082801"/>
                <a:ext cx="1711070" cy="295275"/>
              </a:xfrm>
              <a:prstGeom prst="rect">
                <a:avLst/>
              </a:prstGeom>
              <a:blipFill>
                <a:blip r:embed="rId4"/>
                <a:stretch>
                  <a:fillRect t="-18750" b="-3541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job 1">
            <a:extLst>
              <a:ext uri="{FF2B5EF4-FFF2-40B4-BE49-F238E27FC236}">
                <a16:creationId xmlns:a16="http://schemas.microsoft.com/office/drawing/2014/main" id="{BAB23AC1-8E62-0EE9-DD1D-E82BE1DDA8F8}"/>
              </a:ext>
            </a:extLst>
          </p:cNvPr>
          <p:cNvSpPr>
            <a:spLocks noGrp="1"/>
          </p:cNvSpPr>
          <p:nvPr/>
        </p:nvSpPr>
        <p:spPr>
          <a:xfrm>
            <a:off x="3381375" y="1422401"/>
            <a:ext cx="2437564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FA5875F1-0DBF-616A-0F18-4CAAB27D1081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D12BEFA4-A436-A931-421C-DFD38E1DDF10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94362B62-4E45-78BB-96AD-12A74768D875}"/>
              </a:ext>
            </a:extLst>
          </p:cNvPr>
          <p:cNvSpPr/>
          <p:nvPr/>
        </p:nvSpPr>
        <p:spPr>
          <a:xfrm flipH="1">
            <a:off x="5818001" y="2413001"/>
            <a:ext cx="135073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>
            <a:innerShdw dist="1079500" dir="10800000">
              <a:srgbClr val="C00000">
                <a:alpha val="79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54" name="skip cross b">
            <a:extLst>
              <a:ext uri="{FF2B5EF4-FFF2-40B4-BE49-F238E27FC236}">
                <a16:creationId xmlns:a16="http://schemas.microsoft.com/office/drawing/2014/main" id="{514C898B-968A-E520-C4F3-A56243D9288D}"/>
              </a:ext>
            </a:extLst>
          </p:cNvPr>
          <p:cNvSpPr>
            <a:spLocks noGrp="1"/>
          </p:cNvSpPr>
          <p:nvPr/>
        </p:nvSpPr>
        <p:spPr>
          <a:xfrm flipV="1">
            <a:off x="6032240" y="2278064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EAAEEF6C-1A9B-8FAA-CB59-930A6D78BDC3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AFB89AB5-ECD0-67A9-E678-37C64DCC944A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A6AA24BC-EECE-5C1E-EBCF-1CF012030319}"/>
              </a:ext>
            </a:extLst>
          </p:cNvPr>
          <p:cNvSpPr>
            <a:spLocks noGrp="1"/>
          </p:cNvSpPr>
          <p:nvPr/>
        </p:nvSpPr>
        <p:spPr>
          <a:xfrm>
            <a:off x="2775585" y="647357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4341E5D1-71C1-51F2-DB42-5AF517F9E43F}"/>
              </a:ext>
            </a:extLst>
          </p:cNvPr>
          <p:cNvCxnSpPr>
            <a:cxnSpLocks/>
          </p:cNvCxnSpPr>
          <p:nvPr/>
        </p:nvCxnSpPr>
        <p:spPr>
          <a:xfrm>
            <a:off x="5814914" y="141922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8924D62A-9513-0F2C-0CE7-EFF8AAFDB976}"/>
              </a:ext>
            </a:extLst>
          </p:cNvPr>
          <p:cNvCxnSpPr>
            <a:cxnSpLocks/>
          </p:cNvCxnSpPr>
          <p:nvPr/>
        </p:nvCxnSpPr>
        <p:spPr>
          <a:xfrm>
            <a:off x="716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5688E43E-CEC3-671D-63AB-9546429DF6DD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4EFB8E5-4879-3282-BF47-46014AF8DF22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4EFB8E5-4879-3282-BF47-46014AF8D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5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501A024-4B5A-3EFA-95CA-984B301E3667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501A024-4B5A-3EFA-95CA-984B301E3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6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77E86CD-C95E-7FEE-54DB-B20F8594EE28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77E86CD-C95E-7FEE-54DB-B20F8594E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4EA7815-1703-7CB5-37CD-66BB1D513576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4EA7815-1703-7CB5-37CD-66BB1D513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3771F92-7CCE-C035-A57C-631A92828D6C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3771F92-7CCE-C035-A57C-631A92828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5BFCCA7-B95D-039A-494B-B2FF4B9882B1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5BFCCA7-B95D-039A-494B-B2FF4B988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0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62851E1B-FD99-C7F3-8495-8F779ABB1927}"/>
              </a:ext>
            </a:extLst>
          </p:cNvPr>
          <p:cNvSpPr>
            <a:spLocks noGrp="1"/>
          </p:cNvSpPr>
          <p:nvPr/>
        </p:nvSpPr>
        <p:spPr>
          <a:xfrm flipH="1">
            <a:off x="6083303" y="2325688"/>
            <a:ext cx="6349" cy="468313"/>
          </a:xfrm>
          <a:prstGeom prst="line">
            <a:avLst/>
          </a:prstGeom>
          <a:noFill/>
          <a:ln w="14288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0CB26AEA-8315-CD2C-F7A5-B0741F2BDF65}"/>
              </a:ext>
            </a:extLst>
          </p:cNvPr>
          <p:cNvSpPr>
            <a:spLocks noGrp="1"/>
          </p:cNvSpPr>
          <p:nvPr/>
        </p:nvSpPr>
        <p:spPr>
          <a:xfrm>
            <a:off x="6032240" y="2278064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7" name="execution guide 0">
            <a:extLst>
              <a:ext uri="{FF2B5EF4-FFF2-40B4-BE49-F238E27FC236}">
                <a16:creationId xmlns:a16="http://schemas.microsoft.com/office/drawing/2014/main" id="{B524A959-12CA-8188-749E-FBAEAFC4D2C0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grpSp>
        <p:nvGrpSpPr>
          <p:cNvPr id="14" name="Group 230">
            <a:extLst>
              <a:ext uri="{FF2B5EF4-FFF2-40B4-BE49-F238E27FC236}">
                <a16:creationId xmlns:a16="http://schemas.microsoft.com/office/drawing/2014/main" id="{8E945DC4-0D74-6090-F2D8-FE9E402EC49D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21" name="Rectangle 231">
              <a:extLst>
                <a:ext uri="{FF2B5EF4-FFF2-40B4-BE49-F238E27FC236}">
                  <a16:creationId xmlns:a16="http://schemas.microsoft.com/office/drawing/2014/main" id="{28758EBB-991C-A1FB-08E5-7ACCD3C6E8A9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" name="Straight Connector 232">
              <a:extLst>
                <a:ext uri="{FF2B5EF4-FFF2-40B4-BE49-F238E27FC236}">
                  <a16:creationId xmlns:a16="http://schemas.microsoft.com/office/drawing/2014/main" id="{4249E68E-9F93-80BA-93DA-E7FCD0BFBB09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1">
            <a:extLst>
              <a:ext uri="{FF2B5EF4-FFF2-40B4-BE49-F238E27FC236}">
                <a16:creationId xmlns:a16="http://schemas.microsoft.com/office/drawing/2014/main" id="{2A1C4D6C-5357-D664-098A-1095BE4099F8}"/>
              </a:ext>
            </a:extLst>
          </p:cNvPr>
          <p:cNvSpPr/>
          <p:nvPr/>
        </p:nvSpPr>
        <p:spPr>
          <a:xfrm flipH="1">
            <a:off x="8707560" y="2415741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2E01A1D9-8E80-3300-2FC1-EB8F18BC7F84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32">
            <a:extLst>
              <a:ext uri="{FF2B5EF4-FFF2-40B4-BE49-F238E27FC236}">
                <a16:creationId xmlns:a16="http://schemas.microsoft.com/office/drawing/2014/main" id="{D7580F78-897A-121A-0D77-966D2060DCC8}"/>
              </a:ext>
            </a:extLst>
          </p:cNvPr>
          <p:cNvCxnSpPr>
            <a:cxnSpLocks/>
          </p:cNvCxnSpPr>
          <p:nvPr/>
        </p:nvCxnSpPr>
        <p:spPr>
          <a:xfrm>
            <a:off x="6072667" y="2428877"/>
            <a:ext cx="0" cy="374193"/>
          </a:xfrm>
          <a:prstGeom prst="line">
            <a:avLst/>
          </a:prstGeom>
          <a:ln w="22860" cmpd="sng">
            <a:solidFill>
              <a:schemeClr val="tx1"/>
            </a:solidFill>
            <a:prstDash val="dash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076AD1-A6B0-8754-A9ED-C8CCC67B66F4}"/>
                  </a:ext>
                </a:extLst>
              </p:cNvPr>
              <p:cNvSpPr txBox="1"/>
              <p:nvPr/>
            </p:nvSpPr>
            <p:spPr>
              <a:xfrm>
                <a:off x="3329517" y="1122266"/>
                <a:ext cx="348685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076AD1-A6B0-8754-A9ED-C8CCC67B6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517" y="1122266"/>
                <a:ext cx="348685" cy="273152"/>
              </a:xfrm>
              <a:prstGeom prst="rect">
                <a:avLst/>
              </a:prstGeom>
              <a:blipFill>
                <a:blip r:embed="rId11"/>
                <a:stretch>
                  <a:fillRect l="-8772" r="-526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06115A-5E82-9745-99D5-12A4EDB641A4}"/>
                  </a:ext>
                </a:extLst>
              </p:cNvPr>
              <p:cNvSpPr txBox="1"/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06115A-5E82-9745-99D5-12A4EDB64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blipFill>
                <a:blip r:embed="rId12"/>
                <a:stretch>
                  <a:fillRect l="-8621" r="-3448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7289D3-A1F9-4A34-09B8-F4E4C604DA8F}"/>
                  </a:ext>
                </a:extLst>
              </p:cNvPr>
              <p:cNvSpPr txBox="1"/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7289D3-A1F9-4A34-09B8-F4E4C604D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blipFill>
                <a:blip r:embed="rId13"/>
                <a:stretch>
                  <a:fillRect l="-8621" r="-517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90">
            <a:extLst>
              <a:ext uri="{FF2B5EF4-FFF2-40B4-BE49-F238E27FC236}">
                <a16:creationId xmlns:a16="http://schemas.microsoft.com/office/drawing/2014/main" id="{D25B6CBF-C072-7A00-9DD4-F7DA7169EC09}"/>
              </a:ext>
            </a:extLst>
          </p:cNvPr>
          <p:cNvCxnSpPr>
            <a:cxnSpLocks/>
          </p:cNvCxnSpPr>
          <p:nvPr/>
        </p:nvCxnSpPr>
        <p:spPr>
          <a:xfrm flipH="1" flipV="1">
            <a:off x="8788759" y="2397697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402">
            <a:extLst>
              <a:ext uri="{FF2B5EF4-FFF2-40B4-BE49-F238E27FC236}">
                <a16:creationId xmlns:a16="http://schemas.microsoft.com/office/drawing/2014/main" id="{C712C528-B724-8E81-8943-6A8C09229892}"/>
              </a:ext>
            </a:extLst>
          </p:cNvPr>
          <p:cNvSpPr/>
          <p:nvPr/>
        </p:nvSpPr>
        <p:spPr>
          <a:xfrm flipH="1">
            <a:off x="5802296" y="2378076"/>
            <a:ext cx="251621" cy="203483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0E72D4D-1B7A-9968-92E6-6E1138A7E68E}"/>
                  </a:ext>
                </a:extLst>
              </p:cNvPr>
              <p:cNvSpPr txBox="1"/>
              <p:nvPr/>
            </p:nvSpPr>
            <p:spPr>
              <a:xfrm>
                <a:off x="5022347" y="2101661"/>
                <a:ext cx="946605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0E72D4D-1B7A-9968-92E6-6E1138A7E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347" y="2101661"/>
                <a:ext cx="946605" cy="273152"/>
              </a:xfrm>
              <a:prstGeom prst="rect">
                <a:avLst/>
              </a:prstGeom>
              <a:blipFill>
                <a:blip r:embed="rId14"/>
                <a:stretch>
                  <a:fillRect l="-5161" r="-129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2235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2750-C04D-09C3-4786-099547F87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xecution guide 0">
            <a:extLst>
              <a:ext uri="{FF2B5EF4-FFF2-40B4-BE49-F238E27FC236}">
                <a16:creationId xmlns:a16="http://schemas.microsoft.com/office/drawing/2014/main" id="{2FE896E0-6AC3-4FE0-8B76-D06D15139F94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7740A9F3-ABF8-B82E-455B-356AA1C02E9D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94C83E53-ED73-CF19-0C4B-4A8257AC61FB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537D5849-8676-86E6-DF12-DB16E1D17E9C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A4728E5A-3055-EC5C-2E61-4E21E1B5CC9E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86" name="Rectangle 769">
            <a:extLst>
              <a:ext uri="{FF2B5EF4-FFF2-40B4-BE49-F238E27FC236}">
                <a16:creationId xmlns:a16="http://schemas.microsoft.com/office/drawing/2014/main" id="{5A022015-9B42-077F-3203-47D24A390CA4}"/>
              </a:ext>
            </a:extLst>
          </p:cNvPr>
          <p:cNvSpPr/>
          <p:nvPr/>
        </p:nvSpPr>
        <p:spPr>
          <a:xfrm flipH="1">
            <a:off x="9326194" y="2408258"/>
            <a:ext cx="550395" cy="378738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sp>
        <p:nvSpPr>
          <p:cNvPr id="87" name="Rectangle 769">
            <a:extLst>
              <a:ext uri="{FF2B5EF4-FFF2-40B4-BE49-F238E27FC236}">
                <a16:creationId xmlns:a16="http://schemas.microsoft.com/office/drawing/2014/main" id="{3D37F96C-1DA4-BA20-6FB2-5163DC61CE05}"/>
              </a:ext>
            </a:extLst>
          </p:cNvPr>
          <p:cNvSpPr/>
          <p:nvPr/>
        </p:nvSpPr>
        <p:spPr>
          <a:xfrm flipH="1">
            <a:off x="9875419" y="2407915"/>
            <a:ext cx="26508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88" name="Rectangle 769">
            <a:extLst>
              <a:ext uri="{FF2B5EF4-FFF2-40B4-BE49-F238E27FC236}">
                <a16:creationId xmlns:a16="http://schemas.microsoft.com/office/drawing/2014/main" id="{BBE89D38-1BE0-70D7-E779-ABBE142F4B84}"/>
              </a:ext>
            </a:extLst>
          </p:cNvPr>
          <p:cNvSpPr/>
          <p:nvPr/>
        </p:nvSpPr>
        <p:spPr>
          <a:xfrm flipH="1">
            <a:off x="8792066" y="2408438"/>
            <a:ext cx="537021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E0951CF2-7443-C6CD-669E-B012CDE0CF25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31C93A05-DCAF-D76B-991D-86F30C83082F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9" name="execution guide 0">
            <a:extLst>
              <a:ext uri="{FF2B5EF4-FFF2-40B4-BE49-F238E27FC236}">
                <a16:creationId xmlns:a16="http://schemas.microsoft.com/office/drawing/2014/main" id="{AC53CF8D-B464-A666-D4A6-E7FE8B00DCA9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BBE93E44-299B-672C-3B9C-1E366A1ED291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9" name="job 1">
            <a:extLst>
              <a:ext uri="{FF2B5EF4-FFF2-40B4-BE49-F238E27FC236}">
                <a16:creationId xmlns:a16="http://schemas.microsoft.com/office/drawing/2014/main" id="{615FD4D0-FF31-7ECB-6740-9A647D6AE00A}"/>
              </a:ext>
            </a:extLst>
          </p:cNvPr>
          <p:cNvSpPr>
            <a:spLocks noGrp="1"/>
          </p:cNvSpPr>
          <p:nvPr/>
        </p:nvSpPr>
        <p:spPr>
          <a:xfrm>
            <a:off x="8250879" y="1422759"/>
            <a:ext cx="270817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FBB3D45E-75D5-D93B-CAA0-BD4518F26542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6A76683B-1652-FC95-EDDA-E519A605DDC2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3" name="Rectangle 769">
            <a:extLst>
              <a:ext uri="{FF2B5EF4-FFF2-40B4-BE49-F238E27FC236}">
                <a16:creationId xmlns:a16="http://schemas.microsoft.com/office/drawing/2014/main" id="{C5DB3504-7B97-0C36-D3B3-AD30D2D4ED7D}"/>
              </a:ext>
            </a:extLst>
          </p:cNvPr>
          <p:cNvSpPr/>
          <p:nvPr/>
        </p:nvSpPr>
        <p:spPr>
          <a:xfrm flipH="1">
            <a:off x="6896193" y="2409129"/>
            <a:ext cx="53082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74" name="Rectangle 769">
            <a:extLst>
              <a:ext uri="{FF2B5EF4-FFF2-40B4-BE49-F238E27FC236}">
                <a16:creationId xmlns:a16="http://schemas.microsoft.com/office/drawing/2014/main" id="{1034F875-7DF4-3D20-73B8-9C9259B1D3EE}"/>
              </a:ext>
            </a:extLst>
          </p:cNvPr>
          <p:cNvSpPr/>
          <p:nvPr/>
        </p:nvSpPr>
        <p:spPr>
          <a:xfrm flipH="1">
            <a:off x="7433902" y="2409536"/>
            <a:ext cx="26508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sp>
        <p:nvSpPr>
          <p:cNvPr id="69" name="Rectangle 361">
            <a:extLst>
              <a:ext uri="{FF2B5EF4-FFF2-40B4-BE49-F238E27FC236}">
                <a16:creationId xmlns:a16="http://schemas.microsoft.com/office/drawing/2014/main" id="{EE9541BE-51CC-FB4B-8793-DBDED25656BF}"/>
              </a:ext>
            </a:extLst>
          </p:cNvPr>
          <p:cNvSpPr/>
          <p:nvPr/>
        </p:nvSpPr>
        <p:spPr>
          <a:xfrm flipH="1">
            <a:off x="6092211" y="2416968"/>
            <a:ext cx="263224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9C3F08E8-8CC2-B7F3-B62A-5D45FEF6A3B1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3143B6FF-DFC9-DB69-BEAE-823EBCBE61AD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3" name="Rectangle 769">
            <a:extLst>
              <a:ext uri="{FF2B5EF4-FFF2-40B4-BE49-F238E27FC236}">
                <a16:creationId xmlns:a16="http://schemas.microsoft.com/office/drawing/2014/main" id="{26E13E7E-B598-5B57-0C91-B318F22334FF}"/>
              </a:ext>
            </a:extLst>
          </p:cNvPr>
          <p:cNvSpPr/>
          <p:nvPr/>
        </p:nvSpPr>
        <p:spPr>
          <a:xfrm flipH="1">
            <a:off x="3923755" y="2413421"/>
            <a:ext cx="550395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33" name="Rectangle 769">
            <a:extLst>
              <a:ext uri="{FF2B5EF4-FFF2-40B4-BE49-F238E27FC236}">
                <a16:creationId xmlns:a16="http://schemas.microsoft.com/office/drawing/2014/main" id="{4308B9E7-46CA-9DA9-F618-1C0095F86E19}"/>
              </a:ext>
            </a:extLst>
          </p:cNvPr>
          <p:cNvSpPr/>
          <p:nvPr/>
        </p:nvSpPr>
        <p:spPr>
          <a:xfrm flipH="1">
            <a:off x="4472980" y="2412506"/>
            <a:ext cx="265087" cy="3759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AC18CE1B-11CA-F288-53D5-5D59E72724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AC18CE1B-11CA-F288-53D5-5D59E72724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76FE5B65-7E75-5CEC-1AA6-FBEDF34323B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76FE5B65-7E75-5CEC-1AA6-FBEDF34323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D24982FE-F4C5-A409-312E-1A0D10787061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7BF104E5-2DAA-9B2D-C13F-9DECBC35EE4D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17BE8266-368B-8933-1F1E-AA79D444F6AF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C25DD055-C979-136B-63F8-6634D25F9345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671CFF9C-C21A-9CDC-6BEA-82970F73C9CC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63F84966-C442-4634-2F21-0D3F1E8CA799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job 1">
            <a:extLst>
              <a:ext uri="{FF2B5EF4-FFF2-40B4-BE49-F238E27FC236}">
                <a16:creationId xmlns:a16="http://schemas.microsoft.com/office/drawing/2014/main" id="{3E9FD0C8-5D2F-AF94-FEA8-07682C2F4DE7}"/>
              </a:ext>
            </a:extLst>
          </p:cNvPr>
          <p:cNvSpPr>
            <a:spLocks noGrp="1"/>
          </p:cNvSpPr>
          <p:nvPr/>
        </p:nvSpPr>
        <p:spPr>
          <a:xfrm>
            <a:off x="7700123" y="1422401"/>
            <a:ext cx="549456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E9A4E831-0D87-E203-F0B7-5D3B5418F6C2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96F0153B-3054-EE0C-13E6-CAADB5F4C2A3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3DEE341D-D256-176D-6008-A73C60A64E44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83D6D4AE-810A-F79D-FC43-ED5D6FA7F207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6F6D5885-8159-9DF5-6691-0E32D707D414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3435580C-F987-5130-A62A-402C3B0BBE9C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50265683-2D21-6BD1-EDA6-3667EA97B534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F4D365AD-9182-D3C2-C9EF-A53A24556F70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FD31BFB6-833A-D22A-58F8-458D7D937A40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6F3C492D-52EB-ABA4-B718-E7B0595B97D5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3FB1D02F-05EE-3E6B-8C07-3E29618853B9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D58DF57E-01AF-5315-472C-785DF6EA178C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8C660E5E-9E6F-DE61-8D41-D0BCA9A05710}"/>
              </a:ext>
            </a:extLst>
          </p:cNvPr>
          <p:cNvSpPr>
            <a:spLocks noGrp="1"/>
          </p:cNvSpPr>
          <p:nvPr/>
        </p:nvSpPr>
        <p:spPr>
          <a:xfrm>
            <a:off x="4734474" y="1422401"/>
            <a:ext cx="546797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BB4FB037-3C13-7515-E1E3-76B463C6269B}"/>
              </a:ext>
            </a:extLst>
          </p:cNvPr>
          <p:cNvSpPr/>
          <p:nvPr/>
        </p:nvSpPr>
        <p:spPr>
          <a:xfrm flipH="1">
            <a:off x="3376253" y="2412713"/>
            <a:ext cx="550395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47A6A526-A6A1-96C1-169D-42CD7422F300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15257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EF8F92DF-BA79-8716-AE57-E8EF7A1474E4}"/>
              </a:ext>
            </a:extLst>
          </p:cNvPr>
          <p:cNvSpPr>
            <a:spLocks noGrp="1"/>
          </p:cNvSpPr>
          <p:nvPr/>
        </p:nvSpPr>
        <p:spPr>
          <a:xfrm>
            <a:off x="2775585" y="64894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Chunked EDF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3D3BE546-354F-2C03-AEA3-2BB5C86E460A}"/>
              </a:ext>
            </a:extLst>
          </p:cNvPr>
          <p:cNvCxnSpPr>
            <a:cxnSpLocks/>
          </p:cNvCxnSpPr>
          <p:nvPr/>
        </p:nvCxnSpPr>
        <p:spPr>
          <a:xfrm>
            <a:off x="8521022" y="1416863"/>
            <a:ext cx="5742" cy="382548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EF3F5E67-E02A-35F7-C619-08D8697160B3}"/>
              </a:ext>
            </a:extLst>
          </p:cNvPr>
          <p:cNvCxnSpPr>
            <a:cxnSpLocks/>
          </p:cNvCxnSpPr>
          <p:nvPr/>
        </p:nvCxnSpPr>
        <p:spPr>
          <a:xfrm>
            <a:off x="4731584" y="2408419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8A31CCC4-732F-7472-8371-DB76D572E869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481F7C-922E-3B2F-C87A-9E91530FBBB0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481F7C-922E-3B2F-C87A-9E91530FB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4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9E29597-E56D-9ECD-73BD-ECED414DAF50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9E29597-E56D-9ECD-73BD-ECED414DA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5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30F5CA-715B-B158-1271-0FCEFA0BB1F9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30F5CA-715B-B158-1271-0FCEFA0BB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6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203BBD2-E357-0A8A-6DF3-3759FF43FB97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203BBD2-E357-0A8A-6DF3-3759FF43F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3E23CE6-53BC-FC14-D177-AA6796843385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3E23CE6-53BC-FC14-D177-AA6796843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0205580-81A0-85B0-7B39-18DE23493EE4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0205580-81A0-85B0-7B39-18DE23493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9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769">
            <a:extLst>
              <a:ext uri="{FF2B5EF4-FFF2-40B4-BE49-F238E27FC236}">
                <a16:creationId xmlns:a16="http://schemas.microsoft.com/office/drawing/2014/main" id="{C75095D8-5562-0762-4F1E-6E3C14BD00D3}"/>
              </a:ext>
            </a:extLst>
          </p:cNvPr>
          <p:cNvSpPr/>
          <p:nvPr/>
        </p:nvSpPr>
        <p:spPr>
          <a:xfrm flipH="1">
            <a:off x="6359967" y="2409781"/>
            <a:ext cx="547503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3" name="Straight Connector 90">
            <a:extLst>
              <a:ext uri="{FF2B5EF4-FFF2-40B4-BE49-F238E27FC236}">
                <a16:creationId xmlns:a16="http://schemas.microsoft.com/office/drawing/2014/main" id="{EB4A6D81-F45E-DC93-E7E2-7E2EC4D4E300}"/>
              </a:ext>
            </a:extLst>
          </p:cNvPr>
          <p:cNvCxnSpPr>
            <a:cxnSpLocks/>
          </p:cNvCxnSpPr>
          <p:nvPr/>
        </p:nvCxnSpPr>
        <p:spPr>
          <a:xfrm>
            <a:off x="7696312" y="241025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57EAADD7-C343-538C-9AA4-FCD1FF2F770E}"/>
              </a:ext>
            </a:extLst>
          </p:cNvPr>
          <p:cNvCxnSpPr>
            <a:cxnSpLocks/>
          </p:cNvCxnSpPr>
          <p:nvPr/>
        </p:nvCxnSpPr>
        <p:spPr>
          <a:xfrm flipH="1" flipV="1">
            <a:off x="3378994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xecution time symbol">
            <a:extLst>
              <a:ext uri="{FF2B5EF4-FFF2-40B4-BE49-F238E27FC236}">
                <a16:creationId xmlns:a16="http://schemas.microsoft.com/office/drawing/2014/main" id="{91B26537-333C-6183-AAF0-EBB2393FB54D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p:sp>
        <p:nvSpPr>
          <p:cNvPr id="62" name="job 1">
            <a:extLst>
              <a:ext uri="{FF2B5EF4-FFF2-40B4-BE49-F238E27FC236}">
                <a16:creationId xmlns:a16="http://schemas.microsoft.com/office/drawing/2014/main" id="{CFF6DBAF-9952-C19D-5110-EB687AAC8791}"/>
              </a:ext>
            </a:extLst>
          </p:cNvPr>
          <p:cNvSpPr>
            <a:spLocks noGrp="1"/>
          </p:cNvSpPr>
          <p:nvPr/>
        </p:nvSpPr>
        <p:spPr>
          <a:xfrm>
            <a:off x="5282553" y="1422401"/>
            <a:ext cx="531783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64" name="job 1">
            <a:extLst>
              <a:ext uri="{FF2B5EF4-FFF2-40B4-BE49-F238E27FC236}">
                <a16:creationId xmlns:a16="http://schemas.microsoft.com/office/drawing/2014/main" id="{A5D16E53-4F80-0DD8-FCE6-6000994D1582}"/>
              </a:ext>
            </a:extLst>
          </p:cNvPr>
          <p:cNvSpPr>
            <a:spLocks noGrp="1"/>
          </p:cNvSpPr>
          <p:nvPr/>
        </p:nvSpPr>
        <p:spPr>
          <a:xfrm>
            <a:off x="5818811" y="1422401"/>
            <a:ext cx="545805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6326671-750C-83B9-89C9-300CBF742D62}"/>
                  </a:ext>
                </a:extLst>
              </p:cNvPr>
              <p:cNvSpPr txBox="1"/>
              <p:nvPr/>
            </p:nvSpPr>
            <p:spPr>
              <a:xfrm>
                <a:off x="6143327" y="2480389"/>
                <a:ext cx="152286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6326671-750C-83B9-89C9-300CBF742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327" y="2480389"/>
                <a:ext cx="152286" cy="246221"/>
              </a:xfrm>
              <a:prstGeom prst="rect">
                <a:avLst/>
              </a:prstGeom>
              <a:blipFill>
                <a:blip r:embed="rId10"/>
                <a:stretch>
                  <a:fillRect l="-32000" r="-3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89182723-07F6-B4E9-D2FE-C4F1EE0A7B9C}"/>
              </a:ext>
            </a:extLst>
          </p:cNvPr>
          <p:cNvCxnSpPr>
            <a:cxnSpLocks/>
          </p:cNvCxnSpPr>
          <p:nvPr/>
        </p:nvCxnSpPr>
        <p:spPr>
          <a:xfrm>
            <a:off x="6092210" y="2418846"/>
            <a:ext cx="267756" cy="0"/>
          </a:xfrm>
          <a:prstGeom prst="straightConnector1">
            <a:avLst/>
          </a:prstGeom>
          <a:ln w="952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Group 230">
            <a:extLst>
              <a:ext uri="{FF2B5EF4-FFF2-40B4-BE49-F238E27FC236}">
                <a16:creationId xmlns:a16="http://schemas.microsoft.com/office/drawing/2014/main" id="{17378A40-47D9-A8AF-77E9-B18B6FC141DC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21" name="Rectangle 231">
              <a:extLst>
                <a:ext uri="{FF2B5EF4-FFF2-40B4-BE49-F238E27FC236}">
                  <a16:creationId xmlns:a16="http://schemas.microsoft.com/office/drawing/2014/main" id="{DD38BAD7-EC03-108F-57EE-79F8A7160F20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0" name="Straight Connector 232">
              <a:extLst>
                <a:ext uri="{FF2B5EF4-FFF2-40B4-BE49-F238E27FC236}">
                  <a16:creationId xmlns:a16="http://schemas.microsoft.com/office/drawing/2014/main" id="{ED49040B-9FEB-F88A-12A9-E3C2D4ACD4B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Rectangle 231">
            <a:extLst>
              <a:ext uri="{FF2B5EF4-FFF2-40B4-BE49-F238E27FC236}">
                <a16:creationId xmlns:a16="http://schemas.microsoft.com/office/drawing/2014/main" id="{29E54633-89F5-24DE-80A3-53689219CB9A}"/>
              </a:ext>
            </a:extLst>
          </p:cNvPr>
          <p:cNvSpPr/>
          <p:nvPr/>
        </p:nvSpPr>
        <p:spPr>
          <a:xfrm flipH="1">
            <a:off x="6341275" y="1415257"/>
            <a:ext cx="78916" cy="37754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2" name="Straight Connector 232">
            <a:extLst>
              <a:ext uri="{FF2B5EF4-FFF2-40B4-BE49-F238E27FC236}">
                <a16:creationId xmlns:a16="http://schemas.microsoft.com/office/drawing/2014/main" id="{657A7CC2-79F5-9851-2106-3A8623E3F9C1}"/>
              </a:ext>
            </a:extLst>
          </p:cNvPr>
          <p:cNvCxnSpPr>
            <a:cxnSpLocks/>
          </p:cNvCxnSpPr>
          <p:nvPr/>
        </p:nvCxnSpPr>
        <p:spPr>
          <a:xfrm>
            <a:off x="6353721" y="1424782"/>
            <a:ext cx="0" cy="371019"/>
          </a:xfrm>
          <a:prstGeom prst="line">
            <a:avLst/>
          </a:prstGeom>
          <a:noFill/>
          <a:ln w="22860" cmpd="sng">
            <a:solidFill>
              <a:schemeClr val="tx1">
                <a:lumMod val="85000"/>
                <a:lumOff val="15000"/>
              </a:schemeClr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231">
            <a:extLst>
              <a:ext uri="{FF2B5EF4-FFF2-40B4-BE49-F238E27FC236}">
                <a16:creationId xmlns:a16="http://schemas.microsoft.com/office/drawing/2014/main" id="{E9F0DC1B-17A1-93A5-0F98-D59471475D95}"/>
              </a:ext>
            </a:extLst>
          </p:cNvPr>
          <p:cNvSpPr/>
          <p:nvPr/>
        </p:nvSpPr>
        <p:spPr>
          <a:xfrm flipH="1">
            <a:off x="8707560" y="2415741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5" name="Straight Connector 90">
            <a:extLst>
              <a:ext uri="{FF2B5EF4-FFF2-40B4-BE49-F238E27FC236}">
                <a16:creationId xmlns:a16="http://schemas.microsoft.com/office/drawing/2014/main" id="{B8C1C5E0-8B69-987F-D238-6AEBBBA5F4E3}"/>
              </a:ext>
            </a:extLst>
          </p:cNvPr>
          <p:cNvCxnSpPr>
            <a:cxnSpLocks/>
          </p:cNvCxnSpPr>
          <p:nvPr/>
        </p:nvCxnSpPr>
        <p:spPr>
          <a:xfrm flipH="1" flipV="1">
            <a:off x="8788759" y="2406646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dash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231">
            <a:extLst>
              <a:ext uri="{FF2B5EF4-FFF2-40B4-BE49-F238E27FC236}">
                <a16:creationId xmlns:a16="http://schemas.microsoft.com/office/drawing/2014/main" id="{641B5649-A773-28F6-E5F0-5D565C836B9B}"/>
              </a:ext>
            </a:extLst>
          </p:cNvPr>
          <p:cNvSpPr/>
          <p:nvPr/>
        </p:nvSpPr>
        <p:spPr>
          <a:xfrm flipH="1">
            <a:off x="6001775" y="2416832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9" name="Straight Connector 90">
            <a:extLst>
              <a:ext uri="{FF2B5EF4-FFF2-40B4-BE49-F238E27FC236}">
                <a16:creationId xmlns:a16="http://schemas.microsoft.com/office/drawing/2014/main" id="{FC03F575-7694-3FBB-7BBD-FA7AC5840397}"/>
              </a:ext>
            </a:extLst>
          </p:cNvPr>
          <p:cNvCxnSpPr>
            <a:cxnSpLocks/>
          </p:cNvCxnSpPr>
          <p:nvPr/>
        </p:nvCxnSpPr>
        <p:spPr>
          <a:xfrm flipH="1" flipV="1">
            <a:off x="6082974" y="2407737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dash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616">
            <a:extLst>
              <a:ext uri="{FF2B5EF4-FFF2-40B4-BE49-F238E27FC236}">
                <a16:creationId xmlns:a16="http://schemas.microsoft.com/office/drawing/2014/main" id="{C9DE586F-DB11-E9AC-062F-12D474D69619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D330A6-A0C5-F160-B66F-75CED7EE06E7}"/>
                  </a:ext>
                </a:extLst>
              </p:cNvPr>
              <p:cNvSpPr txBox="1"/>
              <p:nvPr/>
            </p:nvSpPr>
            <p:spPr>
              <a:xfrm>
                <a:off x="3329517" y="1122266"/>
                <a:ext cx="348685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D330A6-A0C5-F160-B66F-75CED7EE0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517" y="1122266"/>
                <a:ext cx="348685" cy="273152"/>
              </a:xfrm>
              <a:prstGeom prst="rect">
                <a:avLst/>
              </a:prstGeom>
              <a:blipFill>
                <a:blip r:embed="rId11"/>
                <a:stretch>
                  <a:fillRect l="-8772" r="-526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420E0A-7458-53FA-5358-3576D4AEE588}"/>
                  </a:ext>
                </a:extLst>
              </p:cNvPr>
              <p:cNvSpPr txBox="1"/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420E0A-7458-53FA-5358-3576D4AEE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blipFill>
                <a:blip r:embed="rId12"/>
                <a:stretch>
                  <a:fillRect l="-8621" r="-3448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66B502-BC18-BBB0-1347-A8C2B94437FD}"/>
                  </a:ext>
                </a:extLst>
              </p:cNvPr>
              <p:cNvSpPr txBox="1"/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66B502-BC18-BBB0-1347-A8C2B9443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blipFill>
                <a:blip r:embed="rId13"/>
                <a:stretch>
                  <a:fillRect l="-8621" r="-517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9860A3D-CF6F-881E-E1D0-10837F626E47}"/>
                  </a:ext>
                </a:extLst>
              </p:cNvPr>
              <p:cNvSpPr txBox="1"/>
              <p:nvPr/>
            </p:nvSpPr>
            <p:spPr>
              <a:xfrm>
                <a:off x="6034464" y="2126221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9860A3D-CF6F-881E-E1D0-10837F626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464" y="2126221"/>
                <a:ext cx="353750" cy="273152"/>
              </a:xfrm>
              <a:prstGeom prst="rect">
                <a:avLst/>
              </a:prstGeom>
              <a:blipFill>
                <a:blip r:embed="rId14"/>
                <a:stretch>
                  <a:fillRect l="-8621" r="-344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Правая фигурная скобка 37">
            <a:extLst>
              <a:ext uri="{FF2B5EF4-FFF2-40B4-BE49-F238E27FC236}">
                <a16:creationId xmlns:a16="http://schemas.microsoft.com/office/drawing/2014/main" id="{E3C57919-787F-BE7B-47F5-7A2C370AF957}"/>
              </a:ext>
            </a:extLst>
          </p:cNvPr>
          <p:cNvSpPr/>
          <p:nvPr/>
        </p:nvSpPr>
        <p:spPr>
          <a:xfrm rot="16200000">
            <a:off x="4909631" y="1043873"/>
            <a:ext cx="199070" cy="545863"/>
          </a:xfrm>
          <a:prstGeom prst="rightBrac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789172-DA20-7A41-7741-00A67961665C}"/>
              </a:ext>
            </a:extLst>
          </p:cNvPr>
          <p:cNvSpPr txBox="1"/>
          <p:nvPr/>
        </p:nvSpPr>
        <p:spPr>
          <a:xfrm>
            <a:off x="4848636" y="937599"/>
            <a:ext cx="30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endParaRPr lang="en-US" sz="2117" dirty="0"/>
          </a:p>
        </p:txBody>
      </p:sp>
    </p:spTree>
    <p:extLst>
      <p:ext uri="{BB962C8B-B14F-4D97-AF65-F5344CB8AC3E}">
        <p14:creationId xmlns:p14="http://schemas.microsoft.com/office/powerpoint/2010/main" val="3607566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sk-set parame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ask model">
                <a:extLst>
                  <a:ext uri="{FF2B5EF4-FFF2-40B4-BE49-F238E27FC236}">
                    <a16:creationId xmlns:a16="http://schemas.microsoft.com/office/drawing/2014/main" id="{3ECF29C3-BDB6-4F27-ADF6-F1A7F74C15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00251" y="2324100"/>
                <a:ext cx="8191500" cy="457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>
                <a:defPPr algn="ctr">
                  <a:defRPr sz="2250">
                    <a:solidFill>
                      <a:srgbClr val="00000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>
                <a:pPr algn="ctr">
                  <a:defRPr lang="en-US" sz="225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 = (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),    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2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4" name="Task model">
                <a:extLst>
                  <a:ext uri="{FF2B5EF4-FFF2-40B4-BE49-F238E27FC236}">
                    <a16:creationId xmlns:a16="http://schemas.microsoft.com/office/drawing/2014/main" id="{3ECF29C3-BDB6-4F27-ADF6-F1A7F74C15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1" y="2324100"/>
                <a:ext cx="8191500" cy="457200"/>
              </a:xfrm>
              <a:prstGeom prst="rect">
                <a:avLst/>
              </a:prstGeom>
              <a:blipFill>
                <a:blip r:embed="rId2"/>
                <a:stretch>
                  <a:fillRect b="-160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Example task set">
                <a:extLst>
                  <a:ext uri="{FF2B5EF4-FFF2-40B4-BE49-F238E27FC236}">
                    <a16:creationId xmlns:a16="http://schemas.microsoft.com/office/drawing/2014/main" id="{7D1A8C1A-CCD3-47DC-9D04-810C4859E8D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00251" y="2857500"/>
                <a:ext cx="8191500" cy="457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>
                <a:defPPr algn="ctr">
                  <a:defRPr sz="2250">
                    <a:solidFill>
                      <a:srgbClr val="00000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>
                <a:pPr algn="ctr">
                  <a:defRPr lang="en-US" sz="2250">
                    <a:solidFill>
                      <a:srgbClr val="000000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 = (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18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50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50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),    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 = (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10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20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20</m:t>
                      </m:r>
                      <m:r>
                        <a:rPr lang="en-US" sz="220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2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" name="Example task set">
                <a:extLst>
                  <a:ext uri="{FF2B5EF4-FFF2-40B4-BE49-F238E27FC236}">
                    <a16:creationId xmlns:a16="http://schemas.microsoft.com/office/drawing/2014/main" id="{7D1A8C1A-CCD3-47DC-9D04-810C4859E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1" y="2857500"/>
                <a:ext cx="8191500" cy="457200"/>
              </a:xfrm>
              <a:prstGeom prst="rect">
                <a:avLst/>
              </a:prstGeom>
              <a:blipFill>
                <a:blip r:embed="rId3"/>
                <a:stretch>
                  <a:fillRect b="-1466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Units and chunk duration">
            <a:extLst>
              <a:ext uri="{FF2B5EF4-FFF2-40B4-BE49-F238E27FC236}">
                <a16:creationId xmlns:a16="http://schemas.microsoft.com/office/drawing/2014/main" id="{EDD06330-CD8A-4AD1-8179-A91E2996B096}"/>
              </a:ext>
            </a:extLst>
          </p:cNvPr>
          <p:cNvSpPr>
            <a:spLocks noGrp="1"/>
          </p:cNvSpPr>
          <p:nvPr/>
        </p:nvSpPr>
        <p:spPr>
          <a:xfrm>
            <a:off x="2000251" y="3429000"/>
            <a:ext cx="819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ctr">
              <a:defRPr sz="1575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500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All times in </a:t>
            </a:r>
            <a:r>
              <a:rPr sz="1500" dirty="0" err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ms.</a:t>
            </a:r>
            <a:r>
              <a:rPr sz="1500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 For (c), </a:t>
            </a:r>
            <a:r>
              <a:rPr lang="en-US" sz="1500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Maximum chunk duration: </a:t>
            </a:r>
            <a:r>
              <a:rPr sz="1500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Δ = 4 ms</a:t>
            </a:r>
          </a:p>
        </p:txBody>
      </p:sp>
    </p:spTree>
    <p:extLst>
      <p:ext uri="{BB962C8B-B14F-4D97-AF65-F5344CB8AC3E}">
        <p14:creationId xmlns:p14="http://schemas.microsoft.com/office/powerpoint/2010/main" val="1251172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5D4F-8E32-4E66-E119-3D676ABA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execution guide 0">
            <a:extLst>
              <a:ext uri="{FF2B5EF4-FFF2-40B4-BE49-F238E27FC236}">
                <a16:creationId xmlns:a16="http://schemas.microsoft.com/office/drawing/2014/main" id="{2785B174-6707-7530-0317-591FD3319C58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7" name="execution guide 0">
            <a:extLst>
              <a:ext uri="{FF2B5EF4-FFF2-40B4-BE49-F238E27FC236}">
                <a16:creationId xmlns:a16="http://schemas.microsoft.com/office/drawing/2014/main" id="{2C342DA7-D649-C9F1-ECB8-A6B3883F9D9F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1" name="execution guide 0">
            <a:extLst>
              <a:ext uri="{FF2B5EF4-FFF2-40B4-BE49-F238E27FC236}">
                <a16:creationId xmlns:a16="http://schemas.microsoft.com/office/drawing/2014/main" id="{742B7C45-A12F-7C8F-2A28-3F72F3E104F0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03AD4EA2-2D0C-0FCA-87A5-6451C349B751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BFC171A6-047C-F573-3AAD-0BD1604FBC3B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D4E77B2E-B0AE-FD88-83D8-BC61B9421987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E0D10940-FA24-440E-99B2-8A6D01ACB7E6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518B1D7A-FF2D-6969-6985-7C06890E747D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50AF8C28-434E-2668-EC28-BE2DE07CB999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4355582D-B65B-AF34-C189-073B5199BCD9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197B4E70-F95C-1D02-0CF2-2A2C3F16C9E0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723B241F-C1AC-C12B-A365-FB8BB2B8082D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42274009-F3BE-D26B-FA8F-548B177FD168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D1B2D076-8594-DEA8-3299-BF623C54CD3F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FE30C668-F586-DA98-6961-B4F8761113F3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FC58AC0B-9002-4F0C-D716-84243FC75CB5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6C5D76DE-7BE5-CF51-75D7-8C7EABA81E01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9F9E5540-15A2-F111-98E7-65ABF6EBB334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1A8E81CF-B8AC-598D-BED8-7D866A467BBD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EB0C23E3-4B49-CDFA-5421-AF83FE26162E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97D22D3E-C40F-A828-9786-72D5DF925881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BF0D490B-09B3-13DC-2E9E-86DCB790CD2F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09045DD5-817C-B9D4-1E69-E514FD3865BA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38589285-BDDD-C96B-CE89-6BA23CE26C88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08A61704-40EF-B261-0A43-B29E273F5818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58BD22C8-B4FB-7366-90D4-E84A66425CDE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E068B60A-952A-71BC-896B-75B5F96D569C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FC3D5F7F-4FF8-D2F7-A3DF-1DF1EDF05FDE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1114A5B5-F938-2CC6-9E8D-46068645FA32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35DF4FB1-9F1C-94ED-86FC-EAF91F2FE59C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3" name="execution time symbol">
            <a:extLst>
              <a:ext uri="{FF2B5EF4-FFF2-40B4-BE49-F238E27FC236}">
                <a16:creationId xmlns:a16="http://schemas.microsoft.com/office/drawing/2014/main" id="{7C4FBB02-1B91-1E65-ACA2-CC94CAE1630F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54DB9DC9-1DA9-BFDB-7AF9-200ECBB121C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8" name="execution task 1">
                <a:extLst>
                  <a:ext uri="{FF2B5EF4-FFF2-40B4-BE49-F238E27FC236}">
                    <a16:creationId xmlns:a16="http://schemas.microsoft.com/office/drawing/2014/main" id="{54DB9DC9-1DA9-BFDB-7AF9-200ECBB12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01578E99-8842-0FDC-1605-D46D4B9F12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9" name="execution task 2">
                <a:extLst>
                  <a:ext uri="{FF2B5EF4-FFF2-40B4-BE49-F238E27FC236}">
                    <a16:creationId xmlns:a16="http://schemas.microsoft.com/office/drawing/2014/main" id="{01578E99-8842-0FDC-1605-D46D4B9F12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E3A914F8-1E51-28D5-FE69-15EC8EABB6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72667" y="2082801"/>
                <a:ext cx="171107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575" b="0">
                    <a:solidFill>
                      <a:srgbClr val="B5222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7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7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sz="1700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skipped</a:t>
                </a:r>
              </a:p>
            </p:txBody>
          </p:sp>
        </mc:Choice>
        <mc:Fallback xmlns="">
          <p:sp>
            <p:nvSpPr>
              <p:cNvPr id="55" name="skip label">
                <a:extLst>
                  <a:ext uri="{FF2B5EF4-FFF2-40B4-BE49-F238E27FC236}">
                    <a16:creationId xmlns:a16="http://schemas.microsoft.com/office/drawing/2014/main" id="{E3A914F8-1E51-28D5-FE69-15EC8EABB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667" y="2082801"/>
                <a:ext cx="1711070" cy="295275"/>
              </a:xfrm>
              <a:prstGeom prst="rect">
                <a:avLst/>
              </a:prstGeom>
              <a:blipFill>
                <a:blip r:embed="rId4"/>
                <a:stretch>
                  <a:fillRect t="-18750" b="-3541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job 1">
            <a:extLst>
              <a:ext uri="{FF2B5EF4-FFF2-40B4-BE49-F238E27FC236}">
                <a16:creationId xmlns:a16="http://schemas.microsoft.com/office/drawing/2014/main" id="{CFA6191D-CC9A-1618-BF87-EBC46BDAF9D0}"/>
              </a:ext>
            </a:extLst>
          </p:cNvPr>
          <p:cNvSpPr>
            <a:spLocks noGrp="1"/>
          </p:cNvSpPr>
          <p:nvPr/>
        </p:nvSpPr>
        <p:spPr>
          <a:xfrm>
            <a:off x="3381375" y="1422401"/>
            <a:ext cx="2437564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C58F94C0-E624-3830-1E24-1D55AC3DB562}"/>
              </a:ext>
            </a:extLst>
          </p:cNvPr>
          <p:cNvSpPr>
            <a:spLocks noGrp="1"/>
          </p:cNvSpPr>
          <p:nvPr/>
        </p:nvSpPr>
        <p:spPr>
          <a:xfrm>
            <a:off x="8791575" y="2413001"/>
            <a:ext cx="1352550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2" name="late label background">
            <a:extLst>
              <a:ext uri="{FF2B5EF4-FFF2-40B4-BE49-F238E27FC236}">
                <a16:creationId xmlns:a16="http://schemas.microsoft.com/office/drawing/2014/main" id="{42081E5A-4D5A-C15E-6AEB-D794506342B6}"/>
              </a:ext>
            </a:extLst>
          </p:cNvPr>
          <p:cNvSpPr>
            <a:spLocks noGrp="1"/>
          </p:cNvSpPr>
          <p:nvPr/>
        </p:nvSpPr>
        <p:spPr>
          <a:xfrm>
            <a:off x="6572250" y="2463800"/>
            <a:ext cx="457200" cy="257175"/>
          </a:xfrm>
          <a:prstGeom prst="rect">
            <a:avLst/>
          </a:prstGeom>
          <a:solidFill>
            <a:schemeClr val="bg1"/>
          </a:solidFill>
          <a:ln w="0">
            <a:solidFill>
              <a:srgbClr val="FFF4F4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AEB2935C-BC16-3E74-B800-844872A4A82C}"/>
              </a:ext>
            </a:extLst>
          </p:cNvPr>
          <p:cNvSpPr/>
          <p:nvPr/>
        </p:nvSpPr>
        <p:spPr>
          <a:xfrm flipH="1">
            <a:off x="5818001" y="2413001"/>
            <a:ext cx="135073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>
            <a:innerShdw dist="1092200" dir="10800000">
              <a:srgbClr val="C00000">
                <a:alpha val="8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54" name="skip cross b">
            <a:extLst>
              <a:ext uri="{FF2B5EF4-FFF2-40B4-BE49-F238E27FC236}">
                <a16:creationId xmlns:a16="http://schemas.microsoft.com/office/drawing/2014/main" id="{F06ACC63-0D11-BDF4-9E24-D4A9B7D39AE7}"/>
              </a:ext>
            </a:extLst>
          </p:cNvPr>
          <p:cNvSpPr>
            <a:spLocks noGrp="1"/>
          </p:cNvSpPr>
          <p:nvPr/>
        </p:nvSpPr>
        <p:spPr>
          <a:xfrm flipV="1">
            <a:off x="6032240" y="2278064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68EF9DAD-BCFE-3585-442D-BA194F321227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224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151D1297-4908-DEDD-1BB1-71F69C6F030C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AA38620C-307A-B6D8-2BB1-69047A8EB330}"/>
              </a:ext>
            </a:extLst>
          </p:cNvPr>
          <p:cNvSpPr>
            <a:spLocks noGrp="1"/>
          </p:cNvSpPr>
          <p:nvPr/>
        </p:nvSpPr>
        <p:spPr>
          <a:xfrm>
            <a:off x="2775585" y="647357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SuperLoop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84F078F4-26F6-3D1F-7418-EE9DC7F9E62D}"/>
              </a:ext>
            </a:extLst>
          </p:cNvPr>
          <p:cNvCxnSpPr>
            <a:cxnSpLocks/>
          </p:cNvCxnSpPr>
          <p:nvPr/>
        </p:nvCxnSpPr>
        <p:spPr>
          <a:xfrm>
            <a:off x="5814914" y="141922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8E0108D5-B460-400A-D011-FC95A8FF1FCC}"/>
              </a:ext>
            </a:extLst>
          </p:cNvPr>
          <p:cNvCxnSpPr>
            <a:cxnSpLocks/>
          </p:cNvCxnSpPr>
          <p:nvPr/>
        </p:nvCxnSpPr>
        <p:spPr>
          <a:xfrm>
            <a:off x="7164632" y="241300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5C309851-39BB-E809-9AFB-56513CEA6709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0A907EE-B717-AC45-2C79-AD24C36B34B5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0A907EE-B717-AC45-2C79-AD24C36B3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5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E521E26-157B-4097-F86E-DFEBCB07AE77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E521E26-157B-4097-F86E-DFEBCB07A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6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585DB77-1A28-0455-2B4E-1985218F7C23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585DB77-1A28-0455-2B4E-1985218F7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93634AC-CACA-FC4A-09B7-DDDF37C2DBAA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93634AC-CACA-FC4A-09B7-DDDF37C2D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442586-E68B-9610-B57B-77EC0595F67D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442586-E68B-9610-B57B-77EC0595F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9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D09A7B-D2C0-22E9-3DE8-CC7607BEEF97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D09A7B-D2C0-22E9-3DE8-CC7607BEE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10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skipped release stem">
            <a:extLst>
              <a:ext uri="{FF2B5EF4-FFF2-40B4-BE49-F238E27FC236}">
                <a16:creationId xmlns:a16="http://schemas.microsoft.com/office/drawing/2014/main" id="{E90C3886-A68F-34D5-55E6-A97E28EE1825}"/>
              </a:ext>
            </a:extLst>
          </p:cNvPr>
          <p:cNvSpPr>
            <a:spLocks noGrp="1"/>
          </p:cNvSpPr>
          <p:nvPr/>
        </p:nvSpPr>
        <p:spPr>
          <a:xfrm flipH="1">
            <a:off x="6083303" y="2325688"/>
            <a:ext cx="6349" cy="468313"/>
          </a:xfrm>
          <a:prstGeom prst="line">
            <a:avLst/>
          </a:prstGeom>
          <a:noFill/>
          <a:ln w="14288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53" name="skip cross a">
            <a:extLst>
              <a:ext uri="{FF2B5EF4-FFF2-40B4-BE49-F238E27FC236}">
                <a16:creationId xmlns:a16="http://schemas.microsoft.com/office/drawing/2014/main" id="{984DDFAF-F79D-0EB3-B284-BEA6E29B2BC6}"/>
              </a:ext>
            </a:extLst>
          </p:cNvPr>
          <p:cNvSpPr>
            <a:spLocks noGrp="1"/>
          </p:cNvSpPr>
          <p:nvPr/>
        </p:nvSpPr>
        <p:spPr>
          <a:xfrm>
            <a:off x="6032240" y="2278064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7" name="execution guide 0">
            <a:extLst>
              <a:ext uri="{FF2B5EF4-FFF2-40B4-BE49-F238E27FC236}">
                <a16:creationId xmlns:a16="http://schemas.microsoft.com/office/drawing/2014/main" id="{3A1BBC70-78A0-09E5-7522-0D6A9C97D313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F3E8FA7F-3FBB-9C37-F941-2510D125B281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10098693" y="1419224"/>
            <a:chExt cx="90602" cy="371019"/>
          </a:xfrm>
        </p:grpSpPr>
        <p:sp>
          <p:nvSpPr>
            <p:cNvPr id="21" name="Rectangle 231">
              <a:extLst>
                <a:ext uri="{FF2B5EF4-FFF2-40B4-BE49-F238E27FC236}">
                  <a16:creationId xmlns:a16="http://schemas.microsoft.com/office/drawing/2014/main" id="{B42EE2FB-FB40-7947-B5AB-47D7E43E2D0B}"/>
                </a:ext>
              </a:extLst>
            </p:cNvPr>
            <p:cNvSpPr/>
            <p:nvPr/>
          </p:nvSpPr>
          <p:spPr>
            <a:xfrm flipH="1">
              <a:off x="10098693" y="1419224"/>
              <a:ext cx="90602" cy="362956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3" name="Straight Connector 232">
              <a:extLst>
                <a:ext uri="{FF2B5EF4-FFF2-40B4-BE49-F238E27FC236}">
                  <a16:creationId xmlns:a16="http://schemas.microsoft.com/office/drawing/2014/main" id="{175B9A57-D092-E25B-A566-FA6D7E5156E3}"/>
                </a:ext>
              </a:extLst>
            </p:cNvPr>
            <p:cNvCxnSpPr>
              <a:cxnSpLocks/>
            </p:cNvCxnSpPr>
            <p:nvPr/>
          </p:nvCxnSpPr>
          <p:spPr>
            <a:xfrm>
              <a:off x="10143993" y="1419224"/>
              <a:ext cx="0" cy="37101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1">
            <a:extLst>
              <a:ext uri="{FF2B5EF4-FFF2-40B4-BE49-F238E27FC236}">
                <a16:creationId xmlns:a16="http://schemas.microsoft.com/office/drawing/2014/main" id="{ABF0D124-E060-0318-80D5-EF0F8A72A660}"/>
              </a:ext>
            </a:extLst>
          </p:cNvPr>
          <p:cNvSpPr/>
          <p:nvPr/>
        </p:nvSpPr>
        <p:spPr>
          <a:xfrm flipH="1">
            <a:off x="8707560" y="2415741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2" name="Straight Arrow Connector 616">
            <a:extLst>
              <a:ext uri="{FF2B5EF4-FFF2-40B4-BE49-F238E27FC236}">
                <a16:creationId xmlns:a16="http://schemas.microsoft.com/office/drawing/2014/main" id="{D4E9D1A2-15E5-1834-16E5-B84F7ACEE891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32">
            <a:extLst>
              <a:ext uri="{FF2B5EF4-FFF2-40B4-BE49-F238E27FC236}">
                <a16:creationId xmlns:a16="http://schemas.microsoft.com/office/drawing/2014/main" id="{7F916688-CC08-3259-6499-F33CE5B5A0AA}"/>
              </a:ext>
            </a:extLst>
          </p:cNvPr>
          <p:cNvCxnSpPr>
            <a:cxnSpLocks/>
          </p:cNvCxnSpPr>
          <p:nvPr/>
        </p:nvCxnSpPr>
        <p:spPr>
          <a:xfrm>
            <a:off x="6072667" y="2428877"/>
            <a:ext cx="0" cy="374193"/>
          </a:xfrm>
          <a:prstGeom prst="line">
            <a:avLst/>
          </a:prstGeom>
          <a:ln w="22860" cmpd="sng">
            <a:solidFill>
              <a:schemeClr val="tx1"/>
            </a:solidFill>
            <a:prstDash val="dash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9ACE48-B751-3D56-A13C-F9ED00D0A382}"/>
                  </a:ext>
                </a:extLst>
              </p:cNvPr>
              <p:cNvSpPr txBox="1"/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9ACE48-B751-3D56-A13C-F9ED00D0A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blipFill>
                <a:blip r:embed="rId11"/>
                <a:stretch>
                  <a:fillRect l="-8621" r="-3448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BE7E98-7593-6080-1DF8-AAFF879896A9}"/>
                  </a:ext>
                </a:extLst>
              </p:cNvPr>
              <p:cNvSpPr txBox="1"/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BE7E98-7593-6080-1DF8-AAFF87989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blipFill>
                <a:blip r:embed="rId12"/>
                <a:stretch>
                  <a:fillRect l="-8621" r="-517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90">
            <a:extLst>
              <a:ext uri="{FF2B5EF4-FFF2-40B4-BE49-F238E27FC236}">
                <a16:creationId xmlns:a16="http://schemas.microsoft.com/office/drawing/2014/main" id="{E8FB93C4-CF24-4715-FC78-A0E7136ECC73}"/>
              </a:ext>
            </a:extLst>
          </p:cNvPr>
          <p:cNvCxnSpPr>
            <a:cxnSpLocks/>
          </p:cNvCxnSpPr>
          <p:nvPr/>
        </p:nvCxnSpPr>
        <p:spPr>
          <a:xfrm flipH="1" flipV="1">
            <a:off x="8788759" y="2397697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402">
            <a:extLst>
              <a:ext uri="{FF2B5EF4-FFF2-40B4-BE49-F238E27FC236}">
                <a16:creationId xmlns:a16="http://schemas.microsoft.com/office/drawing/2014/main" id="{FAB4A555-C68A-D302-003C-7B8F9A74D4B8}"/>
              </a:ext>
            </a:extLst>
          </p:cNvPr>
          <p:cNvSpPr/>
          <p:nvPr/>
        </p:nvSpPr>
        <p:spPr>
          <a:xfrm flipH="1">
            <a:off x="5825333" y="2420755"/>
            <a:ext cx="228581" cy="160803"/>
          </a:xfrm>
          <a:custGeom>
            <a:avLst/>
            <a:gdLst>
              <a:gd name="connsiteX0" fmla="*/ 228600 w 228600"/>
              <a:gd name="connsiteY0" fmla="*/ 0 h 276225"/>
              <a:gd name="connsiteX1" fmla="*/ 161925 w 228600"/>
              <a:gd name="connsiteY1" fmla="*/ 171450 h 276225"/>
              <a:gd name="connsiteX2" fmla="*/ 0 w 228600"/>
              <a:gd name="connsiteY2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276225">
                <a:moveTo>
                  <a:pt x="228600" y="0"/>
                </a:moveTo>
                <a:cubicBezTo>
                  <a:pt x="214312" y="62706"/>
                  <a:pt x="200025" y="125413"/>
                  <a:pt x="161925" y="171450"/>
                </a:cubicBezTo>
                <a:cubicBezTo>
                  <a:pt x="123825" y="217487"/>
                  <a:pt x="61912" y="246856"/>
                  <a:pt x="0" y="276225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4186D8-05FB-9331-B0FA-2AD4503084EA}"/>
                  </a:ext>
                </a:extLst>
              </p:cNvPr>
              <p:cNvSpPr txBox="1"/>
              <p:nvPr/>
            </p:nvSpPr>
            <p:spPr>
              <a:xfrm>
                <a:off x="5584742" y="2104924"/>
                <a:ext cx="400173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4186D8-05FB-9331-B0FA-2AD450308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742" y="2104924"/>
                <a:ext cx="400173" cy="273152"/>
              </a:xfrm>
              <a:prstGeom prst="rect">
                <a:avLst/>
              </a:prstGeom>
              <a:blipFill>
                <a:blip r:embed="rId13"/>
                <a:stretch>
                  <a:fillRect l="-13636" r="-454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465189-3322-E855-A369-18E511751B0E}"/>
                  </a:ext>
                </a:extLst>
              </p:cNvPr>
              <p:cNvSpPr txBox="1"/>
              <p:nvPr/>
            </p:nvSpPr>
            <p:spPr>
              <a:xfrm>
                <a:off x="3329517" y="1143854"/>
                <a:ext cx="348685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465189-3322-E855-A369-18E511751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517" y="1143854"/>
                <a:ext cx="348685" cy="273152"/>
              </a:xfrm>
              <a:prstGeom prst="rect">
                <a:avLst/>
              </a:prstGeom>
              <a:blipFill>
                <a:blip r:embed="rId14"/>
                <a:stretch>
                  <a:fillRect l="-8772" r="-5263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762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8E92-E9F0-1519-1E37-D620CFE2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execution guide 0">
            <a:extLst>
              <a:ext uri="{FF2B5EF4-FFF2-40B4-BE49-F238E27FC236}">
                <a16:creationId xmlns:a16="http://schemas.microsoft.com/office/drawing/2014/main" id="{62D11109-BA3F-4147-0D8C-D1924665961B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4" name="execution guide 0">
            <a:extLst>
              <a:ext uri="{FF2B5EF4-FFF2-40B4-BE49-F238E27FC236}">
                <a16:creationId xmlns:a16="http://schemas.microsoft.com/office/drawing/2014/main" id="{0760B6B1-8693-3BDD-41EF-F8397316A7A7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3" name="execution guide 0">
            <a:extLst>
              <a:ext uri="{FF2B5EF4-FFF2-40B4-BE49-F238E27FC236}">
                <a16:creationId xmlns:a16="http://schemas.microsoft.com/office/drawing/2014/main" id="{76706780-9BAD-BFDF-2E18-C6DC7B6E1B54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225EA468-CC65-1154-0E97-4EC3FF89055F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1CBA7589-98D7-726A-5C62-D1A12AF2DA1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1CBA7589-98D7-726A-5C62-D1A12AF2DA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5211CECD-BF74-27BC-2FB3-9FF5EF01EE8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5211CECD-BF74-27BC-2FB3-9FF5EF01EE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2C2559A2-4416-916D-BD17-0C146D8BC75A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BF4C63C8-FD4C-B197-AEB3-38E4BB571D96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06480BFA-732E-6B5F-B9D3-83B498EF4F73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69897862-C44C-710A-8DB4-2B310387C966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84B1796B-02D3-D8E9-BA30-B83C4C4A1339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4D9D73D9-ADDD-2ACF-648F-6758296944B9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31C97D0F-DED9-7321-450C-B318BC37B5E1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EE6CE5D4-DD40-8D78-607A-0EF670530786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58456CA0-6307-EEBB-FC59-43E21B9F0EF9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job 1">
            <a:extLst>
              <a:ext uri="{FF2B5EF4-FFF2-40B4-BE49-F238E27FC236}">
                <a16:creationId xmlns:a16="http://schemas.microsoft.com/office/drawing/2014/main" id="{759F56CD-5C0A-B148-F859-316506A1954B}"/>
              </a:ext>
            </a:extLst>
          </p:cNvPr>
          <p:cNvSpPr>
            <a:spLocks noGrp="1"/>
          </p:cNvSpPr>
          <p:nvPr/>
        </p:nvSpPr>
        <p:spPr>
          <a:xfrm>
            <a:off x="7443365" y="1422401"/>
            <a:ext cx="1078815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0996D75D-6777-330D-3978-431173022070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0F357F25-EBD1-8FDD-A7F9-A8713DE62E75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18762C16-C433-4ADA-5119-45F4F13A5DC9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D75E814A-A038-2AF2-A881-4E1EDA66DA85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3F514354-CF9C-B4AE-9106-1AA7BA059AA4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75FC5C7D-2043-17E6-2032-E74B1117E34B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1298D0CB-CC22-27C6-D9FC-DBE2AAE93E2C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B28D6FCE-E4D8-6220-19A8-A33037C1E483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18932DBF-D059-A359-3946-406700BEA27F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A5D448F1-C0CB-1194-4ACF-06C80B17C1C3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89BDA894-E501-D7D5-419D-8DA759D54AA7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08C418A7-98E0-3A33-4B15-D9B246FF6156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6AF9DD7E-ED12-5502-0F01-BFF68309A78C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55A2B933-9A01-271A-E47F-D270A5AEBCE4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C92D5482-C451-24F9-FE82-885687E87DEB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57074E6C-0FC9-E8E6-379D-8A00C6808FC0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77FF11EA-0DEB-C4C6-E24F-ABCA0D345C28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60804FE4-7E94-4FA8-EF63-382617DD3686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EFFA35EA-212C-F21B-F9C0-969099255076}"/>
              </a:ext>
            </a:extLst>
          </p:cNvPr>
          <p:cNvSpPr>
            <a:spLocks noGrp="1"/>
          </p:cNvSpPr>
          <p:nvPr/>
        </p:nvSpPr>
        <p:spPr>
          <a:xfrm>
            <a:off x="4734474" y="1422401"/>
            <a:ext cx="1350157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0" name="job 3">
            <a:extLst>
              <a:ext uri="{FF2B5EF4-FFF2-40B4-BE49-F238E27FC236}">
                <a16:creationId xmlns:a16="http://schemas.microsoft.com/office/drawing/2014/main" id="{C8B63F49-BEAD-D739-740A-DD894C5DA946}"/>
              </a:ext>
            </a:extLst>
          </p:cNvPr>
          <p:cNvSpPr>
            <a:spLocks noGrp="1"/>
          </p:cNvSpPr>
          <p:nvPr/>
        </p:nvSpPr>
        <p:spPr>
          <a:xfrm>
            <a:off x="8788759" y="2413001"/>
            <a:ext cx="1355366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D1103D20-E786-5F60-6839-0EAB14022BCB}"/>
              </a:ext>
            </a:extLst>
          </p:cNvPr>
          <p:cNvSpPr/>
          <p:nvPr/>
        </p:nvSpPr>
        <p:spPr>
          <a:xfrm flipH="1">
            <a:off x="3376254" y="2412713"/>
            <a:ext cx="135532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B0354E6B-F2D5-3C7F-6BB3-44FF4563DFE6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15257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3372784F-2DE1-B4B3-4C8B-8C483B8FD06A}"/>
              </a:ext>
            </a:extLst>
          </p:cNvPr>
          <p:cNvSpPr>
            <a:spLocks noGrp="1"/>
          </p:cNvSpPr>
          <p:nvPr/>
        </p:nvSpPr>
        <p:spPr>
          <a:xfrm>
            <a:off x="2775585" y="64894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EDF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3A52CC5D-38C9-9C89-E6FE-DB5A3BEBB8D6}"/>
              </a:ext>
            </a:extLst>
          </p:cNvPr>
          <p:cNvCxnSpPr>
            <a:cxnSpLocks/>
          </p:cNvCxnSpPr>
          <p:nvPr/>
        </p:nvCxnSpPr>
        <p:spPr>
          <a:xfrm>
            <a:off x="8513858" y="1426051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E47FDB55-6BDE-3FE0-C2BE-E1AD707FD681}"/>
              </a:ext>
            </a:extLst>
          </p:cNvPr>
          <p:cNvCxnSpPr>
            <a:cxnSpLocks/>
          </p:cNvCxnSpPr>
          <p:nvPr/>
        </p:nvCxnSpPr>
        <p:spPr>
          <a:xfrm>
            <a:off x="4731584" y="2408419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F4EFF972-16CA-DCCE-7FDE-0E288F6EF3B7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A7212E-12B2-8CC0-5A98-E514D6086DCD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A7212E-12B2-8CC0-5A98-E514D6086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4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D69422-F1A4-7BCC-855E-E55B45D5EC58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6D69422-F1A4-7BCC-855E-E55B45D5E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5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B4BB6B9-B02E-E7BA-DEE8-3BE23DD40599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B4BB6B9-B02E-E7BA-DEE8-3BE23DD40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6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7FCC2D5-2E8E-7783-5741-D74EF78E88C6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7FCC2D5-2E8E-7783-5741-D74EF78E8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F36F3DC-181A-3708-F64F-E54BE2B3AACA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F36F3DC-181A-3708-F64F-E54BE2B3A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4C2AE14-CB17-473B-92F4-E7DA8A842B38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4C2AE14-CB17-473B-92F4-E7DA8A842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9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769">
            <a:extLst>
              <a:ext uri="{FF2B5EF4-FFF2-40B4-BE49-F238E27FC236}">
                <a16:creationId xmlns:a16="http://schemas.microsoft.com/office/drawing/2014/main" id="{2F4C7D6D-85B3-B2C1-0DEB-1C4715182542}"/>
              </a:ext>
            </a:extLst>
          </p:cNvPr>
          <p:cNvSpPr/>
          <p:nvPr/>
        </p:nvSpPr>
        <p:spPr>
          <a:xfrm flipH="1">
            <a:off x="6085065" y="2414543"/>
            <a:ext cx="1344539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3" name="Straight Connector 90">
            <a:extLst>
              <a:ext uri="{FF2B5EF4-FFF2-40B4-BE49-F238E27FC236}">
                <a16:creationId xmlns:a16="http://schemas.microsoft.com/office/drawing/2014/main" id="{D8312338-0CAB-6E1C-39C5-436D4A35DD37}"/>
              </a:ext>
            </a:extLst>
          </p:cNvPr>
          <p:cNvCxnSpPr>
            <a:cxnSpLocks/>
          </p:cNvCxnSpPr>
          <p:nvPr/>
        </p:nvCxnSpPr>
        <p:spPr>
          <a:xfrm>
            <a:off x="7429605" y="241025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EDCD7558-56A3-B921-927E-4A43C015FB04}"/>
              </a:ext>
            </a:extLst>
          </p:cNvPr>
          <p:cNvCxnSpPr>
            <a:cxnSpLocks/>
          </p:cNvCxnSpPr>
          <p:nvPr/>
        </p:nvCxnSpPr>
        <p:spPr>
          <a:xfrm flipH="1" flipV="1">
            <a:off x="3378994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xecution time symbol">
            <a:extLst>
              <a:ext uri="{FF2B5EF4-FFF2-40B4-BE49-F238E27FC236}">
                <a16:creationId xmlns:a16="http://schemas.microsoft.com/office/drawing/2014/main" id="{CC00AB5E-2F08-AE8C-34A6-DF123C4C5EB7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p:grpSp>
        <p:nvGrpSpPr>
          <p:cNvPr id="55" name="Group 230">
            <a:extLst>
              <a:ext uri="{FF2B5EF4-FFF2-40B4-BE49-F238E27FC236}">
                <a16:creationId xmlns:a16="http://schemas.microsoft.com/office/drawing/2014/main" id="{081C3C8B-49AE-3235-2330-8F372EC37C5E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57" name="Rectangle 231">
              <a:extLst>
                <a:ext uri="{FF2B5EF4-FFF2-40B4-BE49-F238E27FC236}">
                  <a16:creationId xmlns:a16="http://schemas.microsoft.com/office/drawing/2014/main" id="{5353DF0E-799A-A260-45E4-E50E3F620515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59" name="Straight Connector 232">
              <a:extLst>
                <a:ext uri="{FF2B5EF4-FFF2-40B4-BE49-F238E27FC236}">
                  <a16:creationId xmlns:a16="http://schemas.microsoft.com/office/drawing/2014/main" id="{650CC661-8D71-8B1E-EDCF-B6F52CD0FB47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31">
            <a:extLst>
              <a:ext uri="{FF2B5EF4-FFF2-40B4-BE49-F238E27FC236}">
                <a16:creationId xmlns:a16="http://schemas.microsoft.com/office/drawing/2014/main" id="{05D0C6EB-E0C9-ABDB-3528-BC7F92705405}"/>
              </a:ext>
            </a:extLst>
          </p:cNvPr>
          <p:cNvSpPr/>
          <p:nvPr/>
        </p:nvSpPr>
        <p:spPr>
          <a:xfrm flipH="1">
            <a:off x="6072187" y="1417966"/>
            <a:ext cx="78916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3" name="Straight Connector 232">
            <a:extLst>
              <a:ext uri="{FF2B5EF4-FFF2-40B4-BE49-F238E27FC236}">
                <a16:creationId xmlns:a16="http://schemas.microsoft.com/office/drawing/2014/main" id="{445AC491-4ED2-B6A2-5614-C59CC4887F7D}"/>
              </a:ext>
            </a:extLst>
          </p:cNvPr>
          <p:cNvCxnSpPr>
            <a:cxnSpLocks/>
          </p:cNvCxnSpPr>
          <p:nvPr/>
        </p:nvCxnSpPr>
        <p:spPr>
          <a:xfrm>
            <a:off x="6084633" y="1422401"/>
            <a:ext cx="0" cy="371019"/>
          </a:xfrm>
          <a:prstGeom prst="line">
            <a:avLst/>
          </a:prstGeom>
          <a:noFill/>
          <a:ln w="22860" cmpd="sng">
            <a:solidFill>
              <a:schemeClr val="tx1">
                <a:lumMod val="85000"/>
                <a:lumOff val="15000"/>
              </a:schemeClr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231">
            <a:extLst>
              <a:ext uri="{FF2B5EF4-FFF2-40B4-BE49-F238E27FC236}">
                <a16:creationId xmlns:a16="http://schemas.microsoft.com/office/drawing/2014/main" id="{71CD2ECF-DE9F-A4A3-B2DC-F410139BBBF0}"/>
              </a:ext>
            </a:extLst>
          </p:cNvPr>
          <p:cNvSpPr/>
          <p:nvPr/>
        </p:nvSpPr>
        <p:spPr>
          <a:xfrm flipH="1">
            <a:off x="8707560" y="2415741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99615162-8692-DEA6-A7E0-4381C7C73E85}"/>
              </a:ext>
            </a:extLst>
          </p:cNvPr>
          <p:cNvCxnSpPr>
            <a:cxnSpLocks/>
          </p:cNvCxnSpPr>
          <p:nvPr/>
        </p:nvCxnSpPr>
        <p:spPr>
          <a:xfrm flipH="1" flipV="1">
            <a:off x="8788759" y="2406646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dash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231">
            <a:extLst>
              <a:ext uri="{FF2B5EF4-FFF2-40B4-BE49-F238E27FC236}">
                <a16:creationId xmlns:a16="http://schemas.microsoft.com/office/drawing/2014/main" id="{FCCB4CD3-D619-69A2-C330-F6FDA6317A59}"/>
              </a:ext>
            </a:extLst>
          </p:cNvPr>
          <p:cNvSpPr/>
          <p:nvPr/>
        </p:nvSpPr>
        <p:spPr>
          <a:xfrm flipH="1">
            <a:off x="6001775" y="2416832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65" name="Straight Connector 90">
            <a:extLst>
              <a:ext uri="{FF2B5EF4-FFF2-40B4-BE49-F238E27FC236}">
                <a16:creationId xmlns:a16="http://schemas.microsoft.com/office/drawing/2014/main" id="{75F35FA6-A99F-31B4-5FEE-3AA6FEF57C47}"/>
              </a:ext>
            </a:extLst>
          </p:cNvPr>
          <p:cNvCxnSpPr>
            <a:cxnSpLocks/>
          </p:cNvCxnSpPr>
          <p:nvPr/>
        </p:nvCxnSpPr>
        <p:spPr>
          <a:xfrm flipH="1" flipV="1">
            <a:off x="6082974" y="2407737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dash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616">
            <a:extLst>
              <a:ext uri="{FF2B5EF4-FFF2-40B4-BE49-F238E27FC236}">
                <a16:creationId xmlns:a16="http://schemas.microsoft.com/office/drawing/2014/main" id="{F84B1B0B-D60D-EA03-EE23-CA99F6AD0717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BB643F-2FF7-9F93-39BF-C7E20E07A0B4}"/>
                  </a:ext>
                </a:extLst>
              </p:cNvPr>
              <p:cNvSpPr txBox="1"/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BB643F-2FF7-9F93-39BF-C7E20E07A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blipFill>
                <a:blip r:embed="rId10"/>
                <a:stretch>
                  <a:fillRect l="-8621" r="-3448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BC095E-D5BE-C513-18E2-772159E63DEB}"/>
                  </a:ext>
                </a:extLst>
              </p:cNvPr>
              <p:cNvSpPr txBox="1"/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BC095E-D5BE-C513-18E2-772159E63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blipFill>
                <a:blip r:embed="rId11"/>
                <a:stretch>
                  <a:fillRect l="-8621" r="-517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C6DE0FB-31D6-AD34-DDB1-89D8811746E6}"/>
                  </a:ext>
                </a:extLst>
              </p:cNvPr>
              <p:cNvSpPr txBox="1"/>
              <p:nvPr/>
            </p:nvSpPr>
            <p:spPr>
              <a:xfrm>
                <a:off x="6034464" y="2126221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C6DE0FB-31D6-AD34-DDB1-89D881174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464" y="2126221"/>
                <a:ext cx="353750" cy="273152"/>
              </a:xfrm>
              <a:prstGeom prst="rect">
                <a:avLst/>
              </a:prstGeom>
              <a:blipFill>
                <a:blip r:embed="rId12"/>
                <a:stretch>
                  <a:fillRect l="-8621" r="-344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7AA5AE3-9015-F62A-4761-8D12DDF65B85}"/>
                  </a:ext>
                </a:extLst>
              </p:cNvPr>
              <p:cNvSpPr txBox="1"/>
              <p:nvPr/>
            </p:nvSpPr>
            <p:spPr>
              <a:xfrm>
                <a:off x="3329517" y="1143854"/>
                <a:ext cx="348685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7AA5AE3-9015-F62A-4761-8D12DDF65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517" y="1143854"/>
                <a:ext cx="348685" cy="273152"/>
              </a:xfrm>
              <a:prstGeom prst="rect">
                <a:avLst/>
              </a:prstGeom>
              <a:blipFill>
                <a:blip r:embed="rId13"/>
                <a:stretch>
                  <a:fillRect l="-8772" r="-5263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1339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F20B-B653-84C5-A8E6-FC570549E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xecution guide 0">
            <a:extLst>
              <a:ext uri="{FF2B5EF4-FFF2-40B4-BE49-F238E27FC236}">
                <a16:creationId xmlns:a16="http://schemas.microsoft.com/office/drawing/2014/main" id="{A43D02EC-2394-CB57-697A-88D4E662EC42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5C662548-B487-2447-F1D6-876D9112A586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7305F5EE-1FFC-BEEC-01AC-0789B8B4DC2B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656CE079-0B5F-5222-2673-1125BD3ABA05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44E4BBAC-D6D5-4337-CE18-2BB332288DCE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86" name="Rectangle 769">
            <a:extLst>
              <a:ext uri="{FF2B5EF4-FFF2-40B4-BE49-F238E27FC236}">
                <a16:creationId xmlns:a16="http://schemas.microsoft.com/office/drawing/2014/main" id="{FC4C42CB-6542-6E66-AA9D-F27B46367DBE}"/>
              </a:ext>
            </a:extLst>
          </p:cNvPr>
          <p:cNvSpPr/>
          <p:nvPr/>
        </p:nvSpPr>
        <p:spPr>
          <a:xfrm flipH="1">
            <a:off x="9326194" y="2408258"/>
            <a:ext cx="550395" cy="378738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sp>
        <p:nvSpPr>
          <p:cNvPr id="87" name="Rectangle 769">
            <a:extLst>
              <a:ext uri="{FF2B5EF4-FFF2-40B4-BE49-F238E27FC236}">
                <a16:creationId xmlns:a16="http://schemas.microsoft.com/office/drawing/2014/main" id="{7A4E000A-0681-1497-43D1-0E7A8AEFDB03}"/>
              </a:ext>
            </a:extLst>
          </p:cNvPr>
          <p:cNvSpPr/>
          <p:nvPr/>
        </p:nvSpPr>
        <p:spPr>
          <a:xfrm flipH="1">
            <a:off x="9875419" y="2407915"/>
            <a:ext cx="26508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88" name="Rectangle 769">
            <a:extLst>
              <a:ext uri="{FF2B5EF4-FFF2-40B4-BE49-F238E27FC236}">
                <a16:creationId xmlns:a16="http://schemas.microsoft.com/office/drawing/2014/main" id="{E7FEF985-0792-511F-CA68-10235E8FFA89}"/>
              </a:ext>
            </a:extLst>
          </p:cNvPr>
          <p:cNvSpPr/>
          <p:nvPr/>
        </p:nvSpPr>
        <p:spPr>
          <a:xfrm flipH="1">
            <a:off x="8792066" y="2408438"/>
            <a:ext cx="537021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BC99B7B6-1435-35EE-9F41-F00F964040A4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B65583A1-5CD9-4C9B-0F2E-A3C49FCDC61E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9" name="execution guide 0">
            <a:extLst>
              <a:ext uri="{FF2B5EF4-FFF2-40B4-BE49-F238E27FC236}">
                <a16:creationId xmlns:a16="http://schemas.microsoft.com/office/drawing/2014/main" id="{E0348AEE-9B40-FEF3-BF7C-1708E4E2F0F1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B3A3B7D9-F97E-0ECE-F223-5F2E7678D236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9" name="job 1">
            <a:extLst>
              <a:ext uri="{FF2B5EF4-FFF2-40B4-BE49-F238E27FC236}">
                <a16:creationId xmlns:a16="http://schemas.microsoft.com/office/drawing/2014/main" id="{F7A29EA5-66ED-552D-EF80-396E7F78535C}"/>
              </a:ext>
            </a:extLst>
          </p:cNvPr>
          <p:cNvSpPr>
            <a:spLocks noGrp="1"/>
          </p:cNvSpPr>
          <p:nvPr/>
        </p:nvSpPr>
        <p:spPr>
          <a:xfrm>
            <a:off x="8250879" y="1422759"/>
            <a:ext cx="270817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C92BC889-2702-544E-C35B-87A2B305AD38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6073F470-F188-B67C-E69C-AAE37A3CE2CC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73" name="Rectangle 769">
            <a:extLst>
              <a:ext uri="{FF2B5EF4-FFF2-40B4-BE49-F238E27FC236}">
                <a16:creationId xmlns:a16="http://schemas.microsoft.com/office/drawing/2014/main" id="{9958CFE1-477D-6077-399C-27181AE2F0DA}"/>
              </a:ext>
            </a:extLst>
          </p:cNvPr>
          <p:cNvSpPr/>
          <p:nvPr/>
        </p:nvSpPr>
        <p:spPr>
          <a:xfrm flipH="1">
            <a:off x="6896193" y="2409129"/>
            <a:ext cx="53082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74" name="Rectangle 769">
            <a:extLst>
              <a:ext uri="{FF2B5EF4-FFF2-40B4-BE49-F238E27FC236}">
                <a16:creationId xmlns:a16="http://schemas.microsoft.com/office/drawing/2014/main" id="{40A8B4DA-C813-9D45-E640-3D7393D64C2B}"/>
              </a:ext>
            </a:extLst>
          </p:cNvPr>
          <p:cNvSpPr/>
          <p:nvPr/>
        </p:nvSpPr>
        <p:spPr>
          <a:xfrm flipH="1">
            <a:off x="7433902" y="2409536"/>
            <a:ext cx="265087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sp>
        <p:nvSpPr>
          <p:cNvPr id="69" name="Rectangle 361">
            <a:extLst>
              <a:ext uri="{FF2B5EF4-FFF2-40B4-BE49-F238E27FC236}">
                <a16:creationId xmlns:a16="http://schemas.microsoft.com/office/drawing/2014/main" id="{39FDDC47-A179-A992-9F45-7D0403ACB23D}"/>
              </a:ext>
            </a:extLst>
          </p:cNvPr>
          <p:cNvSpPr/>
          <p:nvPr/>
        </p:nvSpPr>
        <p:spPr>
          <a:xfrm flipH="1">
            <a:off x="6092211" y="2416968"/>
            <a:ext cx="263224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1EE0A189-F282-6009-1786-C99104E87689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A470FA78-AE02-A5E2-E43A-2910A37348CA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3" name="Rectangle 769">
            <a:extLst>
              <a:ext uri="{FF2B5EF4-FFF2-40B4-BE49-F238E27FC236}">
                <a16:creationId xmlns:a16="http://schemas.microsoft.com/office/drawing/2014/main" id="{8101D9B5-B3B2-4FFD-42AA-AA16B8686BC9}"/>
              </a:ext>
            </a:extLst>
          </p:cNvPr>
          <p:cNvSpPr/>
          <p:nvPr/>
        </p:nvSpPr>
        <p:spPr>
          <a:xfrm flipH="1">
            <a:off x="3923754" y="2413001"/>
            <a:ext cx="550395" cy="378270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15579E95-347B-683B-44EA-705E7A6FA9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AC18CE1B-11CA-F288-53D5-5D59E72724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ADB189FB-83BA-2D11-D3F1-E23415EE1DC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76FE5B65-7E75-5CEC-1AA6-FBEDF34323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19BB590A-32AC-286A-34FD-37BF089F1F93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416D62A7-8751-488E-FCC9-AD44ACB4707C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2F38C6FA-DD11-8661-6401-0F0C7DDD7232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C4854B4B-45B0-4037-A6D3-6DD8A80F8503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7BEF88F4-20BB-4689-3456-70522952581F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5347A3F2-3847-022A-0973-82E9345BAC87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7" name="job 1">
            <a:extLst>
              <a:ext uri="{FF2B5EF4-FFF2-40B4-BE49-F238E27FC236}">
                <a16:creationId xmlns:a16="http://schemas.microsoft.com/office/drawing/2014/main" id="{95E11211-6237-156B-643B-F6D8668F600A}"/>
              </a:ext>
            </a:extLst>
          </p:cNvPr>
          <p:cNvSpPr>
            <a:spLocks noGrp="1"/>
          </p:cNvSpPr>
          <p:nvPr/>
        </p:nvSpPr>
        <p:spPr>
          <a:xfrm>
            <a:off x="7700123" y="1422401"/>
            <a:ext cx="549456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237E5AF6-D07D-9FEB-DA4D-1D52CFCEBF96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C9C2531D-F281-26A6-9568-EA2AD77D1686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8773E9E0-F5CC-9B28-7289-3ADEF9870C1B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B4C69EB7-8017-C492-5EB9-31B0BC0B8D7E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4A77D475-636E-504B-2ADC-498D39BC0E39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359A8B8F-D0F4-6898-590E-A90069E8BCFD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C0A47B21-77B9-55ED-E388-EEA5D9FC4162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95846651-9F3D-B6BD-9010-D29E81949300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E032FA86-7B47-E105-22CD-1BAF1EEACAEC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1E4BCA71-C8EB-F56D-1655-7A6B1CF3020F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5FC4D023-9CC5-4FC3-0C2E-B02E83277954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D5A216CE-1DC6-075A-DA01-93608B90B5BE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F3B6366A-B9D2-E459-3B16-02F06A0893DE}"/>
              </a:ext>
            </a:extLst>
          </p:cNvPr>
          <p:cNvSpPr>
            <a:spLocks noGrp="1"/>
          </p:cNvSpPr>
          <p:nvPr/>
        </p:nvSpPr>
        <p:spPr>
          <a:xfrm>
            <a:off x="4734474" y="1422401"/>
            <a:ext cx="546797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4" name="Rectangle 769">
            <a:extLst>
              <a:ext uri="{FF2B5EF4-FFF2-40B4-BE49-F238E27FC236}">
                <a16:creationId xmlns:a16="http://schemas.microsoft.com/office/drawing/2014/main" id="{A565FDDE-D877-BDD2-248B-95E7D73F3683}"/>
              </a:ext>
            </a:extLst>
          </p:cNvPr>
          <p:cNvSpPr/>
          <p:nvPr/>
        </p:nvSpPr>
        <p:spPr>
          <a:xfrm flipH="1">
            <a:off x="3376253" y="2412713"/>
            <a:ext cx="550395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288CCF29-D316-12B1-AD0C-657757735324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15257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8D2E9E59-3349-FB7D-9330-C6E2E99FFD73}"/>
              </a:ext>
            </a:extLst>
          </p:cNvPr>
          <p:cNvSpPr>
            <a:spLocks noGrp="1"/>
          </p:cNvSpPr>
          <p:nvPr/>
        </p:nvSpPr>
        <p:spPr>
          <a:xfrm>
            <a:off x="2775585" y="64894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Chunked EDF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858C33F6-7701-0115-0E98-4A37B2250E38}"/>
              </a:ext>
            </a:extLst>
          </p:cNvPr>
          <p:cNvCxnSpPr>
            <a:cxnSpLocks/>
          </p:cNvCxnSpPr>
          <p:nvPr/>
        </p:nvCxnSpPr>
        <p:spPr>
          <a:xfrm>
            <a:off x="8521022" y="1416863"/>
            <a:ext cx="5742" cy="382548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8CF60D09-1565-32B7-301D-D30410A14D40}"/>
              </a:ext>
            </a:extLst>
          </p:cNvPr>
          <p:cNvCxnSpPr>
            <a:cxnSpLocks/>
          </p:cNvCxnSpPr>
          <p:nvPr/>
        </p:nvCxnSpPr>
        <p:spPr>
          <a:xfrm>
            <a:off x="10138411" y="2420755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8CEF581-125E-7EB3-1C38-B0E6C08ED719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A481F7C-922E-3B2F-C87A-9E91530FB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4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EE08251-C08E-DBD4-9779-017079D649AC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9E29597-E56D-9ECD-73BD-ECED414DA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5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0088F2C-8772-286A-8503-66C4F325E140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30F5CA-715B-B158-1271-0FCEFA0BB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6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960560-A7CF-1956-F0DF-ADA041F59F84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203BBD2-E357-0A8A-6DF3-3759FF43F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58F14E9-FD6E-C469-5BE4-4376A638FE48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3E23CE6-53BC-FC14-D177-AA6796843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535E2CE-5629-D2C2-523E-995258314E19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0205580-81A0-85B0-7B39-18DE23493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9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769">
            <a:extLst>
              <a:ext uri="{FF2B5EF4-FFF2-40B4-BE49-F238E27FC236}">
                <a16:creationId xmlns:a16="http://schemas.microsoft.com/office/drawing/2014/main" id="{195003B2-02FB-ADCF-7F6D-F564EDE8E82D}"/>
              </a:ext>
            </a:extLst>
          </p:cNvPr>
          <p:cNvSpPr/>
          <p:nvPr/>
        </p:nvSpPr>
        <p:spPr>
          <a:xfrm flipH="1">
            <a:off x="6359967" y="2409781"/>
            <a:ext cx="547503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3" name="Straight Connector 90">
            <a:extLst>
              <a:ext uri="{FF2B5EF4-FFF2-40B4-BE49-F238E27FC236}">
                <a16:creationId xmlns:a16="http://schemas.microsoft.com/office/drawing/2014/main" id="{17E5CB04-F5CA-5747-AB6A-442FCD35E42D}"/>
              </a:ext>
            </a:extLst>
          </p:cNvPr>
          <p:cNvCxnSpPr>
            <a:cxnSpLocks/>
          </p:cNvCxnSpPr>
          <p:nvPr/>
        </p:nvCxnSpPr>
        <p:spPr>
          <a:xfrm>
            <a:off x="7696312" y="241025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81DAE0C1-991E-6D6F-4E4C-897334D9BF70}"/>
              </a:ext>
            </a:extLst>
          </p:cNvPr>
          <p:cNvCxnSpPr>
            <a:cxnSpLocks/>
          </p:cNvCxnSpPr>
          <p:nvPr/>
        </p:nvCxnSpPr>
        <p:spPr>
          <a:xfrm flipH="1" flipV="1">
            <a:off x="3378994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xecution time symbol">
            <a:extLst>
              <a:ext uri="{FF2B5EF4-FFF2-40B4-BE49-F238E27FC236}">
                <a16:creationId xmlns:a16="http://schemas.microsoft.com/office/drawing/2014/main" id="{59EFC6E9-93C4-8183-F001-99A497247408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p:sp>
        <p:nvSpPr>
          <p:cNvPr id="62" name="job 1">
            <a:extLst>
              <a:ext uri="{FF2B5EF4-FFF2-40B4-BE49-F238E27FC236}">
                <a16:creationId xmlns:a16="http://schemas.microsoft.com/office/drawing/2014/main" id="{31156171-BB7B-9FD7-1300-BBFD96032548}"/>
              </a:ext>
            </a:extLst>
          </p:cNvPr>
          <p:cNvSpPr>
            <a:spLocks noGrp="1"/>
          </p:cNvSpPr>
          <p:nvPr/>
        </p:nvSpPr>
        <p:spPr>
          <a:xfrm>
            <a:off x="5282553" y="1422401"/>
            <a:ext cx="531783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64" name="job 1">
            <a:extLst>
              <a:ext uri="{FF2B5EF4-FFF2-40B4-BE49-F238E27FC236}">
                <a16:creationId xmlns:a16="http://schemas.microsoft.com/office/drawing/2014/main" id="{5AF83D57-56FB-8DB9-C8AA-E93B7C5DD480}"/>
              </a:ext>
            </a:extLst>
          </p:cNvPr>
          <p:cNvSpPr>
            <a:spLocks noGrp="1"/>
          </p:cNvSpPr>
          <p:nvPr/>
        </p:nvSpPr>
        <p:spPr>
          <a:xfrm>
            <a:off x="5818811" y="1422401"/>
            <a:ext cx="545805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68771AB-F183-1672-5A5B-08F160A737A6}"/>
                  </a:ext>
                </a:extLst>
              </p:cNvPr>
              <p:cNvSpPr txBox="1"/>
              <p:nvPr/>
            </p:nvSpPr>
            <p:spPr>
              <a:xfrm>
                <a:off x="6143327" y="2480389"/>
                <a:ext cx="152286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6326671-750C-83B9-89C9-300CBF742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327" y="2480389"/>
                <a:ext cx="152286" cy="246221"/>
              </a:xfrm>
              <a:prstGeom prst="rect">
                <a:avLst/>
              </a:prstGeom>
              <a:blipFill>
                <a:blip r:embed="rId10"/>
                <a:stretch>
                  <a:fillRect l="-32000" r="-3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58DDE58D-514B-8D2E-62E6-535C7E701AA8}"/>
              </a:ext>
            </a:extLst>
          </p:cNvPr>
          <p:cNvCxnSpPr>
            <a:cxnSpLocks/>
          </p:cNvCxnSpPr>
          <p:nvPr/>
        </p:nvCxnSpPr>
        <p:spPr>
          <a:xfrm>
            <a:off x="6092210" y="2418846"/>
            <a:ext cx="267756" cy="0"/>
          </a:xfrm>
          <a:prstGeom prst="straightConnector1">
            <a:avLst/>
          </a:prstGeom>
          <a:ln w="952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Group 230">
            <a:extLst>
              <a:ext uri="{FF2B5EF4-FFF2-40B4-BE49-F238E27FC236}">
                <a16:creationId xmlns:a16="http://schemas.microsoft.com/office/drawing/2014/main" id="{0BA95106-04A5-C89A-FDFF-50643FB9295A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21" name="Rectangle 231">
              <a:extLst>
                <a:ext uri="{FF2B5EF4-FFF2-40B4-BE49-F238E27FC236}">
                  <a16:creationId xmlns:a16="http://schemas.microsoft.com/office/drawing/2014/main" id="{0A7955D9-9907-E3EE-AE38-EEA88AE7EF66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0" name="Straight Connector 232">
              <a:extLst>
                <a:ext uri="{FF2B5EF4-FFF2-40B4-BE49-F238E27FC236}">
                  <a16:creationId xmlns:a16="http://schemas.microsoft.com/office/drawing/2014/main" id="{3453AC87-4E68-F9D1-FA8E-327F72C26DB2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Rectangle 231">
            <a:extLst>
              <a:ext uri="{FF2B5EF4-FFF2-40B4-BE49-F238E27FC236}">
                <a16:creationId xmlns:a16="http://schemas.microsoft.com/office/drawing/2014/main" id="{AD98AF0E-067B-2FC0-E3CD-F0A599299F52}"/>
              </a:ext>
            </a:extLst>
          </p:cNvPr>
          <p:cNvSpPr/>
          <p:nvPr/>
        </p:nvSpPr>
        <p:spPr>
          <a:xfrm flipH="1">
            <a:off x="6341275" y="1415257"/>
            <a:ext cx="78916" cy="37754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2" name="Straight Connector 232">
            <a:extLst>
              <a:ext uri="{FF2B5EF4-FFF2-40B4-BE49-F238E27FC236}">
                <a16:creationId xmlns:a16="http://schemas.microsoft.com/office/drawing/2014/main" id="{E146E47C-1345-E900-885D-6A680AB62906}"/>
              </a:ext>
            </a:extLst>
          </p:cNvPr>
          <p:cNvCxnSpPr>
            <a:cxnSpLocks/>
          </p:cNvCxnSpPr>
          <p:nvPr/>
        </p:nvCxnSpPr>
        <p:spPr>
          <a:xfrm>
            <a:off x="6353721" y="1424782"/>
            <a:ext cx="0" cy="371019"/>
          </a:xfrm>
          <a:prstGeom prst="line">
            <a:avLst/>
          </a:prstGeom>
          <a:noFill/>
          <a:ln w="22860" cmpd="sng">
            <a:solidFill>
              <a:schemeClr val="tx1">
                <a:lumMod val="85000"/>
                <a:lumOff val="15000"/>
              </a:schemeClr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231">
            <a:extLst>
              <a:ext uri="{FF2B5EF4-FFF2-40B4-BE49-F238E27FC236}">
                <a16:creationId xmlns:a16="http://schemas.microsoft.com/office/drawing/2014/main" id="{91817FD5-E7FB-8A27-CE61-8359F46C03DE}"/>
              </a:ext>
            </a:extLst>
          </p:cNvPr>
          <p:cNvSpPr/>
          <p:nvPr/>
        </p:nvSpPr>
        <p:spPr>
          <a:xfrm flipH="1">
            <a:off x="8707560" y="2415741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5" name="Straight Connector 90">
            <a:extLst>
              <a:ext uri="{FF2B5EF4-FFF2-40B4-BE49-F238E27FC236}">
                <a16:creationId xmlns:a16="http://schemas.microsoft.com/office/drawing/2014/main" id="{0FFE30F4-C50F-7B00-6F11-BF668E56B8B8}"/>
              </a:ext>
            </a:extLst>
          </p:cNvPr>
          <p:cNvCxnSpPr>
            <a:cxnSpLocks/>
          </p:cNvCxnSpPr>
          <p:nvPr/>
        </p:nvCxnSpPr>
        <p:spPr>
          <a:xfrm flipH="1" flipV="1">
            <a:off x="8788759" y="2406646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dash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231">
            <a:extLst>
              <a:ext uri="{FF2B5EF4-FFF2-40B4-BE49-F238E27FC236}">
                <a16:creationId xmlns:a16="http://schemas.microsoft.com/office/drawing/2014/main" id="{162DB1CA-E2CE-F230-113E-43996E560AA9}"/>
              </a:ext>
            </a:extLst>
          </p:cNvPr>
          <p:cNvSpPr/>
          <p:nvPr/>
        </p:nvSpPr>
        <p:spPr>
          <a:xfrm flipH="1">
            <a:off x="6001775" y="2416832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9" name="Straight Connector 90">
            <a:extLst>
              <a:ext uri="{FF2B5EF4-FFF2-40B4-BE49-F238E27FC236}">
                <a16:creationId xmlns:a16="http://schemas.microsoft.com/office/drawing/2014/main" id="{386C55DD-797F-423B-20F8-B7FA87281A13}"/>
              </a:ext>
            </a:extLst>
          </p:cNvPr>
          <p:cNvCxnSpPr>
            <a:cxnSpLocks/>
          </p:cNvCxnSpPr>
          <p:nvPr/>
        </p:nvCxnSpPr>
        <p:spPr>
          <a:xfrm flipH="1" flipV="1">
            <a:off x="6082974" y="2407737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dash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0DAF0B-A66A-9955-E719-52D3B60639AB}"/>
                  </a:ext>
                </a:extLst>
              </p:cNvPr>
              <p:cNvSpPr txBox="1"/>
              <p:nvPr/>
            </p:nvSpPr>
            <p:spPr>
              <a:xfrm>
                <a:off x="3329517" y="1122266"/>
                <a:ext cx="348685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D330A6-A0C5-F160-B66F-75CED7EE0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517" y="1122266"/>
                <a:ext cx="348685" cy="273152"/>
              </a:xfrm>
              <a:prstGeom prst="rect">
                <a:avLst/>
              </a:prstGeom>
              <a:blipFill>
                <a:blip r:embed="rId11"/>
                <a:stretch>
                  <a:fillRect l="-8772" r="-526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6322E4-5AD5-5419-7989-D8B4C6BB463D}"/>
                  </a:ext>
                </a:extLst>
              </p:cNvPr>
              <p:cNvSpPr txBox="1"/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420E0A-7458-53FA-5358-3576D4AEE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blipFill>
                <a:blip r:embed="rId12"/>
                <a:stretch>
                  <a:fillRect l="-8621" r="-3448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C89852-99B3-11F6-1182-7C328C4DE4F6}"/>
                  </a:ext>
                </a:extLst>
              </p:cNvPr>
              <p:cNvSpPr txBox="1"/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66B502-BC18-BBB0-1347-A8C2B9443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blipFill>
                <a:blip r:embed="rId13"/>
                <a:stretch>
                  <a:fillRect l="-8621" r="-517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3ABF427-70D5-A9AF-932A-33EAE349B088}"/>
                  </a:ext>
                </a:extLst>
              </p:cNvPr>
              <p:cNvSpPr txBox="1"/>
              <p:nvPr/>
            </p:nvSpPr>
            <p:spPr>
              <a:xfrm>
                <a:off x="6034464" y="2126221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9860A3D-CF6F-881E-E1D0-10837F626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464" y="2126221"/>
                <a:ext cx="353750" cy="273152"/>
              </a:xfrm>
              <a:prstGeom prst="rect">
                <a:avLst/>
              </a:prstGeom>
              <a:blipFill>
                <a:blip r:embed="rId14"/>
                <a:stretch>
                  <a:fillRect l="-8621" r="-344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769">
            <a:extLst>
              <a:ext uri="{FF2B5EF4-FFF2-40B4-BE49-F238E27FC236}">
                <a16:creationId xmlns:a16="http://schemas.microsoft.com/office/drawing/2014/main" id="{9C616FD6-DE5C-2643-4EE9-4171D36D1854}"/>
              </a:ext>
            </a:extLst>
          </p:cNvPr>
          <p:cNvSpPr/>
          <p:nvPr/>
        </p:nvSpPr>
        <p:spPr>
          <a:xfrm flipH="1">
            <a:off x="4472980" y="2412506"/>
            <a:ext cx="265087" cy="3759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7" name="Straight Connector 90">
            <a:extLst>
              <a:ext uri="{FF2B5EF4-FFF2-40B4-BE49-F238E27FC236}">
                <a16:creationId xmlns:a16="http://schemas.microsoft.com/office/drawing/2014/main" id="{F0E330AF-75AB-447B-8979-B012FB06760D}"/>
              </a:ext>
            </a:extLst>
          </p:cNvPr>
          <p:cNvCxnSpPr>
            <a:cxnSpLocks/>
          </p:cNvCxnSpPr>
          <p:nvPr/>
        </p:nvCxnSpPr>
        <p:spPr>
          <a:xfrm>
            <a:off x="4731584" y="2408419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616">
            <a:extLst>
              <a:ext uri="{FF2B5EF4-FFF2-40B4-BE49-F238E27FC236}">
                <a16:creationId xmlns:a16="http://schemas.microsoft.com/office/drawing/2014/main" id="{BC9E5592-2569-2DA0-2631-43F84F3026EF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2244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38B86-6E11-6D35-057C-308C0EC4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execution guide 0">
            <a:extLst>
              <a:ext uri="{FF2B5EF4-FFF2-40B4-BE49-F238E27FC236}">
                <a16:creationId xmlns:a16="http://schemas.microsoft.com/office/drawing/2014/main" id="{7E1992C2-2C90-7542-D662-CD982F9CF639}"/>
              </a:ext>
            </a:extLst>
          </p:cNvPr>
          <p:cNvSpPr>
            <a:spLocks noGrp="1"/>
          </p:cNvSpPr>
          <p:nvPr/>
        </p:nvSpPr>
        <p:spPr>
          <a:xfrm>
            <a:off x="824802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4" name="execution guide 0">
            <a:extLst>
              <a:ext uri="{FF2B5EF4-FFF2-40B4-BE49-F238E27FC236}">
                <a16:creationId xmlns:a16="http://schemas.microsoft.com/office/drawing/2014/main" id="{106BFB81-638C-04D9-598D-AA1894E37295}"/>
              </a:ext>
            </a:extLst>
          </p:cNvPr>
          <p:cNvSpPr>
            <a:spLocks noGrp="1"/>
          </p:cNvSpPr>
          <p:nvPr/>
        </p:nvSpPr>
        <p:spPr>
          <a:xfrm flipH="1" flipV="1">
            <a:off x="2774926" y="2413420"/>
            <a:ext cx="7365681" cy="4642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8" name="execution guide 0">
            <a:extLst>
              <a:ext uri="{FF2B5EF4-FFF2-40B4-BE49-F238E27FC236}">
                <a16:creationId xmlns:a16="http://schemas.microsoft.com/office/drawing/2014/main" id="{9868D52C-DBED-C4DA-9767-89CF8029725F}"/>
              </a:ext>
            </a:extLst>
          </p:cNvPr>
          <p:cNvSpPr>
            <a:spLocks noGrp="1"/>
          </p:cNvSpPr>
          <p:nvPr/>
        </p:nvSpPr>
        <p:spPr>
          <a:xfrm>
            <a:off x="90591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0" name="execution guide 0">
            <a:extLst>
              <a:ext uri="{FF2B5EF4-FFF2-40B4-BE49-F238E27FC236}">
                <a16:creationId xmlns:a16="http://schemas.microsoft.com/office/drawing/2014/main" id="{1ED02C02-3587-AFDF-5799-BFCF02737B20}"/>
              </a:ext>
            </a:extLst>
          </p:cNvPr>
          <p:cNvSpPr>
            <a:spLocks noGrp="1"/>
          </p:cNvSpPr>
          <p:nvPr/>
        </p:nvSpPr>
        <p:spPr>
          <a:xfrm>
            <a:off x="93294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1" name="execution guide 0">
            <a:extLst>
              <a:ext uri="{FF2B5EF4-FFF2-40B4-BE49-F238E27FC236}">
                <a16:creationId xmlns:a16="http://schemas.microsoft.com/office/drawing/2014/main" id="{0219FFDD-CEF7-4D4A-CDD1-2107ADEEF3E8}"/>
              </a:ext>
            </a:extLst>
          </p:cNvPr>
          <p:cNvSpPr>
            <a:spLocks noGrp="1"/>
          </p:cNvSpPr>
          <p:nvPr/>
        </p:nvSpPr>
        <p:spPr>
          <a:xfrm>
            <a:off x="959986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3" name="execution guide 0">
            <a:extLst>
              <a:ext uri="{FF2B5EF4-FFF2-40B4-BE49-F238E27FC236}">
                <a16:creationId xmlns:a16="http://schemas.microsoft.com/office/drawing/2014/main" id="{C74423A3-A649-D00A-B57D-0531CABFD9F3}"/>
              </a:ext>
            </a:extLst>
          </p:cNvPr>
          <p:cNvSpPr>
            <a:spLocks noGrp="1"/>
          </p:cNvSpPr>
          <p:nvPr/>
        </p:nvSpPr>
        <p:spPr>
          <a:xfrm>
            <a:off x="98702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6" name="execution guide 0">
            <a:extLst>
              <a:ext uri="{FF2B5EF4-FFF2-40B4-BE49-F238E27FC236}">
                <a16:creationId xmlns:a16="http://schemas.microsoft.com/office/drawing/2014/main" id="{682784D6-B630-7C18-05A0-3723C50DBC3B}"/>
              </a:ext>
            </a:extLst>
          </p:cNvPr>
          <p:cNvSpPr>
            <a:spLocks noGrp="1"/>
          </p:cNvSpPr>
          <p:nvPr/>
        </p:nvSpPr>
        <p:spPr>
          <a:xfrm flipH="1">
            <a:off x="2774926" y="2787646"/>
            <a:ext cx="7450398" cy="3309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1" name="execution guide 0">
            <a:extLst>
              <a:ext uri="{FF2B5EF4-FFF2-40B4-BE49-F238E27FC236}">
                <a16:creationId xmlns:a16="http://schemas.microsoft.com/office/drawing/2014/main" id="{6AB6663A-1D53-AC22-724F-BA97F9AE85EE}"/>
              </a:ext>
            </a:extLst>
          </p:cNvPr>
          <p:cNvSpPr>
            <a:spLocks noGrp="1"/>
          </p:cNvSpPr>
          <p:nvPr/>
        </p:nvSpPr>
        <p:spPr>
          <a:xfrm flipH="1">
            <a:off x="2774926" y="1787551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9" name="execution guide 0">
            <a:extLst>
              <a:ext uri="{FF2B5EF4-FFF2-40B4-BE49-F238E27FC236}">
                <a16:creationId xmlns:a16="http://schemas.microsoft.com/office/drawing/2014/main" id="{BB745983-9C22-4C57-C205-62532D59FB30}"/>
              </a:ext>
            </a:extLst>
          </p:cNvPr>
          <p:cNvSpPr>
            <a:spLocks noGrp="1"/>
          </p:cNvSpPr>
          <p:nvPr/>
        </p:nvSpPr>
        <p:spPr>
          <a:xfrm flipH="1">
            <a:off x="2774927" y="1421185"/>
            <a:ext cx="7362165" cy="3597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0" name="execution guide 0">
            <a:extLst>
              <a:ext uri="{FF2B5EF4-FFF2-40B4-BE49-F238E27FC236}">
                <a16:creationId xmlns:a16="http://schemas.microsoft.com/office/drawing/2014/main" id="{4C8D5F3D-6B62-DF19-BA64-C5DF53CD126E}"/>
              </a:ext>
            </a:extLst>
          </p:cNvPr>
          <p:cNvSpPr>
            <a:spLocks noGrp="1"/>
          </p:cNvSpPr>
          <p:nvPr/>
        </p:nvSpPr>
        <p:spPr>
          <a:xfrm>
            <a:off x="85183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5" name="execution guide 0">
            <a:extLst>
              <a:ext uri="{FF2B5EF4-FFF2-40B4-BE49-F238E27FC236}">
                <a16:creationId xmlns:a16="http://schemas.microsoft.com/office/drawing/2014/main" id="{01566602-3B9D-4396-30B3-DDA7EA51A016}"/>
              </a:ext>
            </a:extLst>
          </p:cNvPr>
          <p:cNvSpPr>
            <a:spLocks noGrp="1"/>
          </p:cNvSpPr>
          <p:nvPr/>
        </p:nvSpPr>
        <p:spPr>
          <a:xfrm>
            <a:off x="77072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30" name="execution guide 0">
            <a:extLst>
              <a:ext uri="{FF2B5EF4-FFF2-40B4-BE49-F238E27FC236}">
                <a16:creationId xmlns:a16="http://schemas.microsoft.com/office/drawing/2014/main" id="{82703240-3D32-9EED-8190-0F42F07390A2}"/>
              </a:ext>
            </a:extLst>
          </p:cNvPr>
          <p:cNvSpPr>
            <a:spLocks noGrp="1"/>
          </p:cNvSpPr>
          <p:nvPr/>
        </p:nvSpPr>
        <p:spPr>
          <a:xfrm>
            <a:off x="71665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69" name="Rectangle 361">
            <a:extLst>
              <a:ext uri="{FF2B5EF4-FFF2-40B4-BE49-F238E27FC236}">
                <a16:creationId xmlns:a16="http://schemas.microsoft.com/office/drawing/2014/main" id="{D1F6BDE4-7897-0AB7-EEDB-8DBC14CCAA2B}"/>
              </a:ext>
            </a:extLst>
          </p:cNvPr>
          <p:cNvSpPr/>
          <p:nvPr/>
        </p:nvSpPr>
        <p:spPr>
          <a:xfrm flipH="1">
            <a:off x="6092211" y="2416968"/>
            <a:ext cx="263224" cy="371475"/>
          </a:xfrm>
          <a:prstGeom prst="rect">
            <a:avLst/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execution guide 0">
            <a:extLst>
              <a:ext uri="{FF2B5EF4-FFF2-40B4-BE49-F238E27FC236}">
                <a16:creationId xmlns:a16="http://schemas.microsoft.com/office/drawing/2014/main" id="{31AA39EB-CA76-8970-113E-B2075DB9548F}"/>
              </a:ext>
            </a:extLst>
          </p:cNvPr>
          <p:cNvSpPr>
            <a:spLocks noGrp="1"/>
          </p:cNvSpPr>
          <p:nvPr/>
        </p:nvSpPr>
        <p:spPr>
          <a:xfrm>
            <a:off x="44628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0" name="execution guide 0">
            <a:extLst>
              <a:ext uri="{FF2B5EF4-FFF2-40B4-BE49-F238E27FC236}">
                <a16:creationId xmlns:a16="http://schemas.microsoft.com/office/drawing/2014/main" id="{045982EB-1EAE-97D5-2078-7E88567577EC}"/>
              </a:ext>
            </a:extLst>
          </p:cNvPr>
          <p:cNvSpPr>
            <a:spLocks noGrp="1"/>
          </p:cNvSpPr>
          <p:nvPr/>
        </p:nvSpPr>
        <p:spPr>
          <a:xfrm>
            <a:off x="419248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B8FEE6AB-734E-4348-FF5F-4FA7429E4BE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execution task 1">
                <a:extLst>
                  <a:ext uri="{FF2B5EF4-FFF2-40B4-BE49-F238E27FC236}">
                    <a16:creationId xmlns:a16="http://schemas.microsoft.com/office/drawing/2014/main" id="{B8FEE6AB-734E-4348-FF5F-4FA7429E4B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5" y="1438277"/>
                <a:ext cx="429702" cy="323850"/>
              </a:xfrm>
              <a:prstGeom prst="rect">
                <a:avLst/>
              </a:prstGeom>
              <a:blipFill>
                <a:blip r:embed="rId2"/>
                <a:stretch>
                  <a:fillRect r="-1408" b="-264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5133A8AA-2ED8-F262-8260-A17DB8CC97D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anchor="ctr">
                <a:noAutofit/>
              </a:bodyPr>
              <a:lstStyle/>
              <a:p>
                <a:pPr>
                  <a:defRPr sz="1800" b="0">
                    <a:solidFill>
                      <a:srgbClr val="20202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2000" dirty="0">
                  <a:solidFill>
                    <a:srgbClr val="20202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6" name="execution task 2">
                <a:extLst>
                  <a:ext uri="{FF2B5EF4-FFF2-40B4-BE49-F238E27FC236}">
                    <a16:creationId xmlns:a16="http://schemas.microsoft.com/office/drawing/2014/main" id="{5133A8AA-2ED8-F262-8260-A17DB8CC97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86" y="2428877"/>
                <a:ext cx="436755" cy="323850"/>
              </a:xfrm>
              <a:prstGeom prst="rect">
                <a:avLst/>
              </a:prstGeom>
              <a:blipFill>
                <a:blip r:embed="rId3"/>
                <a:stretch>
                  <a:fillRect b="-240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xecution guide 0">
            <a:extLst>
              <a:ext uri="{FF2B5EF4-FFF2-40B4-BE49-F238E27FC236}">
                <a16:creationId xmlns:a16="http://schemas.microsoft.com/office/drawing/2014/main" id="{B1807435-21F1-A145-4157-DF40986E9CEB}"/>
              </a:ext>
            </a:extLst>
          </p:cNvPr>
          <p:cNvSpPr>
            <a:spLocks noGrp="1"/>
          </p:cNvSpPr>
          <p:nvPr/>
        </p:nvSpPr>
        <p:spPr>
          <a:xfrm flipH="1">
            <a:off x="2774926" y="1015656"/>
            <a:ext cx="7362824" cy="9471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5" name="execution guide 0">
            <a:extLst>
              <a:ext uri="{FF2B5EF4-FFF2-40B4-BE49-F238E27FC236}">
                <a16:creationId xmlns:a16="http://schemas.microsoft.com/office/drawing/2014/main" id="{FA46E402-A9E1-DBD6-96AD-633807BF5589}"/>
              </a:ext>
            </a:extLst>
          </p:cNvPr>
          <p:cNvSpPr>
            <a:spLocks noGrp="1"/>
          </p:cNvSpPr>
          <p:nvPr/>
        </p:nvSpPr>
        <p:spPr>
          <a:xfrm>
            <a:off x="635543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7" name="execution guide 0">
            <a:extLst>
              <a:ext uri="{FF2B5EF4-FFF2-40B4-BE49-F238E27FC236}">
                <a16:creationId xmlns:a16="http://schemas.microsoft.com/office/drawing/2014/main" id="{93A0D8E5-7552-9270-B574-FC36E2EC1D62}"/>
              </a:ext>
            </a:extLst>
          </p:cNvPr>
          <p:cNvSpPr>
            <a:spLocks noGrp="1"/>
          </p:cNvSpPr>
          <p:nvPr/>
        </p:nvSpPr>
        <p:spPr>
          <a:xfrm>
            <a:off x="6625807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8" name="execution guide 0">
            <a:extLst>
              <a:ext uri="{FF2B5EF4-FFF2-40B4-BE49-F238E27FC236}">
                <a16:creationId xmlns:a16="http://schemas.microsoft.com/office/drawing/2014/main" id="{0F87D0C6-38E1-7876-F186-3411EF4F3883}"/>
              </a:ext>
            </a:extLst>
          </p:cNvPr>
          <p:cNvSpPr>
            <a:spLocks noGrp="1"/>
          </p:cNvSpPr>
          <p:nvPr/>
        </p:nvSpPr>
        <p:spPr>
          <a:xfrm>
            <a:off x="689617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46" name="execution guide 0">
            <a:extLst>
              <a:ext uri="{FF2B5EF4-FFF2-40B4-BE49-F238E27FC236}">
                <a16:creationId xmlns:a16="http://schemas.microsoft.com/office/drawing/2014/main" id="{CE574712-373F-8074-272D-790585347C4E}"/>
              </a:ext>
            </a:extLst>
          </p:cNvPr>
          <p:cNvSpPr>
            <a:spLocks noGrp="1"/>
          </p:cNvSpPr>
          <p:nvPr/>
        </p:nvSpPr>
        <p:spPr>
          <a:xfrm>
            <a:off x="7977653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8" name="execution guide 0">
            <a:extLst>
              <a:ext uri="{FF2B5EF4-FFF2-40B4-BE49-F238E27FC236}">
                <a16:creationId xmlns:a16="http://schemas.microsoft.com/office/drawing/2014/main" id="{6037D8E9-F565-69EB-09E3-33139B9BA1EB}"/>
              </a:ext>
            </a:extLst>
          </p:cNvPr>
          <p:cNvSpPr>
            <a:spLocks noGrp="1"/>
          </p:cNvSpPr>
          <p:nvPr/>
        </p:nvSpPr>
        <p:spPr>
          <a:xfrm>
            <a:off x="8788759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9" name="execution guide 0">
            <a:extLst>
              <a:ext uri="{FF2B5EF4-FFF2-40B4-BE49-F238E27FC236}">
                <a16:creationId xmlns:a16="http://schemas.microsoft.com/office/drawing/2014/main" id="{83A03BBE-66BE-4A19-E1B8-35FCCFD0C8DF}"/>
              </a:ext>
            </a:extLst>
          </p:cNvPr>
          <p:cNvSpPr>
            <a:spLocks noGrp="1"/>
          </p:cNvSpPr>
          <p:nvPr/>
        </p:nvSpPr>
        <p:spPr>
          <a:xfrm>
            <a:off x="7436913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6" name="execution guide 0">
            <a:extLst>
              <a:ext uri="{FF2B5EF4-FFF2-40B4-BE49-F238E27FC236}">
                <a16:creationId xmlns:a16="http://schemas.microsoft.com/office/drawing/2014/main" id="{656DA325-58AB-D993-D11C-F4F325D34DA0}"/>
              </a:ext>
            </a:extLst>
          </p:cNvPr>
          <p:cNvSpPr>
            <a:spLocks noGrp="1"/>
          </p:cNvSpPr>
          <p:nvPr/>
        </p:nvSpPr>
        <p:spPr>
          <a:xfrm>
            <a:off x="10140608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21" name="execution guide 0">
            <a:extLst>
              <a:ext uri="{FF2B5EF4-FFF2-40B4-BE49-F238E27FC236}">
                <a16:creationId xmlns:a16="http://schemas.microsoft.com/office/drawing/2014/main" id="{274FB641-22F7-51C5-50AB-2B1E85F4157D}"/>
              </a:ext>
            </a:extLst>
          </p:cNvPr>
          <p:cNvSpPr>
            <a:spLocks noGrp="1"/>
          </p:cNvSpPr>
          <p:nvPr/>
        </p:nvSpPr>
        <p:spPr>
          <a:xfrm>
            <a:off x="6085067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5" name="execution guide 0">
            <a:extLst>
              <a:ext uri="{FF2B5EF4-FFF2-40B4-BE49-F238E27FC236}">
                <a16:creationId xmlns:a16="http://schemas.microsoft.com/office/drawing/2014/main" id="{7C049116-FF7B-9A0D-ADBA-64E01B0B2A7E}"/>
              </a:ext>
            </a:extLst>
          </p:cNvPr>
          <p:cNvSpPr>
            <a:spLocks noGrp="1"/>
          </p:cNvSpPr>
          <p:nvPr/>
        </p:nvSpPr>
        <p:spPr>
          <a:xfrm>
            <a:off x="500359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0" name="execution guide 0">
            <a:extLst>
              <a:ext uri="{FF2B5EF4-FFF2-40B4-BE49-F238E27FC236}">
                <a16:creationId xmlns:a16="http://schemas.microsoft.com/office/drawing/2014/main" id="{EE1D5413-1AC3-40BA-FA84-D75C89B47320}"/>
              </a:ext>
            </a:extLst>
          </p:cNvPr>
          <p:cNvSpPr>
            <a:spLocks noGrp="1"/>
          </p:cNvSpPr>
          <p:nvPr/>
        </p:nvSpPr>
        <p:spPr>
          <a:xfrm>
            <a:off x="554432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22" name="execution guide 0">
            <a:extLst>
              <a:ext uri="{FF2B5EF4-FFF2-40B4-BE49-F238E27FC236}">
                <a16:creationId xmlns:a16="http://schemas.microsoft.com/office/drawing/2014/main" id="{6544275E-5BFE-91CC-2FCE-E23FD8367A87}"/>
              </a:ext>
            </a:extLst>
          </p:cNvPr>
          <p:cNvSpPr>
            <a:spLocks noGrp="1"/>
          </p:cNvSpPr>
          <p:nvPr/>
        </p:nvSpPr>
        <p:spPr>
          <a:xfrm>
            <a:off x="5814699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8" name="execution guide 0">
            <a:extLst>
              <a:ext uri="{FF2B5EF4-FFF2-40B4-BE49-F238E27FC236}">
                <a16:creationId xmlns:a16="http://schemas.microsoft.com/office/drawing/2014/main" id="{310DEBED-1F8C-E7D8-5022-C6568B2151D4}"/>
              </a:ext>
            </a:extLst>
          </p:cNvPr>
          <p:cNvSpPr>
            <a:spLocks noGrp="1"/>
          </p:cNvSpPr>
          <p:nvPr/>
        </p:nvSpPr>
        <p:spPr>
          <a:xfrm>
            <a:off x="5273961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12" name="execution guide 0">
            <a:extLst>
              <a:ext uri="{FF2B5EF4-FFF2-40B4-BE49-F238E27FC236}">
                <a16:creationId xmlns:a16="http://schemas.microsoft.com/office/drawing/2014/main" id="{B87D8FA0-985E-0A29-570B-EEFE2D88522C}"/>
              </a:ext>
            </a:extLst>
          </p:cNvPr>
          <p:cNvSpPr>
            <a:spLocks noGrp="1"/>
          </p:cNvSpPr>
          <p:nvPr/>
        </p:nvSpPr>
        <p:spPr>
          <a:xfrm>
            <a:off x="4733221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19" name="execution guide 0">
            <a:extLst>
              <a:ext uri="{FF2B5EF4-FFF2-40B4-BE49-F238E27FC236}">
                <a16:creationId xmlns:a16="http://schemas.microsoft.com/office/drawing/2014/main" id="{AB871313-DB4F-D1FE-DE46-EFCAF8BC626E}"/>
              </a:ext>
            </a:extLst>
          </p:cNvPr>
          <p:cNvSpPr>
            <a:spLocks noGrp="1"/>
          </p:cNvSpPr>
          <p:nvPr/>
        </p:nvSpPr>
        <p:spPr>
          <a:xfrm>
            <a:off x="3381375" y="1022007"/>
            <a:ext cx="0" cy="185400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" name="execution guide 0">
            <a:extLst>
              <a:ext uri="{FF2B5EF4-FFF2-40B4-BE49-F238E27FC236}">
                <a16:creationId xmlns:a16="http://schemas.microsoft.com/office/drawing/2014/main" id="{0844D1AD-6CD3-6641-4185-CF10778C1A3F}"/>
              </a:ext>
            </a:extLst>
          </p:cNvPr>
          <p:cNvSpPr>
            <a:spLocks noGrp="1"/>
          </p:cNvSpPr>
          <p:nvPr/>
        </p:nvSpPr>
        <p:spPr>
          <a:xfrm>
            <a:off x="365174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9" name="execution guide 0">
            <a:extLst>
              <a:ext uri="{FF2B5EF4-FFF2-40B4-BE49-F238E27FC236}">
                <a16:creationId xmlns:a16="http://schemas.microsoft.com/office/drawing/2014/main" id="{4DD100EF-788D-1126-47D5-1B34A54D7D8D}"/>
              </a:ext>
            </a:extLst>
          </p:cNvPr>
          <p:cNvSpPr>
            <a:spLocks noGrp="1"/>
          </p:cNvSpPr>
          <p:nvPr/>
        </p:nvSpPr>
        <p:spPr>
          <a:xfrm>
            <a:off x="3922115" y="1022007"/>
            <a:ext cx="0" cy="1854000"/>
          </a:xfrm>
          <a:prstGeom prst="line">
            <a:avLst/>
          </a:prstGeom>
          <a:noFill/>
          <a:ln w="3810" cmpd="sng">
            <a:solidFill>
              <a:schemeClr val="bg2">
                <a:lumMod val="75000"/>
              </a:schemeClr>
            </a:solidFill>
            <a:prstDash val="dashDot"/>
          </a:ln>
        </p:spPr>
        <p:txBody>
          <a:bodyPr anchor="t" anchorCtr="0"/>
          <a:lstStyle/>
          <a:p>
            <a:endParaRPr lang="en-US" sz="2117" dirty="0"/>
          </a:p>
        </p:txBody>
      </p:sp>
      <p:sp>
        <p:nvSpPr>
          <p:cNvPr id="56" name="job 1">
            <a:extLst>
              <a:ext uri="{FF2B5EF4-FFF2-40B4-BE49-F238E27FC236}">
                <a16:creationId xmlns:a16="http://schemas.microsoft.com/office/drawing/2014/main" id="{F2AA9A5F-2FE8-75D7-F289-66835C9FAFA8}"/>
              </a:ext>
            </a:extLst>
          </p:cNvPr>
          <p:cNvSpPr>
            <a:spLocks noGrp="1"/>
          </p:cNvSpPr>
          <p:nvPr/>
        </p:nvSpPr>
        <p:spPr>
          <a:xfrm>
            <a:off x="4733218" y="1422401"/>
            <a:ext cx="537775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cxnSp>
        <p:nvCxnSpPr>
          <p:cNvPr id="16" name="Straight Connector 90">
            <a:extLst>
              <a:ext uri="{FF2B5EF4-FFF2-40B4-BE49-F238E27FC236}">
                <a16:creationId xmlns:a16="http://schemas.microsoft.com/office/drawing/2014/main" id="{CC491A46-77F3-539C-FE7C-D3B2DB0440CD}"/>
              </a:ext>
            </a:extLst>
          </p:cNvPr>
          <p:cNvCxnSpPr>
            <a:cxnSpLocks/>
          </p:cNvCxnSpPr>
          <p:nvPr/>
        </p:nvCxnSpPr>
        <p:spPr>
          <a:xfrm flipH="1" flipV="1">
            <a:off x="3381375" y="1415257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Loop heading">
            <a:extLst>
              <a:ext uri="{FF2B5EF4-FFF2-40B4-BE49-F238E27FC236}">
                <a16:creationId xmlns:a16="http://schemas.microsoft.com/office/drawing/2014/main" id="{C447B47A-DE92-CDB0-A602-408DB89E734F}"/>
              </a:ext>
            </a:extLst>
          </p:cNvPr>
          <p:cNvSpPr>
            <a:spLocks noGrp="1"/>
          </p:cNvSpPr>
          <p:nvPr/>
        </p:nvSpPr>
        <p:spPr>
          <a:xfrm>
            <a:off x="2775585" y="64894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Chunked EDF</a:t>
            </a:r>
            <a:endParaRPr lang="en-RU" b="1" dirty="0"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59C02B-A366-296D-DCCA-E8BB55E87945}"/>
                  </a:ext>
                </a:extLst>
              </p:cNvPr>
              <p:cNvSpPr txBox="1"/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59C02B-A366-296D-DCCA-E8BB55E87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82" y="2879447"/>
                <a:ext cx="290144" cy="261610"/>
              </a:xfrm>
              <a:prstGeom prst="rect">
                <a:avLst/>
              </a:prstGeom>
              <a:blipFill>
                <a:blip r:embed="rId4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4E922E2-2CA9-1F7A-6A8E-4EBCF61E116E}"/>
                  </a:ext>
                </a:extLst>
              </p:cNvPr>
              <p:cNvSpPr txBox="1"/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4E922E2-2CA9-1F7A-6A8E-4EBCF61E1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605" y="2879447"/>
                <a:ext cx="290144" cy="261610"/>
              </a:xfrm>
              <a:prstGeom prst="rect">
                <a:avLst/>
              </a:prstGeom>
              <a:blipFill>
                <a:blip r:embed="rId6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09C6AF-9EE2-2833-79F5-66E654A0F278}"/>
                  </a:ext>
                </a:extLst>
              </p:cNvPr>
              <p:cNvSpPr txBox="1"/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09C6AF-9EE2-2833-79F5-66E654A0F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503" y="2879447"/>
                <a:ext cx="290144" cy="261610"/>
              </a:xfrm>
              <a:prstGeom prst="rect">
                <a:avLst/>
              </a:prstGeom>
              <a:blipFill>
                <a:blip r:embed="rId7"/>
                <a:stretch>
                  <a:fillRect l="-16667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863482-E10D-FA62-D12E-64271D00880E}"/>
                  </a:ext>
                </a:extLst>
              </p:cNvPr>
              <p:cNvSpPr txBox="1"/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ru-RU" sz="17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863482-E10D-FA62-D12E-64271D008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02" y="2879447"/>
                <a:ext cx="290144" cy="261610"/>
              </a:xfrm>
              <a:prstGeom prst="rect">
                <a:avLst/>
              </a:prstGeom>
              <a:blipFill>
                <a:blip r:embed="rId8"/>
                <a:stretch>
                  <a:fillRect l="-18750" r="-1458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7EA507A-4B7C-5858-C828-61D274803135}"/>
                  </a:ext>
                </a:extLst>
              </p:cNvPr>
              <p:cNvSpPr txBox="1"/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7EA507A-4B7C-5858-C828-61D274803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16" y="2879447"/>
                <a:ext cx="169918" cy="261610"/>
              </a:xfrm>
              <a:prstGeom prst="rect">
                <a:avLst/>
              </a:prstGeom>
              <a:blipFill>
                <a:blip r:embed="rId9"/>
                <a:stretch>
                  <a:fillRect l="-32143" r="-25000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execution time symbol">
            <a:extLst>
              <a:ext uri="{FF2B5EF4-FFF2-40B4-BE49-F238E27FC236}">
                <a16:creationId xmlns:a16="http://schemas.microsoft.com/office/drawing/2014/main" id="{83C74E3D-C84F-5306-88EC-8FA6B87EEAC4}"/>
              </a:ext>
            </a:extLst>
          </p:cNvPr>
          <p:cNvSpPr>
            <a:spLocks noGrp="1"/>
          </p:cNvSpPr>
          <p:nvPr/>
        </p:nvSpPr>
        <p:spPr>
          <a:xfrm>
            <a:off x="10328275" y="2856644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20202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</a:t>
            </a:r>
          </a:p>
        </p:txBody>
      </p:sp>
      <p:sp>
        <p:nvSpPr>
          <p:cNvPr id="62" name="job 1">
            <a:extLst>
              <a:ext uri="{FF2B5EF4-FFF2-40B4-BE49-F238E27FC236}">
                <a16:creationId xmlns:a16="http://schemas.microsoft.com/office/drawing/2014/main" id="{C94EE71C-948C-253B-D280-D63AD89FE4C1}"/>
              </a:ext>
            </a:extLst>
          </p:cNvPr>
          <p:cNvSpPr>
            <a:spLocks noGrp="1"/>
          </p:cNvSpPr>
          <p:nvPr/>
        </p:nvSpPr>
        <p:spPr>
          <a:xfrm>
            <a:off x="5278155" y="1422401"/>
            <a:ext cx="533208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64" name="job 1">
            <a:extLst>
              <a:ext uri="{FF2B5EF4-FFF2-40B4-BE49-F238E27FC236}">
                <a16:creationId xmlns:a16="http://schemas.microsoft.com/office/drawing/2014/main" id="{58DF569C-9A5A-E964-52EA-E6B1E6AA1ED5}"/>
              </a:ext>
            </a:extLst>
          </p:cNvPr>
          <p:cNvSpPr>
            <a:spLocks noGrp="1"/>
          </p:cNvSpPr>
          <p:nvPr/>
        </p:nvSpPr>
        <p:spPr>
          <a:xfrm>
            <a:off x="5816430" y="1422401"/>
            <a:ext cx="545805" cy="371475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99EC9B4-2899-9AEB-B3C8-077F46E2C1E9}"/>
                  </a:ext>
                </a:extLst>
              </p:cNvPr>
              <p:cNvSpPr txBox="1"/>
              <p:nvPr/>
            </p:nvSpPr>
            <p:spPr>
              <a:xfrm>
                <a:off x="6143327" y="2480389"/>
                <a:ext cx="152286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99EC9B4-2899-9AEB-B3C8-077F46E2C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327" y="2480389"/>
                <a:ext cx="152286" cy="246221"/>
              </a:xfrm>
              <a:prstGeom prst="rect">
                <a:avLst/>
              </a:prstGeom>
              <a:blipFill>
                <a:blip r:embed="rId10"/>
                <a:stretch>
                  <a:fillRect l="-32000" r="-3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CBC17847-C560-8874-943E-4C4E0CEDCAB6}"/>
              </a:ext>
            </a:extLst>
          </p:cNvPr>
          <p:cNvCxnSpPr>
            <a:cxnSpLocks/>
          </p:cNvCxnSpPr>
          <p:nvPr/>
        </p:nvCxnSpPr>
        <p:spPr>
          <a:xfrm>
            <a:off x="6092210" y="2418846"/>
            <a:ext cx="267756" cy="0"/>
          </a:xfrm>
          <a:prstGeom prst="straightConnector1">
            <a:avLst/>
          </a:prstGeom>
          <a:ln w="952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Group 230">
            <a:extLst>
              <a:ext uri="{FF2B5EF4-FFF2-40B4-BE49-F238E27FC236}">
                <a16:creationId xmlns:a16="http://schemas.microsoft.com/office/drawing/2014/main" id="{AF2BD24F-33A3-735F-F0EB-F6D60D5E74FC}"/>
              </a:ext>
            </a:extLst>
          </p:cNvPr>
          <p:cNvGrpSpPr/>
          <p:nvPr/>
        </p:nvGrpSpPr>
        <p:grpSpPr>
          <a:xfrm>
            <a:off x="10098693" y="1419225"/>
            <a:ext cx="90602" cy="371019"/>
            <a:chOff x="3509152" y="253612"/>
            <a:chExt cx="45719" cy="296189"/>
          </a:xfrm>
        </p:grpSpPr>
        <p:sp>
          <p:nvSpPr>
            <p:cNvPr id="21" name="Rectangle 231">
              <a:extLst>
                <a:ext uri="{FF2B5EF4-FFF2-40B4-BE49-F238E27FC236}">
                  <a16:creationId xmlns:a16="http://schemas.microsoft.com/office/drawing/2014/main" id="{98DEDA6E-89CF-DB84-60E1-DE1A3B2041EC}"/>
                </a:ext>
              </a:extLst>
            </p:cNvPr>
            <p:cNvSpPr/>
            <p:nvPr/>
          </p:nvSpPr>
          <p:spPr>
            <a:xfrm flipH="1">
              <a:off x="3509152" y="253612"/>
              <a:ext cx="45719" cy="289752"/>
            </a:xfrm>
            <a:prstGeom prst="rect">
              <a:avLst/>
            </a:prstGeom>
            <a:solidFill>
              <a:schemeClr val="bg1"/>
            </a:solidFill>
            <a:ln w="12700" cmpd="sng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0" name="Straight Connector 232">
              <a:extLst>
                <a:ext uri="{FF2B5EF4-FFF2-40B4-BE49-F238E27FC236}">
                  <a16:creationId xmlns:a16="http://schemas.microsoft.com/office/drawing/2014/main" id="{92D49A1E-8302-6A5B-6510-89EFF3248E36}"/>
                </a:ext>
              </a:extLst>
            </p:cNvPr>
            <p:cNvCxnSpPr>
              <a:cxnSpLocks/>
            </p:cNvCxnSpPr>
            <p:nvPr/>
          </p:nvCxnSpPr>
          <p:spPr>
            <a:xfrm>
              <a:off x="3532011" y="253612"/>
              <a:ext cx="0" cy="296189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Rectangle 231">
            <a:extLst>
              <a:ext uri="{FF2B5EF4-FFF2-40B4-BE49-F238E27FC236}">
                <a16:creationId xmlns:a16="http://schemas.microsoft.com/office/drawing/2014/main" id="{0FDBACE5-C0C2-D046-5195-E71345A4A9C7}"/>
              </a:ext>
            </a:extLst>
          </p:cNvPr>
          <p:cNvSpPr/>
          <p:nvPr/>
        </p:nvSpPr>
        <p:spPr>
          <a:xfrm flipH="1">
            <a:off x="6341275" y="1415257"/>
            <a:ext cx="78916" cy="37754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2" name="Straight Connector 232">
            <a:extLst>
              <a:ext uri="{FF2B5EF4-FFF2-40B4-BE49-F238E27FC236}">
                <a16:creationId xmlns:a16="http://schemas.microsoft.com/office/drawing/2014/main" id="{4E040843-FAFA-D738-2E43-A18B09794DE6}"/>
              </a:ext>
            </a:extLst>
          </p:cNvPr>
          <p:cNvCxnSpPr>
            <a:cxnSpLocks/>
          </p:cNvCxnSpPr>
          <p:nvPr/>
        </p:nvCxnSpPr>
        <p:spPr>
          <a:xfrm>
            <a:off x="6353721" y="1424782"/>
            <a:ext cx="0" cy="371019"/>
          </a:xfrm>
          <a:prstGeom prst="line">
            <a:avLst/>
          </a:prstGeom>
          <a:noFill/>
          <a:ln w="22860" cmpd="sng">
            <a:solidFill>
              <a:schemeClr val="tx1">
                <a:lumMod val="85000"/>
                <a:lumOff val="15000"/>
              </a:schemeClr>
            </a:solidFill>
            <a:prstDash val="sysDot"/>
            <a:headEnd type="none" w="med" len="lg"/>
            <a:tailEnd type="non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231">
            <a:extLst>
              <a:ext uri="{FF2B5EF4-FFF2-40B4-BE49-F238E27FC236}">
                <a16:creationId xmlns:a16="http://schemas.microsoft.com/office/drawing/2014/main" id="{EA5FC690-A437-E9F6-4246-D70C0F646C0C}"/>
              </a:ext>
            </a:extLst>
          </p:cNvPr>
          <p:cNvSpPr/>
          <p:nvPr/>
        </p:nvSpPr>
        <p:spPr>
          <a:xfrm flipH="1">
            <a:off x="8707560" y="2415741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7" name="Rectangle 231">
            <a:extLst>
              <a:ext uri="{FF2B5EF4-FFF2-40B4-BE49-F238E27FC236}">
                <a16:creationId xmlns:a16="http://schemas.microsoft.com/office/drawing/2014/main" id="{C268EF1E-52F9-C5DA-D3D1-A4C45301AC2D}"/>
              </a:ext>
            </a:extLst>
          </p:cNvPr>
          <p:cNvSpPr/>
          <p:nvPr/>
        </p:nvSpPr>
        <p:spPr>
          <a:xfrm flipH="1">
            <a:off x="6001775" y="2416832"/>
            <a:ext cx="90602" cy="362956"/>
          </a:xfrm>
          <a:prstGeom prst="rect">
            <a:avLst/>
          </a:prstGeom>
          <a:solidFill>
            <a:schemeClr val="bg1"/>
          </a:solidFill>
          <a:ln w="12700" cmpd="sng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9" name="Straight Connector 90">
            <a:extLst>
              <a:ext uri="{FF2B5EF4-FFF2-40B4-BE49-F238E27FC236}">
                <a16:creationId xmlns:a16="http://schemas.microsoft.com/office/drawing/2014/main" id="{9BB7160A-1A10-FE4C-FE5A-FC982EB47BFA}"/>
              </a:ext>
            </a:extLst>
          </p:cNvPr>
          <p:cNvCxnSpPr>
            <a:cxnSpLocks/>
          </p:cNvCxnSpPr>
          <p:nvPr/>
        </p:nvCxnSpPr>
        <p:spPr>
          <a:xfrm flipH="1" flipV="1">
            <a:off x="6082974" y="2407737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dash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75F7F8-3986-6AE6-FA74-2B1122A9080B}"/>
                  </a:ext>
                </a:extLst>
              </p:cNvPr>
              <p:cNvSpPr txBox="1"/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75F7F8-3986-6AE6-FA74-2B1122A90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896" y="2130618"/>
                <a:ext cx="353750" cy="273152"/>
              </a:xfrm>
              <a:prstGeom prst="rect">
                <a:avLst/>
              </a:prstGeom>
              <a:blipFill>
                <a:blip r:embed="rId11"/>
                <a:stretch>
                  <a:fillRect l="-8621" r="-3448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D9B0C4-5738-A9F6-D538-90FFE38965EB}"/>
                  </a:ext>
                </a:extLst>
              </p:cNvPr>
              <p:cNvSpPr txBox="1"/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D9B0C4-5738-A9F6-D538-90FFE3896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155" y="2106147"/>
                <a:ext cx="353750" cy="273152"/>
              </a:xfrm>
              <a:prstGeom prst="rect">
                <a:avLst/>
              </a:prstGeom>
              <a:blipFill>
                <a:blip r:embed="rId12"/>
                <a:stretch>
                  <a:fillRect l="-8621" r="-517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2B1222-3EB5-DCB3-24BC-3138F1498D6A}"/>
                  </a:ext>
                </a:extLst>
              </p:cNvPr>
              <p:cNvSpPr txBox="1"/>
              <p:nvPr/>
            </p:nvSpPr>
            <p:spPr>
              <a:xfrm>
                <a:off x="6034464" y="2126221"/>
                <a:ext cx="353750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2B1222-3EB5-DCB3-24BC-3138F1498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464" y="2126221"/>
                <a:ext cx="353750" cy="273152"/>
              </a:xfrm>
              <a:prstGeom prst="rect">
                <a:avLst/>
              </a:prstGeom>
              <a:blipFill>
                <a:blip r:embed="rId13"/>
                <a:stretch>
                  <a:fillRect l="-8621" r="-344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645D1E-A70A-5C4F-7266-1FED5F5D7718}"/>
                  </a:ext>
                </a:extLst>
              </p:cNvPr>
              <p:cNvSpPr txBox="1"/>
              <p:nvPr/>
            </p:nvSpPr>
            <p:spPr>
              <a:xfrm>
                <a:off x="3329517" y="1143854"/>
                <a:ext cx="348685" cy="273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RU" sz="17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645D1E-A70A-5C4F-7266-1FED5F5D7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517" y="1143854"/>
                <a:ext cx="348685" cy="273152"/>
              </a:xfrm>
              <a:prstGeom prst="rect">
                <a:avLst/>
              </a:prstGeom>
              <a:blipFill>
                <a:blip r:embed="rId14"/>
                <a:stretch>
                  <a:fillRect l="-8772" r="-5263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616">
            <a:extLst>
              <a:ext uri="{FF2B5EF4-FFF2-40B4-BE49-F238E27FC236}">
                <a16:creationId xmlns:a16="http://schemas.microsoft.com/office/drawing/2014/main" id="{3C964CA9-BE74-E244-194F-411DF5EDA4E2}"/>
              </a:ext>
            </a:extLst>
          </p:cNvPr>
          <p:cNvCxnSpPr>
            <a:cxnSpLocks/>
          </p:cNvCxnSpPr>
          <p:nvPr/>
        </p:nvCxnSpPr>
        <p:spPr>
          <a:xfrm flipV="1">
            <a:off x="3381376" y="2783620"/>
            <a:ext cx="7127875" cy="1038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769">
            <a:extLst>
              <a:ext uri="{FF2B5EF4-FFF2-40B4-BE49-F238E27FC236}">
                <a16:creationId xmlns:a16="http://schemas.microsoft.com/office/drawing/2014/main" id="{B2CD2121-3972-C277-513F-193165DC9733}"/>
              </a:ext>
            </a:extLst>
          </p:cNvPr>
          <p:cNvSpPr/>
          <p:nvPr/>
        </p:nvSpPr>
        <p:spPr>
          <a:xfrm flipH="1">
            <a:off x="4463878" y="2409536"/>
            <a:ext cx="268026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cxnSp>
        <p:nvCxnSpPr>
          <p:cNvPr id="48" name="Straight Connector 90">
            <a:extLst>
              <a:ext uri="{FF2B5EF4-FFF2-40B4-BE49-F238E27FC236}">
                <a16:creationId xmlns:a16="http://schemas.microsoft.com/office/drawing/2014/main" id="{5E618747-5312-F7C6-4153-C6108DA93EDD}"/>
              </a:ext>
            </a:extLst>
          </p:cNvPr>
          <p:cNvCxnSpPr>
            <a:cxnSpLocks/>
          </p:cNvCxnSpPr>
          <p:nvPr/>
        </p:nvCxnSpPr>
        <p:spPr>
          <a:xfrm>
            <a:off x="4731904" y="2406469"/>
            <a:ext cx="6154" cy="388081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769">
            <a:extLst>
              <a:ext uri="{FF2B5EF4-FFF2-40B4-BE49-F238E27FC236}">
                <a16:creationId xmlns:a16="http://schemas.microsoft.com/office/drawing/2014/main" id="{E2605111-FA72-5BB4-8255-F70AF8EB2FB4}"/>
              </a:ext>
            </a:extLst>
          </p:cNvPr>
          <p:cNvSpPr/>
          <p:nvPr/>
        </p:nvSpPr>
        <p:spPr>
          <a:xfrm flipH="1">
            <a:off x="3923248" y="2409127"/>
            <a:ext cx="536518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55" name="Rectangle 769">
            <a:extLst>
              <a:ext uri="{FF2B5EF4-FFF2-40B4-BE49-F238E27FC236}">
                <a16:creationId xmlns:a16="http://schemas.microsoft.com/office/drawing/2014/main" id="{0F9056E9-793A-4EBA-781C-25164F15638B}"/>
              </a:ext>
            </a:extLst>
          </p:cNvPr>
          <p:cNvSpPr/>
          <p:nvPr/>
        </p:nvSpPr>
        <p:spPr>
          <a:xfrm flipH="1">
            <a:off x="3376204" y="2409779"/>
            <a:ext cx="543052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45" name="Straight Connector 90">
            <a:extLst>
              <a:ext uri="{FF2B5EF4-FFF2-40B4-BE49-F238E27FC236}">
                <a16:creationId xmlns:a16="http://schemas.microsoft.com/office/drawing/2014/main" id="{55DF4A28-B48C-BD13-20E8-D5050EF4E425}"/>
              </a:ext>
            </a:extLst>
          </p:cNvPr>
          <p:cNvCxnSpPr>
            <a:cxnSpLocks/>
          </p:cNvCxnSpPr>
          <p:nvPr/>
        </p:nvCxnSpPr>
        <p:spPr>
          <a:xfrm flipH="1" flipV="1">
            <a:off x="3378994" y="24130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769">
            <a:extLst>
              <a:ext uri="{FF2B5EF4-FFF2-40B4-BE49-F238E27FC236}">
                <a16:creationId xmlns:a16="http://schemas.microsoft.com/office/drawing/2014/main" id="{7A8EB747-FE76-6E28-2202-240B2E6D0393}"/>
              </a:ext>
            </a:extLst>
          </p:cNvPr>
          <p:cNvSpPr/>
          <p:nvPr/>
        </p:nvSpPr>
        <p:spPr>
          <a:xfrm flipH="1">
            <a:off x="9869413" y="2407151"/>
            <a:ext cx="268026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sp>
        <p:nvSpPr>
          <p:cNvPr id="59" name="Rectangle 769">
            <a:extLst>
              <a:ext uri="{FF2B5EF4-FFF2-40B4-BE49-F238E27FC236}">
                <a16:creationId xmlns:a16="http://schemas.microsoft.com/office/drawing/2014/main" id="{CE3EF7D9-351A-EF15-EE9E-2F3A3893A4F5}"/>
              </a:ext>
            </a:extLst>
          </p:cNvPr>
          <p:cNvSpPr/>
          <p:nvPr/>
        </p:nvSpPr>
        <p:spPr>
          <a:xfrm flipH="1">
            <a:off x="9328783" y="2406742"/>
            <a:ext cx="536518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65" name="Rectangle 769">
            <a:extLst>
              <a:ext uri="{FF2B5EF4-FFF2-40B4-BE49-F238E27FC236}">
                <a16:creationId xmlns:a16="http://schemas.microsoft.com/office/drawing/2014/main" id="{E2E70649-D611-D48B-0939-4F8AF53A7ED9}"/>
              </a:ext>
            </a:extLst>
          </p:cNvPr>
          <p:cNvSpPr/>
          <p:nvPr/>
        </p:nvSpPr>
        <p:spPr>
          <a:xfrm flipH="1">
            <a:off x="8788273" y="2407394"/>
            <a:ext cx="536518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8" name="Straight Connector 90">
            <a:extLst>
              <a:ext uri="{FF2B5EF4-FFF2-40B4-BE49-F238E27FC236}">
                <a16:creationId xmlns:a16="http://schemas.microsoft.com/office/drawing/2014/main" id="{90A6102F-7993-DDFA-F499-E1E34977D716}"/>
              </a:ext>
            </a:extLst>
          </p:cNvPr>
          <p:cNvCxnSpPr>
            <a:cxnSpLocks/>
          </p:cNvCxnSpPr>
          <p:nvPr/>
        </p:nvCxnSpPr>
        <p:spPr>
          <a:xfrm>
            <a:off x="10138411" y="2406469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0">
            <a:extLst>
              <a:ext uri="{FF2B5EF4-FFF2-40B4-BE49-F238E27FC236}">
                <a16:creationId xmlns:a16="http://schemas.microsoft.com/office/drawing/2014/main" id="{1A5783C8-80EB-2689-FBF7-CA295B28263B}"/>
              </a:ext>
            </a:extLst>
          </p:cNvPr>
          <p:cNvCxnSpPr>
            <a:cxnSpLocks/>
          </p:cNvCxnSpPr>
          <p:nvPr/>
        </p:nvCxnSpPr>
        <p:spPr>
          <a:xfrm flipH="1" flipV="1">
            <a:off x="8788759" y="2406646"/>
            <a:ext cx="0" cy="381000"/>
          </a:xfrm>
          <a:prstGeom prst="line">
            <a:avLst/>
          </a:prstGeom>
          <a:ln w="22860" cmpd="sng">
            <a:solidFill>
              <a:schemeClr val="tx1"/>
            </a:solidFill>
            <a:prstDash val="dashDot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769">
            <a:extLst>
              <a:ext uri="{FF2B5EF4-FFF2-40B4-BE49-F238E27FC236}">
                <a16:creationId xmlns:a16="http://schemas.microsoft.com/office/drawing/2014/main" id="{417F9809-B895-E86C-13D9-C12023B841F6}"/>
              </a:ext>
            </a:extLst>
          </p:cNvPr>
          <p:cNvSpPr/>
          <p:nvPr/>
        </p:nvSpPr>
        <p:spPr>
          <a:xfrm flipH="1">
            <a:off x="7438102" y="2409532"/>
            <a:ext cx="268026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sp>
        <p:nvSpPr>
          <p:cNvPr id="67" name="Rectangle 769">
            <a:extLst>
              <a:ext uri="{FF2B5EF4-FFF2-40B4-BE49-F238E27FC236}">
                <a16:creationId xmlns:a16="http://schemas.microsoft.com/office/drawing/2014/main" id="{0E1E7093-E9E3-581B-4F49-D48A1BD46F6F}"/>
              </a:ext>
            </a:extLst>
          </p:cNvPr>
          <p:cNvSpPr/>
          <p:nvPr/>
        </p:nvSpPr>
        <p:spPr>
          <a:xfrm flipH="1">
            <a:off x="6897472" y="2409123"/>
            <a:ext cx="536518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sp>
        <p:nvSpPr>
          <p:cNvPr id="68" name="Rectangle 769">
            <a:extLst>
              <a:ext uri="{FF2B5EF4-FFF2-40B4-BE49-F238E27FC236}">
                <a16:creationId xmlns:a16="http://schemas.microsoft.com/office/drawing/2014/main" id="{FDD555D7-8112-C471-7097-56984B1D0CB5}"/>
              </a:ext>
            </a:extLst>
          </p:cNvPr>
          <p:cNvSpPr/>
          <p:nvPr/>
        </p:nvSpPr>
        <p:spPr>
          <a:xfrm flipH="1">
            <a:off x="6350428" y="2409775"/>
            <a:ext cx="543052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13" name="Straight Connector 90">
            <a:extLst>
              <a:ext uri="{FF2B5EF4-FFF2-40B4-BE49-F238E27FC236}">
                <a16:creationId xmlns:a16="http://schemas.microsoft.com/office/drawing/2014/main" id="{B9337CDC-E3BB-2D92-2BDF-D77C926382B1}"/>
              </a:ext>
            </a:extLst>
          </p:cNvPr>
          <p:cNvCxnSpPr>
            <a:cxnSpLocks/>
          </p:cNvCxnSpPr>
          <p:nvPr/>
        </p:nvCxnSpPr>
        <p:spPr>
          <a:xfrm>
            <a:off x="7701074" y="2410250"/>
            <a:ext cx="3810" cy="384175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69">
            <a:extLst>
              <a:ext uri="{FF2B5EF4-FFF2-40B4-BE49-F238E27FC236}">
                <a16:creationId xmlns:a16="http://schemas.microsoft.com/office/drawing/2014/main" id="{176A6BD0-0084-EC88-574B-8AD846F582A5}"/>
              </a:ext>
            </a:extLst>
          </p:cNvPr>
          <p:cNvSpPr/>
          <p:nvPr/>
        </p:nvSpPr>
        <p:spPr>
          <a:xfrm flipH="1">
            <a:off x="8250543" y="1419414"/>
            <a:ext cx="268026" cy="373390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A6A6A6"/>
              </a:solidFill>
            </a:endParaRPr>
          </a:p>
        </p:txBody>
      </p:sp>
      <p:sp>
        <p:nvSpPr>
          <p:cNvPr id="72" name="Rectangle 769">
            <a:extLst>
              <a:ext uri="{FF2B5EF4-FFF2-40B4-BE49-F238E27FC236}">
                <a16:creationId xmlns:a16="http://schemas.microsoft.com/office/drawing/2014/main" id="{465F8745-4C62-0DC8-070C-0EF45C6E20DE}"/>
              </a:ext>
            </a:extLst>
          </p:cNvPr>
          <p:cNvSpPr/>
          <p:nvPr/>
        </p:nvSpPr>
        <p:spPr>
          <a:xfrm flipH="1">
            <a:off x="7709913" y="1419004"/>
            <a:ext cx="536518" cy="37379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  <p:cxnSp>
        <p:nvCxnSpPr>
          <p:cNvPr id="3" name="Straight Connector 90">
            <a:extLst>
              <a:ext uri="{FF2B5EF4-FFF2-40B4-BE49-F238E27FC236}">
                <a16:creationId xmlns:a16="http://schemas.microsoft.com/office/drawing/2014/main" id="{49765A2A-CED9-65A5-7A00-579CB70355B1}"/>
              </a:ext>
            </a:extLst>
          </p:cNvPr>
          <p:cNvCxnSpPr>
            <a:cxnSpLocks/>
          </p:cNvCxnSpPr>
          <p:nvPr/>
        </p:nvCxnSpPr>
        <p:spPr>
          <a:xfrm>
            <a:off x="8521022" y="1419244"/>
            <a:ext cx="5742" cy="382548"/>
          </a:xfrm>
          <a:prstGeom prst="line">
            <a:avLst/>
          </a:prstGeom>
          <a:ln w="19050" cmpd="sng">
            <a:solidFill>
              <a:schemeClr val="tx1"/>
            </a:solidFill>
            <a:prstDash val="solid"/>
            <a:headEnd type="none" w="med" len="sm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B6FEF98-36FF-C318-DCBB-0130967FA677}"/>
                  </a:ext>
                </a:extLst>
              </p:cNvPr>
              <p:cNvSpPr txBox="1"/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7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RU" sz="1700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B6FEF98-36FF-C318-DCBB-0130967FA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711" y="2879447"/>
                <a:ext cx="290144" cy="261610"/>
              </a:xfrm>
              <a:prstGeom prst="rect">
                <a:avLst/>
              </a:prstGeom>
              <a:blipFill>
                <a:blip r:embed="rId15"/>
                <a:stretch>
                  <a:fillRect l="-19149" r="-14894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2666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56A34-0083-D506-2DD4-26C3005AD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2194370-086D-0C41-DAE4-4A0F701ED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774" y="2042040"/>
            <a:ext cx="7986452" cy="277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540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83CA1-F779-043E-BB99-41354A045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DA9FBDFD-5A40-2012-4DA7-205A27B8285B}"/>
              </a:ext>
            </a:extLst>
          </p:cNvPr>
          <p:cNvGrpSpPr/>
          <p:nvPr/>
        </p:nvGrpSpPr>
        <p:grpSpPr>
          <a:xfrm>
            <a:off x="2462743" y="1467327"/>
            <a:ext cx="1955156" cy="384175"/>
            <a:chOff x="3567641" y="1444466"/>
            <a:chExt cx="1955156" cy="384175"/>
          </a:xfrm>
        </p:grpSpPr>
        <p:cxnSp>
          <p:nvCxnSpPr>
            <p:cNvPr id="38" name="Straight Connector 90">
              <a:extLst>
                <a:ext uri="{FF2B5EF4-FFF2-40B4-BE49-F238E27FC236}">
                  <a16:creationId xmlns:a16="http://schemas.microsoft.com/office/drawing/2014/main" id="{54F282E5-8052-3235-E644-414AC93869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67641" y="1446053"/>
              <a:ext cx="0" cy="38100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90">
              <a:extLst>
                <a:ext uri="{FF2B5EF4-FFF2-40B4-BE49-F238E27FC236}">
                  <a16:creationId xmlns:a16="http://schemas.microsoft.com/office/drawing/2014/main" id="{3B713633-5440-F310-0E1C-EA36FA9D4825}"/>
                </a:ext>
              </a:extLst>
            </p:cNvPr>
            <p:cNvCxnSpPr>
              <a:cxnSpLocks/>
            </p:cNvCxnSpPr>
            <p:nvPr/>
          </p:nvCxnSpPr>
          <p:spPr>
            <a:xfrm>
              <a:off x="3721705" y="1444466"/>
              <a:ext cx="3810" cy="384175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olid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A28A9D4-103B-2761-03BC-59A11CE70EBB}"/>
                </a:ext>
              </a:extLst>
            </p:cNvPr>
            <p:cNvSpPr txBox="1"/>
            <p:nvPr/>
          </p:nvSpPr>
          <p:spPr>
            <a:xfrm>
              <a:off x="3871383" y="1477864"/>
              <a:ext cx="1651414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700" dirty="0"/>
                <a:t>- job release/finish</a:t>
              </a:r>
              <a:endParaRPr lang="en-RU" sz="1700" dirty="0"/>
            </a:p>
          </p:txBody>
        </p:sp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730B2A18-67C2-C981-CAC5-D9DD17FF4125}"/>
              </a:ext>
            </a:extLst>
          </p:cNvPr>
          <p:cNvGrpSpPr/>
          <p:nvPr/>
        </p:nvGrpSpPr>
        <p:grpSpPr>
          <a:xfrm>
            <a:off x="2556420" y="1974691"/>
            <a:ext cx="1371598" cy="371019"/>
            <a:chOff x="3661321" y="1951831"/>
            <a:chExt cx="1371598" cy="371019"/>
          </a:xfrm>
        </p:grpSpPr>
        <p:cxnSp>
          <p:nvCxnSpPr>
            <p:cNvPr id="53" name="Straight Connector 232">
              <a:extLst>
                <a:ext uri="{FF2B5EF4-FFF2-40B4-BE49-F238E27FC236}">
                  <a16:creationId xmlns:a16="http://schemas.microsoft.com/office/drawing/2014/main" id="{F6D9FFB9-7E82-0B1D-D4D9-24831621B658}"/>
                </a:ext>
              </a:extLst>
            </p:cNvPr>
            <p:cNvCxnSpPr>
              <a:cxnSpLocks/>
            </p:cNvCxnSpPr>
            <p:nvPr/>
          </p:nvCxnSpPr>
          <p:spPr>
            <a:xfrm>
              <a:off x="3661321" y="1951831"/>
              <a:ext cx="0" cy="371019"/>
            </a:xfrm>
            <a:prstGeom prst="line">
              <a:avLst/>
            </a:prstGeom>
            <a:noFill/>
            <a:ln w="22860" cmpd="sng">
              <a:solidFill>
                <a:schemeClr val="tx1">
                  <a:lumMod val="85000"/>
                  <a:lumOff val="15000"/>
                </a:schemeClr>
              </a:solidFill>
              <a:prstDash val="sysDot"/>
              <a:headEnd type="none" w="med" len="lg"/>
              <a:tailEnd type="non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82AD8EC-685D-B317-B3E8-6A8AD0E790B1}"/>
                </a:ext>
              </a:extLst>
            </p:cNvPr>
            <p:cNvSpPr txBox="1"/>
            <p:nvPr/>
          </p:nvSpPr>
          <p:spPr>
            <a:xfrm>
              <a:off x="3871383" y="1951831"/>
              <a:ext cx="11615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700" dirty="0"/>
                <a:t>- preemption</a:t>
              </a:r>
              <a:endParaRPr lang="en-RU" sz="1700" dirty="0"/>
            </a:p>
          </p:txBody>
        </p:sp>
      </p:grp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B9C5BDDD-3DA4-B5A5-2229-048D9FFEDDD6}"/>
              </a:ext>
            </a:extLst>
          </p:cNvPr>
          <p:cNvGrpSpPr/>
          <p:nvPr/>
        </p:nvGrpSpPr>
        <p:grpSpPr>
          <a:xfrm>
            <a:off x="2427894" y="2397757"/>
            <a:ext cx="4418553" cy="399597"/>
            <a:chOff x="3532793" y="2374896"/>
            <a:chExt cx="4418553" cy="399597"/>
          </a:xfrm>
        </p:grpSpPr>
        <p:grpSp>
          <p:nvGrpSpPr>
            <p:cNvPr id="55" name="Group 230">
              <a:extLst>
                <a:ext uri="{FF2B5EF4-FFF2-40B4-BE49-F238E27FC236}">
                  <a16:creationId xmlns:a16="http://schemas.microsoft.com/office/drawing/2014/main" id="{31628151-3BF1-C6EF-B1CC-8D8C1EEC7493}"/>
                </a:ext>
              </a:extLst>
            </p:cNvPr>
            <p:cNvGrpSpPr/>
            <p:nvPr/>
          </p:nvGrpSpPr>
          <p:grpSpPr>
            <a:xfrm>
              <a:off x="3532793" y="2403474"/>
              <a:ext cx="90602" cy="371019"/>
              <a:chOff x="3509152" y="253612"/>
              <a:chExt cx="45719" cy="296189"/>
            </a:xfrm>
          </p:grpSpPr>
          <p:sp>
            <p:nvSpPr>
              <p:cNvPr id="57" name="Rectangle 231">
                <a:extLst>
                  <a:ext uri="{FF2B5EF4-FFF2-40B4-BE49-F238E27FC236}">
                    <a16:creationId xmlns:a16="http://schemas.microsoft.com/office/drawing/2014/main" id="{D82197D5-FF57-6738-0BD1-F34FA7A79D5C}"/>
                  </a:ext>
                </a:extLst>
              </p:cNvPr>
              <p:cNvSpPr/>
              <p:nvPr/>
            </p:nvSpPr>
            <p:spPr>
              <a:xfrm flipH="1">
                <a:off x="3509152" y="253612"/>
                <a:ext cx="45719" cy="289752"/>
              </a:xfrm>
              <a:prstGeom prst="rect">
                <a:avLst/>
              </a:prstGeom>
              <a:solidFill>
                <a:schemeClr val="bg1"/>
              </a:solidFill>
              <a:ln w="12700" cmpd="sng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59" name="Straight Connector 232">
                <a:extLst>
                  <a:ext uri="{FF2B5EF4-FFF2-40B4-BE49-F238E27FC236}">
                    <a16:creationId xmlns:a16="http://schemas.microsoft.com/office/drawing/2014/main" id="{1DA35B67-6C14-A96D-F02C-6B9DD03995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2011" y="253612"/>
                <a:ext cx="0" cy="296189"/>
              </a:xfrm>
              <a:prstGeom prst="line">
                <a:avLst/>
              </a:prstGeom>
              <a:ln w="22860" cmpd="sng">
                <a:solidFill>
                  <a:schemeClr val="tx1"/>
                </a:solidFill>
                <a:prstDash val="dashDot"/>
                <a:headEnd type="none" w="med" len="lg"/>
                <a:tailEnd type="none" w="med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" name="Straight Connector 90">
              <a:extLst>
                <a:ext uri="{FF2B5EF4-FFF2-40B4-BE49-F238E27FC236}">
                  <a16:creationId xmlns:a16="http://schemas.microsoft.com/office/drawing/2014/main" id="{AEAEB569-2273-7CD8-5762-1767357EBD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27809" y="2374896"/>
              <a:ext cx="0" cy="381000"/>
            </a:xfrm>
            <a:prstGeom prst="line">
              <a:avLst/>
            </a:prstGeom>
            <a:ln w="22860" cmpd="sng">
              <a:solidFill>
                <a:schemeClr val="tx1"/>
              </a:solidFill>
              <a:prstDash val="dashDot"/>
              <a:headEnd type="none" w="med" len="sm"/>
              <a:tailEnd type="stealth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9AF73A1-15C3-A1DD-03B0-E6486B1EFFAE}"/>
                </a:ext>
              </a:extLst>
            </p:cNvPr>
            <p:cNvSpPr txBox="1"/>
            <p:nvPr/>
          </p:nvSpPr>
          <p:spPr>
            <a:xfrm>
              <a:off x="3871383" y="2454147"/>
              <a:ext cx="40799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700" dirty="0"/>
                <a:t>- job deadline/deadline and scheduled release</a:t>
              </a:r>
              <a:endParaRPr lang="en-RU" sz="1700" dirty="0"/>
            </a:p>
          </p:txBody>
        </p: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9914F201-4ACA-7390-5C33-C39AD3839A85}"/>
              </a:ext>
            </a:extLst>
          </p:cNvPr>
          <p:cNvGrpSpPr/>
          <p:nvPr/>
        </p:nvGrpSpPr>
        <p:grpSpPr>
          <a:xfrm>
            <a:off x="7239119" y="1472513"/>
            <a:ext cx="1987023" cy="274473"/>
            <a:chOff x="3567641" y="2771723"/>
            <a:chExt cx="1987022" cy="2744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965EACC4-EC99-F712-F8F4-83C987637EBA}"/>
                    </a:ext>
                  </a:extLst>
                </p:cNvPr>
                <p:cNvSpPr txBox="1"/>
                <p:nvPr/>
              </p:nvSpPr>
              <p:spPr>
                <a:xfrm>
                  <a:off x="3567641" y="2799975"/>
                  <a:ext cx="152286" cy="24622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l-GR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oMath>
                    </m:oMathPara>
                  </a14:m>
                  <a:endPara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965EACC4-EC99-F712-F8F4-83C987637E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7641" y="2799975"/>
                  <a:ext cx="152286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32000" r="-32000"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DA0B1CA-1FF1-4976-5DAB-31CB63F8B500}"/>
                </a:ext>
              </a:extLst>
            </p:cNvPr>
            <p:cNvSpPr txBox="1"/>
            <p:nvPr/>
          </p:nvSpPr>
          <p:spPr>
            <a:xfrm>
              <a:off x="3871383" y="2771723"/>
              <a:ext cx="168328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700" dirty="0"/>
                <a:t>- preemption delay</a:t>
              </a:r>
              <a:endParaRPr lang="en-RU" sz="1700" dirty="0"/>
            </a:p>
          </p:txBody>
        </p:sp>
      </p:grpSp>
      <p:sp>
        <p:nvSpPr>
          <p:cNvPr id="71" name="job 1">
            <a:extLst>
              <a:ext uri="{FF2B5EF4-FFF2-40B4-BE49-F238E27FC236}">
                <a16:creationId xmlns:a16="http://schemas.microsoft.com/office/drawing/2014/main" id="{044E00C9-EFD1-482B-6A7E-2773C5ED9E51}"/>
              </a:ext>
            </a:extLst>
          </p:cNvPr>
          <p:cNvSpPr>
            <a:spLocks noGrp="1"/>
          </p:cNvSpPr>
          <p:nvPr/>
        </p:nvSpPr>
        <p:spPr>
          <a:xfrm>
            <a:off x="7239118" y="1919760"/>
            <a:ext cx="90602" cy="377849"/>
          </a:xfrm>
          <a:prstGeom prst="rect">
            <a:avLst/>
          </a:prstGeom>
          <a:solidFill>
            <a:srgbClr val="E2E2E2"/>
          </a:solidFill>
          <a:ln w="9525">
            <a:solidFill>
              <a:srgbClr val="20202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965657-CCFC-3653-1EB2-7F442E966370}"/>
              </a:ext>
            </a:extLst>
          </p:cNvPr>
          <p:cNvSpPr txBox="1"/>
          <p:nvPr/>
        </p:nvSpPr>
        <p:spPr>
          <a:xfrm>
            <a:off x="7577707" y="1974692"/>
            <a:ext cx="354424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700" dirty="0"/>
              <a:t>- job execution/execution after deadline</a:t>
            </a:r>
            <a:endParaRPr lang="en-RU" sz="1700" dirty="0"/>
          </a:p>
        </p:txBody>
      </p:sp>
      <p:sp>
        <p:nvSpPr>
          <p:cNvPr id="77" name="skip cross b">
            <a:extLst>
              <a:ext uri="{FF2B5EF4-FFF2-40B4-BE49-F238E27FC236}">
                <a16:creationId xmlns:a16="http://schemas.microsoft.com/office/drawing/2014/main" id="{32E99B2C-0B31-1CDA-8BFA-E4EDE10AA116}"/>
              </a:ext>
            </a:extLst>
          </p:cNvPr>
          <p:cNvSpPr>
            <a:spLocks noGrp="1"/>
          </p:cNvSpPr>
          <p:nvPr/>
        </p:nvSpPr>
        <p:spPr>
          <a:xfrm flipV="1">
            <a:off x="7284419" y="2550662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78" name="skip cross a">
            <a:extLst>
              <a:ext uri="{FF2B5EF4-FFF2-40B4-BE49-F238E27FC236}">
                <a16:creationId xmlns:a16="http://schemas.microsoft.com/office/drawing/2014/main" id="{951AE809-1E93-945D-3281-BEFCD8D099B5}"/>
              </a:ext>
            </a:extLst>
          </p:cNvPr>
          <p:cNvSpPr>
            <a:spLocks noGrp="1"/>
          </p:cNvSpPr>
          <p:nvPr/>
        </p:nvSpPr>
        <p:spPr>
          <a:xfrm>
            <a:off x="7284419" y="2550662"/>
            <a:ext cx="114300" cy="114300"/>
          </a:xfrm>
          <a:prstGeom prst="line">
            <a:avLst/>
          </a:prstGeom>
          <a:noFill/>
          <a:ln w="17145">
            <a:solidFill>
              <a:srgbClr val="C00000"/>
            </a:solidFill>
          </a:ln>
        </p:spPr>
        <p:txBody>
          <a:bodyPr/>
          <a:lstStyle/>
          <a:p>
            <a:endParaRPr lang="en-US" sz="2117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91C2858-CFC7-B088-8CC2-92E008CA353F}"/>
              </a:ext>
            </a:extLst>
          </p:cNvPr>
          <p:cNvSpPr txBox="1"/>
          <p:nvPr/>
        </p:nvSpPr>
        <p:spPr>
          <a:xfrm>
            <a:off x="7577709" y="2477008"/>
            <a:ext cx="148951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700" dirty="0"/>
              <a:t>- skipped release</a:t>
            </a:r>
            <a:endParaRPr lang="en-RU" sz="1700" dirty="0"/>
          </a:p>
        </p:txBody>
      </p:sp>
      <p:sp>
        <p:nvSpPr>
          <p:cNvPr id="2" name="Rectangle 769">
            <a:extLst>
              <a:ext uri="{FF2B5EF4-FFF2-40B4-BE49-F238E27FC236}">
                <a16:creationId xmlns:a16="http://schemas.microsoft.com/office/drawing/2014/main" id="{3EFE6102-F45D-32AC-5103-77DEC2B5CDB0}"/>
              </a:ext>
            </a:extLst>
          </p:cNvPr>
          <p:cNvSpPr/>
          <p:nvPr/>
        </p:nvSpPr>
        <p:spPr>
          <a:xfrm flipH="1">
            <a:off x="7381399" y="1919760"/>
            <a:ext cx="92910" cy="377849"/>
          </a:xfrm>
          <a:prstGeom prst="rect">
            <a:avLst/>
          </a:prstGeom>
          <a:solidFill>
            <a:srgbClr val="E2E2E2"/>
          </a:solidFill>
          <a:ln w="12700" cmpd="sng">
            <a:solidFill>
              <a:schemeClr val="tx1"/>
            </a:solidFill>
            <a:prstDash val="solid"/>
          </a:ln>
          <a:effectLst>
            <a:innerShdw dist="1092200" dir="10800000">
              <a:srgbClr val="C00000">
                <a:alpha val="8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A6A6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4285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6BB40-894E-D27C-4FF4-DCE76EEF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EFB06C20-BF5C-6050-B5CF-2D5A61035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775" y="0"/>
            <a:ext cx="7986452" cy="2773920"/>
          </a:xfrm>
          <a:prstGeom prst="rect">
            <a:avLst/>
          </a:prstGeom>
        </p:spPr>
      </p:pic>
      <p:pic>
        <p:nvPicPr>
          <p:cNvPr id="157" name="Рисунок 156">
            <a:extLst>
              <a:ext uri="{FF2B5EF4-FFF2-40B4-BE49-F238E27FC236}">
                <a16:creationId xmlns:a16="http://schemas.microsoft.com/office/drawing/2014/main" id="{DD56BAF9-AD66-FE9C-EF34-9A2C6EC42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775" y="2466703"/>
            <a:ext cx="7986452" cy="2773920"/>
          </a:xfrm>
          <a:prstGeom prst="rect">
            <a:avLst/>
          </a:prstGeom>
        </p:spPr>
      </p:pic>
      <p:pic>
        <p:nvPicPr>
          <p:cNvPr id="236" name="Рисунок 235">
            <a:extLst>
              <a:ext uri="{FF2B5EF4-FFF2-40B4-BE49-F238E27FC236}">
                <a16:creationId xmlns:a16="http://schemas.microsoft.com/office/drawing/2014/main" id="{26F475E8-F8A8-D68D-50F1-5011542E2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775" y="4933406"/>
            <a:ext cx="7986452" cy="277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90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12195</TotalTime>
  <Words>2125</Words>
  <Application>Microsoft Office PowerPoint</Application>
  <PresentationFormat>Широкоэкранный</PresentationFormat>
  <Paragraphs>1188</Paragraphs>
  <Slides>41</Slides>
  <Notes>0</Notes>
  <HiddenSlides>4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9" baseType="lpstr">
      <vt:lpstr>Arial</vt:lpstr>
      <vt:lpstr>Calibri</vt:lpstr>
      <vt:lpstr>Calibri Light</vt:lpstr>
      <vt:lpstr>Cambria</vt:lpstr>
      <vt:lpstr>Cambria Math</vt:lpstr>
      <vt:lpstr>Consolas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Артем Бурмяков</dc:creator>
  <cp:lastModifiedBy>Владимир Топорков</cp:lastModifiedBy>
  <cp:revision>344</cp:revision>
  <cp:lastPrinted>2024-06-05T11:48:30Z</cp:lastPrinted>
  <dcterms:created xsi:type="dcterms:W3CDTF">2024-01-08T10:43:46Z</dcterms:created>
  <dcterms:modified xsi:type="dcterms:W3CDTF">2026-10-16T06:04:58Z</dcterms:modified>
</cp:coreProperties>
</file>