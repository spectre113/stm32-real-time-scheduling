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7" r:id="rId8"/>
    <p:sldId id="420" r:id="rId9"/>
    <p:sldId id="422" r:id="rId10"/>
    <p:sldId id="423" r:id="rId11"/>
    <p:sldId id="425" r:id="rId12"/>
    <p:sldId id="426" r:id="rId13"/>
    <p:sldId id="427" r:id="rId14"/>
    <p:sldId id="428" r:id="rId15"/>
    <p:sldId id="424" r:id="rId16"/>
    <p:sldId id="418" r:id="rId17"/>
    <p:sldId id="256" r:id="rId18"/>
    <p:sldId id="421" r:id="rId19"/>
    <p:sldId id="419" r:id="rId20"/>
    <p:sldId id="415" r:id="rId21"/>
    <p:sldId id="416" r:id="rId22"/>
    <p:sldId id="411" r:id="rId23"/>
    <p:sldId id="410" r:id="rId24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6327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10/04/2026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7.png"/><Relationship Id="rId26" Type="http://schemas.openxmlformats.org/officeDocument/2006/relationships/image" Target="../media/image11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1.png"/><Relationship Id="rId38" Type="http://schemas.openxmlformats.org/officeDocument/2006/relationships/image" Target="../media/image2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7.png"/><Relationship Id="rId24" Type="http://schemas.openxmlformats.org/officeDocument/2006/relationships/image" Target="../media/image23.png"/><Relationship Id="rId32" Type="http://schemas.openxmlformats.org/officeDocument/2006/relationships/image" Target="../media/image30.png"/><Relationship Id="rId37" Type="http://schemas.openxmlformats.org/officeDocument/2006/relationships/image" Target="../media/image12.png"/><Relationship Id="rId5" Type="http://schemas.openxmlformats.org/officeDocument/2006/relationships/image" Target="../media/image13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36" Type="http://schemas.openxmlformats.org/officeDocument/2006/relationships/image" Target="../media/image34.png"/><Relationship Id="rId10" Type="http://schemas.openxmlformats.org/officeDocument/2006/relationships/image" Target="../media/image6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9" Type="http://schemas.openxmlformats.org/officeDocument/2006/relationships/image" Target="../media/image107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102.png"/><Relationship Id="rId55" Type="http://schemas.openxmlformats.org/officeDocument/2006/relationships/image" Target="../media/image112.png"/><Relationship Id="rId7" Type="http://schemas.openxmlformats.org/officeDocument/2006/relationships/image" Target="../media/image41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59" Type="http://schemas.openxmlformats.org/officeDocument/2006/relationships/image" Target="../media/image116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63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53" Type="http://schemas.openxmlformats.org/officeDocument/2006/relationships/image" Target="../media/image110.png"/><Relationship Id="rId58" Type="http://schemas.openxmlformats.org/officeDocument/2006/relationships/image" Target="../media/image115.png"/><Relationship Id="rId5" Type="http://schemas.openxmlformats.org/officeDocument/2006/relationships/image" Target="../media/image39.png"/><Relationship Id="rId15" Type="http://schemas.openxmlformats.org/officeDocument/2006/relationships/image" Target="../media/image91.png"/><Relationship Id="rId28" Type="http://schemas.openxmlformats.org/officeDocument/2006/relationships/image" Target="../media/image62.png"/><Relationship Id="rId36" Type="http://schemas.openxmlformats.org/officeDocument/2006/relationships/image" Target="../media/image104.png"/><Relationship Id="rId57" Type="http://schemas.openxmlformats.org/officeDocument/2006/relationships/image" Target="../media/image114.png"/><Relationship Id="rId10" Type="http://schemas.openxmlformats.org/officeDocument/2006/relationships/image" Target="../media/image44.png"/><Relationship Id="rId19" Type="http://schemas.openxmlformats.org/officeDocument/2006/relationships/image" Target="../media/image95.png"/><Relationship Id="rId31" Type="http://schemas.openxmlformats.org/officeDocument/2006/relationships/image" Target="../media/image99.png"/><Relationship Id="rId52" Type="http://schemas.openxmlformats.org/officeDocument/2006/relationships/image" Target="../media/image10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90.png"/><Relationship Id="rId22" Type="http://schemas.openxmlformats.org/officeDocument/2006/relationships/image" Target="../media/image97.png"/><Relationship Id="rId27" Type="http://schemas.openxmlformats.org/officeDocument/2006/relationships/image" Target="../media/image61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56" Type="http://schemas.openxmlformats.org/officeDocument/2006/relationships/image" Target="../media/image1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21" Type="http://schemas.openxmlformats.org/officeDocument/2006/relationships/image" Target="../media/image18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67" Type="http://schemas.openxmlformats.org/officeDocument/2006/relationships/image" Target="../media/image223.png"/><Relationship Id="rId71" Type="http://schemas.openxmlformats.org/officeDocument/2006/relationships/image" Target="../media/image227.png"/><Relationship Id="rId2" Type="http://schemas.openxmlformats.org/officeDocument/2006/relationships/image" Target="../media/image161.png"/><Relationship Id="rId16" Type="http://schemas.openxmlformats.org/officeDocument/2006/relationships/image" Target="../media/image175.png"/><Relationship Id="rId20" Type="http://schemas.openxmlformats.org/officeDocument/2006/relationships/image" Target="../media/image179.png"/><Relationship Id="rId29" Type="http://schemas.openxmlformats.org/officeDocument/2006/relationships/image" Target="../media/image188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18" Type="http://schemas.openxmlformats.org/officeDocument/2006/relationships/image" Target="../media/image204.png"/><Relationship Id="rId26" Type="http://schemas.openxmlformats.org/officeDocument/2006/relationships/image" Target="../media/image241.png"/><Relationship Id="rId39" Type="http://schemas.openxmlformats.org/officeDocument/2006/relationships/image" Target="../media/image254.png"/><Relationship Id="rId21" Type="http://schemas.openxmlformats.org/officeDocument/2006/relationships/image" Target="../media/image217.png"/><Relationship Id="rId34" Type="http://schemas.openxmlformats.org/officeDocument/2006/relationships/image" Target="../media/image249.png"/><Relationship Id="rId47" Type="http://schemas.openxmlformats.org/officeDocument/2006/relationships/image" Target="../media/image262.png"/><Relationship Id="rId50" Type="http://schemas.openxmlformats.org/officeDocument/2006/relationships/image" Target="../media/image265.png"/><Relationship Id="rId55" Type="http://schemas.openxmlformats.org/officeDocument/2006/relationships/image" Target="../media/image270.png"/><Relationship Id="rId63" Type="http://schemas.openxmlformats.org/officeDocument/2006/relationships/image" Target="../media/image278.png"/><Relationship Id="rId68" Type="http://schemas.openxmlformats.org/officeDocument/2006/relationships/image" Target="../media/image283.png"/><Relationship Id="rId7" Type="http://schemas.openxmlformats.org/officeDocument/2006/relationships/image" Target="../media/image195.png"/><Relationship Id="rId2" Type="http://schemas.openxmlformats.org/officeDocument/2006/relationships/image" Target="../media/image1611.png"/><Relationship Id="rId20" Type="http://schemas.openxmlformats.org/officeDocument/2006/relationships/image" Target="../media/image216.png"/><Relationship Id="rId29" Type="http://schemas.openxmlformats.org/officeDocument/2006/relationships/image" Target="../media/image244.png"/><Relationship Id="rId41" Type="http://schemas.openxmlformats.org/officeDocument/2006/relationships/image" Target="../media/image256.png"/><Relationship Id="rId54" Type="http://schemas.openxmlformats.org/officeDocument/2006/relationships/image" Target="../media/image269.png"/><Relationship Id="rId62" Type="http://schemas.openxmlformats.org/officeDocument/2006/relationships/image" Target="../media/image277.png"/><Relationship Id="rId70" Type="http://schemas.openxmlformats.org/officeDocument/2006/relationships/image" Target="../media/image2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1" Type="http://schemas.openxmlformats.org/officeDocument/2006/relationships/image" Target="../media/image199.png"/><Relationship Id="rId24" Type="http://schemas.openxmlformats.org/officeDocument/2006/relationships/image" Target="../media/image239.png"/><Relationship Id="rId32" Type="http://schemas.openxmlformats.org/officeDocument/2006/relationships/image" Target="../media/image247.png"/><Relationship Id="rId37" Type="http://schemas.openxmlformats.org/officeDocument/2006/relationships/image" Target="../media/image252.png"/><Relationship Id="rId40" Type="http://schemas.openxmlformats.org/officeDocument/2006/relationships/image" Target="../media/image255.png"/><Relationship Id="rId53" Type="http://schemas.openxmlformats.org/officeDocument/2006/relationships/image" Target="../media/image268.png"/><Relationship Id="rId58" Type="http://schemas.openxmlformats.org/officeDocument/2006/relationships/image" Target="../media/image273.png"/><Relationship Id="rId66" Type="http://schemas.openxmlformats.org/officeDocument/2006/relationships/image" Target="../media/image281.png"/><Relationship Id="rId5" Type="http://schemas.openxmlformats.org/officeDocument/2006/relationships/image" Target="../media/image193.png"/><Relationship Id="rId15" Type="http://schemas.openxmlformats.org/officeDocument/2006/relationships/image" Target="../media/image203.png"/><Relationship Id="rId23" Type="http://schemas.openxmlformats.org/officeDocument/2006/relationships/image" Target="../media/image238.png"/><Relationship Id="rId28" Type="http://schemas.openxmlformats.org/officeDocument/2006/relationships/image" Target="../media/image243.png"/><Relationship Id="rId36" Type="http://schemas.openxmlformats.org/officeDocument/2006/relationships/image" Target="../media/image251.png"/><Relationship Id="rId49" Type="http://schemas.openxmlformats.org/officeDocument/2006/relationships/image" Target="../media/image264.png"/><Relationship Id="rId57" Type="http://schemas.openxmlformats.org/officeDocument/2006/relationships/image" Target="../media/image272.png"/><Relationship Id="rId61" Type="http://schemas.openxmlformats.org/officeDocument/2006/relationships/image" Target="../media/image276.png"/><Relationship Id="rId10" Type="http://schemas.openxmlformats.org/officeDocument/2006/relationships/image" Target="../media/image198.png"/><Relationship Id="rId19" Type="http://schemas.openxmlformats.org/officeDocument/2006/relationships/image" Target="../media/image205.png"/><Relationship Id="rId31" Type="http://schemas.openxmlformats.org/officeDocument/2006/relationships/image" Target="../media/image246.png"/><Relationship Id="rId52" Type="http://schemas.openxmlformats.org/officeDocument/2006/relationships/image" Target="../media/image267.png"/><Relationship Id="rId60" Type="http://schemas.openxmlformats.org/officeDocument/2006/relationships/image" Target="../media/image275.png"/><Relationship Id="rId65" Type="http://schemas.openxmlformats.org/officeDocument/2006/relationships/image" Target="../media/image280.png"/><Relationship Id="rId4" Type="http://schemas.openxmlformats.org/officeDocument/2006/relationships/image" Target="../media/image192.png"/><Relationship Id="rId9" Type="http://schemas.openxmlformats.org/officeDocument/2006/relationships/image" Target="../media/image197.png"/><Relationship Id="rId14" Type="http://schemas.openxmlformats.org/officeDocument/2006/relationships/image" Target="../media/image202.png"/><Relationship Id="rId22" Type="http://schemas.openxmlformats.org/officeDocument/2006/relationships/image" Target="../media/image218.png"/><Relationship Id="rId27" Type="http://schemas.openxmlformats.org/officeDocument/2006/relationships/image" Target="../media/image242.png"/><Relationship Id="rId30" Type="http://schemas.openxmlformats.org/officeDocument/2006/relationships/image" Target="../media/image245.png"/><Relationship Id="rId35" Type="http://schemas.openxmlformats.org/officeDocument/2006/relationships/image" Target="../media/image250.png"/><Relationship Id="rId48" Type="http://schemas.openxmlformats.org/officeDocument/2006/relationships/image" Target="../media/image263.png"/><Relationship Id="rId56" Type="http://schemas.openxmlformats.org/officeDocument/2006/relationships/image" Target="../media/image271.png"/><Relationship Id="rId64" Type="http://schemas.openxmlformats.org/officeDocument/2006/relationships/image" Target="../media/image279.png"/><Relationship Id="rId69" Type="http://schemas.openxmlformats.org/officeDocument/2006/relationships/image" Target="../media/image284.png"/><Relationship Id="rId8" Type="http://schemas.openxmlformats.org/officeDocument/2006/relationships/image" Target="../media/image196.png"/><Relationship Id="rId51" Type="http://schemas.openxmlformats.org/officeDocument/2006/relationships/image" Target="../media/image266.png"/><Relationship Id="rId3" Type="http://schemas.openxmlformats.org/officeDocument/2006/relationships/image" Target="../media/image191.png"/><Relationship Id="rId12" Type="http://schemas.openxmlformats.org/officeDocument/2006/relationships/image" Target="../media/image200.png"/><Relationship Id="rId17" Type="http://schemas.openxmlformats.org/officeDocument/2006/relationships/image" Target="../media/image1760.png"/><Relationship Id="rId25" Type="http://schemas.openxmlformats.org/officeDocument/2006/relationships/image" Target="../media/image240.png"/><Relationship Id="rId33" Type="http://schemas.openxmlformats.org/officeDocument/2006/relationships/image" Target="../media/image248.png"/><Relationship Id="rId38" Type="http://schemas.openxmlformats.org/officeDocument/2006/relationships/image" Target="../media/image253.png"/><Relationship Id="rId46" Type="http://schemas.openxmlformats.org/officeDocument/2006/relationships/image" Target="../media/image261.png"/><Relationship Id="rId59" Type="http://schemas.openxmlformats.org/officeDocument/2006/relationships/image" Target="../media/image274.png"/><Relationship Id="rId67" Type="http://schemas.openxmlformats.org/officeDocument/2006/relationships/image" Target="../media/image282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26" Type="http://schemas.openxmlformats.org/officeDocument/2006/relationships/image" Target="../media/image241.png"/><Relationship Id="rId39" Type="http://schemas.openxmlformats.org/officeDocument/2006/relationships/image" Target="../media/image291.png"/><Relationship Id="rId21" Type="http://schemas.openxmlformats.org/officeDocument/2006/relationships/image" Target="../media/image217.png"/><Relationship Id="rId34" Type="http://schemas.openxmlformats.org/officeDocument/2006/relationships/image" Target="../media/image2860.png"/><Relationship Id="rId42" Type="http://schemas.openxmlformats.org/officeDocument/2006/relationships/image" Target="../media/image294.png"/><Relationship Id="rId47" Type="http://schemas.openxmlformats.org/officeDocument/2006/relationships/image" Target="../media/image299.png"/><Relationship Id="rId50" Type="http://schemas.openxmlformats.org/officeDocument/2006/relationships/image" Target="../media/image302.png"/><Relationship Id="rId63" Type="http://schemas.openxmlformats.org/officeDocument/2006/relationships/image" Target="../media/image2970.png"/><Relationship Id="rId68" Type="http://schemas.openxmlformats.org/officeDocument/2006/relationships/image" Target="../media/image309.png"/><Relationship Id="rId76" Type="http://schemas.openxmlformats.org/officeDocument/2006/relationships/image" Target="../media/image316.png"/><Relationship Id="rId84" Type="http://schemas.openxmlformats.org/officeDocument/2006/relationships/image" Target="../media/image324.png"/><Relationship Id="rId89" Type="http://schemas.openxmlformats.org/officeDocument/2006/relationships/image" Target="../media/image3200.png"/><Relationship Id="rId7" Type="http://schemas.openxmlformats.org/officeDocument/2006/relationships/image" Target="../media/image195.png"/><Relationship Id="rId71" Type="http://schemas.openxmlformats.org/officeDocument/2006/relationships/image" Target="../media/image312.png"/><Relationship Id="rId92" Type="http://schemas.openxmlformats.org/officeDocument/2006/relationships/image" Target="../media/image331.png"/><Relationship Id="rId2" Type="http://schemas.openxmlformats.org/officeDocument/2006/relationships/image" Target="../media/image257.png"/><Relationship Id="rId16" Type="http://schemas.openxmlformats.org/officeDocument/2006/relationships/image" Target="../media/image286.png"/><Relationship Id="rId29" Type="http://schemas.openxmlformats.org/officeDocument/2006/relationships/image" Target="../media/image288.png"/><Relationship Id="rId11" Type="http://schemas.openxmlformats.org/officeDocument/2006/relationships/image" Target="../media/image199.png"/><Relationship Id="rId24" Type="http://schemas.openxmlformats.org/officeDocument/2006/relationships/image" Target="../media/image239.png"/><Relationship Id="rId32" Type="http://schemas.openxmlformats.org/officeDocument/2006/relationships/image" Target="../media/image2591.png"/><Relationship Id="rId37" Type="http://schemas.openxmlformats.org/officeDocument/2006/relationships/image" Target="../media/image2890.png"/><Relationship Id="rId40" Type="http://schemas.openxmlformats.org/officeDocument/2006/relationships/image" Target="../media/image292.png"/><Relationship Id="rId45" Type="http://schemas.openxmlformats.org/officeDocument/2006/relationships/image" Target="../media/image297.png"/><Relationship Id="rId66" Type="http://schemas.openxmlformats.org/officeDocument/2006/relationships/image" Target="../media/image307.png"/><Relationship Id="rId74" Type="http://schemas.openxmlformats.org/officeDocument/2006/relationships/image" Target="../media/image314.png"/><Relationship Id="rId79" Type="http://schemas.openxmlformats.org/officeDocument/2006/relationships/image" Target="../media/image319.png"/><Relationship Id="rId87" Type="http://schemas.openxmlformats.org/officeDocument/2006/relationships/image" Target="../media/image327.png"/><Relationship Id="rId5" Type="http://schemas.openxmlformats.org/officeDocument/2006/relationships/image" Target="../media/image193.png"/><Relationship Id="rId61" Type="http://schemas.openxmlformats.org/officeDocument/2006/relationships/image" Target="../media/image2960.png"/><Relationship Id="rId82" Type="http://schemas.openxmlformats.org/officeDocument/2006/relationships/image" Target="../media/image322.png"/><Relationship Id="rId90" Type="http://schemas.openxmlformats.org/officeDocument/2006/relationships/image" Target="../media/image329.png"/><Relationship Id="rId95" Type="http://schemas.openxmlformats.org/officeDocument/2006/relationships/image" Target="../media/image334.png"/><Relationship Id="rId19" Type="http://schemas.openxmlformats.org/officeDocument/2006/relationships/image" Target="../media/image205.png"/><Relationship Id="rId4" Type="http://schemas.openxmlformats.org/officeDocument/2006/relationships/image" Target="../media/image192.png"/><Relationship Id="rId9" Type="http://schemas.openxmlformats.org/officeDocument/2006/relationships/image" Target="../media/image197.png"/><Relationship Id="rId14" Type="http://schemas.openxmlformats.org/officeDocument/2006/relationships/image" Target="../media/image259.png"/><Relationship Id="rId22" Type="http://schemas.openxmlformats.org/officeDocument/2006/relationships/image" Target="../media/image218.png"/><Relationship Id="rId27" Type="http://schemas.openxmlformats.org/officeDocument/2006/relationships/image" Target="../media/image242.png"/><Relationship Id="rId30" Type="http://schemas.openxmlformats.org/officeDocument/2006/relationships/image" Target="../media/image289.png"/><Relationship Id="rId35" Type="http://schemas.openxmlformats.org/officeDocument/2006/relationships/image" Target="../media/image2870.png"/><Relationship Id="rId43" Type="http://schemas.openxmlformats.org/officeDocument/2006/relationships/image" Target="../media/image295.png"/><Relationship Id="rId48" Type="http://schemas.openxmlformats.org/officeDocument/2006/relationships/image" Target="../media/image300.png"/><Relationship Id="rId64" Type="http://schemas.openxmlformats.org/officeDocument/2006/relationships/image" Target="../media/image305.png"/><Relationship Id="rId69" Type="http://schemas.openxmlformats.org/officeDocument/2006/relationships/image" Target="../media/image310.png"/><Relationship Id="rId77" Type="http://schemas.openxmlformats.org/officeDocument/2006/relationships/image" Target="../media/image317.png"/><Relationship Id="rId8" Type="http://schemas.openxmlformats.org/officeDocument/2006/relationships/image" Target="../media/image196.png"/><Relationship Id="rId51" Type="http://schemas.openxmlformats.org/officeDocument/2006/relationships/image" Target="../media/image303.png"/><Relationship Id="rId72" Type="http://schemas.openxmlformats.org/officeDocument/2006/relationships/image" Target="../media/image313.png"/><Relationship Id="rId80" Type="http://schemas.openxmlformats.org/officeDocument/2006/relationships/image" Target="../media/image320.png"/><Relationship Id="rId85" Type="http://schemas.openxmlformats.org/officeDocument/2006/relationships/image" Target="../media/image325.png"/><Relationship Id="rId93" Type="http://schemas.openxmlformats.org/officeDocument/2006/relationships/image" Target="../media/image332.png"/><Relationship Id="rId3" Type="http://schemas.openxmlformats.org/officeDocument/2006/relationships/image" Target="../media/image258.png"/><Relationship Id="rId12" Type="http://schemas.openxmlformats.org/officeDocument/2006/relationships/image" Target="../media/image200.png"/><Relationship Id="rId17" Type="http://schemas.openxmlformats.org/officeDocument/2006/relationships/image" Target="../media/image287.png"/><Relationship Id="rId25" Type="http://schemas.openxmlformats.org/officeDocument/2006/relationships/image" Target="../media/image2571.png"/><Relationship Id="rId33" Type="http://schemas.openxmlformats.org/officeDocument/2006/relationships/image" Target="../media/image2601.png"/><Relationship Id="rId38" Type="http://schemas.openxmlformats.org/officeDocument/2006/relationships/image" Target="../media/image290.png"/><Relationship Id="rId46" Type="http://schemas.openxmlformats.org/officeDocument/2006/relationships/image" Target="../media/image298.png"/><Relationship Id="rId67" Type="http://schemas.openxmlformats.org/officeDocument/2006/relationships/image" Target="../media/image308.png"/><Relationship Id="rId20" Type="http://schemas.openxmlformats.org/officeDocument/2006/relationships/image" Target="../media/image216.png"/><Relationship Id="rId41" Type="http://schemas.openxmlformats.org/officeDocument/2006/relationships/image" Target="../media/image293.png"/><Relationship Id="rId62" Type="http://schemas.openxmlformats.org/officeDocument/2006/relationships/image" Target="../media/image304.png"/><Relationship Id="rId70" Type="http://schemas.openxmlformats.org/officeDocument/2006/relationships/image" Target="../media/image311.png"/><Relationship Id="rId75" Type="http://schemas.openxmlformats.org/officeDocument/2006/relationships/image" Target="../media/image315.png"/><Relationship Id="rId83" Type="http://schemas.openxmlformats.org/officeDocument/2006/relationships/image" Target="../media/image323.png"/><Relationship Id="rId88" Type="http://schemas.openxmlformats.org/officeDocument/2006/relationships/image" Target="../media/image328.png"/><Relationship Id="rId91" Type="http://schemas.openxmlformats.org/officeDocument/2006/relationships/image" Target="../media/image330.png"/><Relationship Id="rId96" Type="http://schemas.openxmlformats.org/officeDocument/2006/relationships/image" Target="../media/image3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5" Type="http://schemas.openxmlformats.org/officeDocument/2006/relationships/image" Target="../media/image260.png"/><Relationship Id="rId23" Type="http://schemas.openxmlformats.org/officeDocument/2006/relationships/image" Target="../media/image2572.png"/><Relationship Id="rId28" Type="http://schemas.openxmlformats.org/officeDocument/2006/relationships/image" Target="../media/image243.png"/><Relationship Id="rId36" Type="http://schemas.openxmlformats.org/officeDocument/2006/relationships/image" Target="../media/image2880.png"/><Relationship Id="rId49" Type="http://schemas.openxmlformats.org/officeDocument/2006/relationships/image" Target="../media/image301.png"/><Relationship Id="rId10" Type="http://schemas.openxmlformats.org/officeDocument/2006/relationships/image" Target="../media/image198.png"/><Relationship Id="rId31" Type="http://schemas.openxmlformats.org/officeDocument/2006/relationships/image" Target="../media/image2581.png"/><Relationship Id="rId44" Type="http://schemas.openxmlformats.org/officeDocument/2006/relationships/image" Target="../media/image296.png"/><Relationship Id="rId65" Type="http://schemas.openxmlformats.org/officeDocument/2006/relationships/image" Target="../media/image306.png"/><Relationship Id="rId73" Type="http://schemas.openxmlformats.org/officeDocument/2006/relationships/image" Target="../media/image3060.png"/><Relationship Id="rId78" Type="http://schemas.openxmlformats.org/officeDocument/2006/relationships/image" Target="../media/image318.png"/><Relationship Id="rId81" Type="http://schemas.openxmlformats.org/officeDocument/2006/relationships/image" Target="../media/image321.png"/><Relationship Id="rId86" Type="http://schemas.openxmlformats.org/officeDocument/2006/relationships/image" Target="../media/image326.png"/><Relationship Id="rId94" Type="http://schemas.openxmlformats.org/officeDocument/2006/relationships/image" Target="../media/image333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18" Type="http://schemas.openxmlformats.org/officeDocument/2006/relationships/image" Target="../media/image351.png"/><Relationship Id="rId26" Type="http://schemas.openxmlformats.org/officeDocument/2006/relationships/image" Target="../media/image359.png"/><Relationship Id="rId39" Type="http://schemas.openxmlformats.org/officeDocument/2006/relationships/image" Target="../media/image372.png"/><Relationship Id="rId21" Type="http://schemas.openxmlformats.org/officeDocument/2006/relationships/image" Target="../media/image354.png"/><Relationship Id="rId34" Type="http://schemas.openxmlformats.org/officeDocument/2006/relationships/image" Target="../media/image367.png"/><Relationship Id="rId42" Type="http://schemas.openxmlformats.org/officeDocument/2006/relationships/image" Target="../media/image375.png"/><Relationship Id="rId47" Type="http://schemas.openxmlformats.org/officeDocument/2006/relationships/image" Target="../media/image380.png"/><Relationship Id="rId50" Type="http://schemas.openxmlformats.org/officeDocument/2006/relationships/image" Target="../media/image383.png"/><Relationship Id="rId55" Type="http://schemas.openxmlformats.org/officeDocument/2006/relationships/image" Target="../media/image388.png"/><Relationship Id="rId63" Type="http://schemas.openxmlformats.org/officeDocument/2006/relationships/image" Target="../media/image396.png"/><Relationship Id="rId68" Type="http://schemas.openxmlformats.org/officeDocument/2006/relationships/image" Target="../media/image401.png"/><Relationship Id="rId76" Type="http://schemas.openxmlformats.org/officeDocument/2006/relationships/image" Target="../media/image409.png"/><Relationship Id="rId7" Type="http://schemas.openxmlformats.org/officeDocument/2006/relationships/image" Target="../media/image341.png"/><Relationship Id="rId71" Type="http://schemas.openxmlformats.org/officeDocument/2006/relationships/image" Target="../media/image404.png"/><Relationship Id="rId2" Type="http://schemas.openxmlformats.org/officeDocument/2006/relationships/image" Target="../media/image336.png"/><Relationship Id="rId16" Type="http://schemas.openxmlformats.org/officeDocument/2006/relationships/image" Target="../media/image349.png"/><Relationship Id="rId29" Type="http://schemas.openxmlformats.org/officeDocument/2006/relationships/image" Target="../media/image362.png"/><Relationship Id="rId11" Type="http://schemas.openxmlformats.org/officeDocument/2006/relationships/image" Target="../media/image345.png"/><Relationship Id="rId24" Type="http://schemas.openxmlformats.org/officeDocument/2006/relationships/image" Target="../media/image357.png"/><Relationship Id="rId32" Type="http://schemas.openxmlformats.org/officeDocument/2006/relationships/image" Target="../media/image365.png"/><Relationship Id="rId37" Type="http://schemas.openxmlformats.org/officeDocument/2006/relationships/image" Target="../media/image370.png"/><Relationship Id="rId40" Type="http://schemas.openxmlformats.org/officeDocument/2006/relationships/image" Target="../media/image373.png"/><Relationship Id="rId45" Type="http://schemas.openxmlformats.org/officeDocument/2006/relationships/image" Target="../media/image378.png"/><Relationship Id="rId53" Type="http://schemas.openxmlformats.org/officeDocument/2006/relationships/image" Target="../media/image386.png"/><Relationship Id="rId58" Type="http://schemas.openxmlformats.org/officeDocument/2006/relationships/image" Target="../media/image391.png"/><Relationship Id="rId66" Type="http://schemas.openxmlformats.org/officeDocument/2006/relationships/image" Target="../media/image399.png"/><Relationship Id="rId74" Type="http://schemas.openxmlformats.org/officeDocument/2006/relationships/image" Target="../media/image407.png"/><Relationship Id="rId79" Type="http://schemas.openxmlformats.org/officeDocument/2006/relationships/image" Target="../media/image412.png"/><Relationship Id="rId5" Type="http://schemas.openxmlformats.org/officeDocument/2006/relationships/image" Target="../media/image339.png"/><Relationship Id="rId61" Type="http://schemas.openxmlformats.org/officeDocument/2006/relationships/image" Target="../media/image394.png"/><Relationship Id="rId10" Type="http://schemas.openxmlformats.org/officeDocument/2006/relationships/image" Target="../media/image344.png"/><Relationship Id="rId19" Type="http://schemas.openxmlformats.org/officeDocument/2006/relationships/image" Target="../media/image352.png"/><Relationship Id="rId31" Type="http://schemas.openxmlformats.org/officeDocument/2006/relationships/image" Target="../media/image364.png"/><Relationship Id="rId44" Type="http://schemas.openxmlformats.org/officeDocument/2006/relationships/image" Target="../media/image377.png"/><Relationship Id="rId52" Type="http://schemas.openxmlformats.org/officeDocument/2006/relationships/image" Target="../media/image385.png"/><Relationship Id="rId60" Type="http://schemas.openxmlformats.org/officeDocument/2006/relationships/image" Target="../media/image393.png"/><Relationship Id="rId65" Type="http://schemas.openxmlformats.org/officeDocument/2006/relationships/image" Target="../media/image398.png"/><Relationship Id="rId73" Type="http://schemas.openxmlformats.org/officeDocument/2006/relationships/image" Target="../media/image406.png"/><Relationship Id="rId78" Type="http://schemas.openxmlformats.org/officeDocument/2006/relationships/image" Target="../media/image411.png"/><Relationship Id="rId4" Type="http://schemas.openxmlformats.org/officeDocument/2006/relationships/image" Target="../media/image338.png"/><Relationship Id="rId9" Type="http://schemas.openxmlformats.org/officeDocument/2006/relationships/image" Target="../media/image343.png"/><Relationship Id="rId14" Type="http://schemas.openxmlformats.org/officeDocument/2006/relationships/image" Target="../media/image347.png"/><Relationship Id="rId22" Type="http://schemas.openxmlformats.org/officeDocument/2006/relationships/image" Target="../media/image355.png"/><Relationship Id="rId27" Type="http://schemas.openxmlformats.org/officeDocument/2006/relationships/image" Target="../media/image360.png"/><Relationship Id="rId30" Type="http://schemas.openxmlformats.org/officeDocument/2006/relationships/image" Target="../media/image363.png"/><Relationship Id="rId35" Type="http://schemas.openxmlformats.org/officeDocument/2006/relationships/image" Target="../media/image368.png"/><Relationship Id="rId43" Type="http://schemas.openxmlformats.org/officeDocument/2006/relationships/image" Target="../media/image376.png"/><Relationship Id="rId48" Type="http://schemas.openxmlformats.org/officeDocument/2006/relationships/image" Target="../media/image381.png"/><Relationship Id="rId56" Type="http://schemas.openxmlformats.org/officeDocument/2006/relationships/image" Target="../media/image389.png"/><Relationship Id="rId64" Type="http://schemas.openxmlformats.org/officeDocument/2006/relationships/image" Target="../media/image397.png"/><Relationship Id="rId69" Type="http://schemas.openxmlformats.org/officeDocument/2006/relationships/image" Target="../media/image402.png"/><Relationship Id="rId77" Type="http://schemas.openxmlformats.org/officeDocument/2006/relationships/image" Target="../media/image410.png"/><Relationship Id="rId8" Type="http://schemas.openxmlformats.org/officeDocument/2006/relationships/image" Target="../media/image342.png"/><Relationship Id="rId51" Type="http://schemas.openxmlformats.org/officeDocument/2006/relationships/image" Target="../media/image384.png"/><Relationship Id="rId72" Type="http://schemas.openxmlformats.org/officeDocument/2006/relationships/image" Target="../media/image405.png"/><Relationship Id="rId3" Type="http://schemas.openxmlformats.org/officeDocument/2006/relationships/image" Target="../media/image337.png"/><Relationship Id="rId12" Type="http://schemas.openxmlformats.org/officeDocument/2006/relationships/image" Target="../media/image346.png"/><Relationship Id="rId17" Type="http://schemas.openxmlformats.org/officeDocument/2006/relationships/image" Target="../media/image350.png"/><Relationship Id="rId25" Type="http://schemas.openxmlformats.org/officeDocument/2006/relationships/image" Target="../media/image358.png"/><Relationship Id="rId33" Type="http://schemas.openxmlformats.org/officeDocument/2006/relationships/image" Target="../media/image366.png"/><Relationship Id="rId38" Type="http://schemas.openxmlformats.org/officeDocument/2006/relationships/image" Target="../media/image371.png"/><Relationship Id="rId46" Type="http://schemas.openxmlformats.org/officeDocument/2006/relationships/image" Target="../media/image379.png"/><Relationship Id="rId59" Type="http://schemas.openxmlformats.org/officeDocument/2006/relationships/image" Target="../media/image392.png"/><Relationship Id="rId67" Type="http://schemas.openxmlformats.org/officeDocument/2006/relationships/image" Target="../media/image400.png"/><Relationship Id="rId20" Type="http://schemas.openxmlformats.org/officeDocument/2006/relationships/image" Target="../media/image353.png"/><Relationship Id="rId41" Type="http://schemas.openxmlformats.org/officeDocument/2006/relationships/image" Target="../media/image374.png"/><Relationship Id="rId54" Type="http://schemas.openxmlformats.org/officeDocument/2006/relationships/image" Target="../media/image387.png"/><Relationship Id="rId62" Type="http://schemas.openxmlformats.org/officeDocument/2006/relationships/image" Target="../media/image395.png"/><Relationship Id="rId70" Type="http://schemas.openxmlformats.org/officeDocument/2006/relationships/image" Target="../media/image403.png"/><Relationship Id="rId75" Type="http://schemas.openxmlformats.org/officeDocument/2006/relationships/image" Target="../media/image40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15" Type="http://schemas.openxmlformats.org/officeDocument/2006/relationships/image" Target="../media/image348.png"/><Relationship Id="rId23" Type="http://schemas.openxmlformats.org/officeDocument/2006/relationships/image" Target="../media/image356.png"/><Relationship Id="rId28" Type="http://schemas.openxmlformats.org/officeDocument/2006/relationships/image" Target="../media/image361.png"/><Relationship Id="rId36" Type="http://schemas.openxmlformats.org/officeDocument/2006/relationships/image" Target="../media/image369.png"/><Relationship Id="rId49" Type="http://schemas.openxmlformats.org/officeDocument/2006/relationships/image" Target="../media/image382.png"/><Relationship Id="rId57" Type="http://schemas.openxmlformats.org/officeDocument/2006/relationships/image" Target="../media/image390.png"/></Relationships>
</file>

<file path=ppt/slides/_rels/slide9.xml.rels><?xml version="1.0" encoding="UTF-8" standalone="yes"?>
<Relationships xmlns="http://schemas.openxmlformats.org/package/2006/relationships"><Relationship Id="rId39" Type="http://schemas.openxmlformats.org/officeDocument/2006/relationships/image" Target="../media/image449.png"/><Relationship Id="rId13" Type="http://schemas.openxmlformats.org/officeDocument/2006/relationships/image" Target="../media/image424.png"/><Relationship Id="rId18" Type="http://schemas.openxmlformats.org/officeDocument/2006/relationships/image" Target="../media/image429.png"/><Relationship Id="rId34" Type="http://schemas.openxmlformats.org/officeDocument/2006/relationships/image" Target="../media/image444.png"/><Relationship Id="rId42" Type="http://schemas.openxmlformats.org/officeDocument/2006/relationships/image" Target="../media/image451.png"/><Relationship Id="rId47" Type="http://schemas.openxmlformats.org/officeDocument/2006/relationships/image" Target="../media/image408.png"/><Relationship Id="rId50" Type="http://schemas.openxmlformats.org/officeDocument/2006/relationships/image" Target="../media/image419.png"/><Relationship Id="rId55" Type="http://schemas.openxmlformats.org/officeDocument/2006/relationships/image" Target="../media/image4180.png"/><Relationship Id="rId21" Type="http://schemas.openxmlformats.org/officeDocument/2006/relationships/image" Target="../media/image432.png"/><Relationship Id="rId7" Type="http://schemas.openxmlformats.org/officeDocument/2006/relationships/image" Target="../media/image418.png"/><Relationship Id="rId33" Type="http://schemas.openxmlformats.org/officeDocument/2006/relationships/image" Target="../media/image387.png"/><Relationship Id="rId38" Type="http://schemas.openxmlformats.org/officeDocument/2006/relationships/image" Target="../media/image448.png"/><Relationship Id="rId46" Type="http://schemas.openxmlformats.org/officeDocument/2006/relationships/image" Target="../media/image410.png"/><Relationship Id="rId12" Type="http://schemas.openxmlformats.org/officeDocument/2006/relationships/image" Target="../media/image4230.png"/><Relationship Id="rId17" Type="http://schemas.openxmlformats.org/officeDocument/2006/relationships/image" Target="../media/image428.png"/><Relationship Id="rId25" Type="http://schemas.openxmlformats.org/officeDocument/2006/relationships/image" Target="../media/image436.png"/><Relationship Id="rId59" Type="http://schemas.openxmlformats.org/officeDocument/2006/relationships/image" Target="../media/image438.png"/><Relationship Id="rId2" Type="http://schemas.openxmlformats.org/officeDocument/2006/relationships/image" Target="../media/image413.png"/><Relationship Id="rId29" Type="http://schemas.openxmlformats.org/officeDocument/2006/relationships/image" Target="../media/image440.png"/><Relationship Id="rId41" Type="http://schemas.openxmlformats.org/officeDocument/2006/relationships/image" Target="../media/image450.png"/><Relationship Id="rId54" Type="http://schemas.openxmlformats.org/officeDocument/2006/relationships/image" Target="../media/image4170.png"/><Relationship Id="rId16" Type="http://schemas.openxmlformats.org/officeDocument/2006/relationships/image" Target="../media/image427.png"/><Relationship Id="rId20" Type="http://schemas.openxmlformats.org/officeDocument/2006/relationships/image" Target="../media/image4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7.png"/><Relationship Id="rId32" Type="http://schemas.openxmlformats.org/officeDocument/2006/relationships/image" Target="../media/image443.png"/><Relationship Id="rId37" Type="http://schemas.openxmlformats.org/officeDocument/2006/relationships/image" Target="../media/image447.png"/><Relationship Id="rId40" Type="http://schemas.openxmlformats.org/officeDocument/2006/relationships/image" Target="../media/image397.png"/><Relationship Id="rId45" Type="http://schemas.openxmlformats.org/officeDocument/2006/relationships/image" Target="../media/image411.png"/><Relationship Id="rId53" Type="http://schemas.openxmlformats.org/officeDocument/2006/relationships/image" Target="../media/image4160.png"/><Relationship Id="rId11" Type="http://schemas.openxmlformats.org/officeDocument/2006/relationships/image" Target="../media/image4220.png"/><Relationship Id="rId24" Type="http://schemas.openxmlformats.org/officeDocument/2006/relationships/image" Target="../media/image435.png"/><Relationship Id="rId58" Type="http://schemas.openxmlformats.org/officeDocument/2006/relationships/image" Target="../media/image437.png"/><Relationship Id="rId5" Type="http://schemas.openxmlformats.org/officeDocument/2006/relationships/image" Target="../media/image416.png"/><Relationship Id="rId28" Type="http://schemas.openxmlformats.org/officeDocument/2006/relationships/image" Target="../media/image439.png"/><Relationship Id="rId36" Type="http://schemas.openxmlformats.org/officeDocument/2006/relationships/image" Target="../media/image446.png"/><Relationship Id="rId49" Type="http://schemas.openxmlformats.org/officeDocument/2006/relationships/image" Target="../media/image423.png"/><Relationship Id="rId57" Type="http://schemas.openxmlformats.org/officeDocument/2006/relationships/image" Target="../media/image4200.png"/><Relationship Id="rId15" Type="http://schemas.openxmlformats.org/officeDocument/2006/relationships/image" Target="../media/image426.png"/><Relationship Id="rId23" Type="http://schemas.openxmlformats.org/officeDocument/2006/relationships/image" Target="../media/image434.png"/><Relationship Id="rId61" Type="http://schemas.openxmlformats.org/officeDocument/2006/relationships/image" Target="../media/image442.png"/><Relationship Id="rId31" Type="http://schemas.openxmlformats.org/officeDocument/2006/relationships/image" Target="../media/image422.png"/><Relationship Id="rId44" Type="http://schemas.openxmlformats.org/officeDocument/2006/relationships/image" Target="../media/image452.png"/><Relationship Id="rId52" Type="http://schemas.openxmlformats.org/officeDocument/2006/relationships/image" Target="../media/image4150.png"/><Relationship Id="rId10" Type="http://schemas.openxmlformats.org/officeDocument/2006/relationships/image" Target="../media/image4210.png"/><Relationship Id="rId19" Type="http://schemas.openxmlformats.org/officeDocument/2006/relationships/image" Target="../media/image430.png"/><Relationship Id="rId60" Type="http://schemas.openxmlformats.org/officeDocument/2006/relationships/image" Target="../media/image441.png"/><Relationship Id="rId4" Type="http://schemas.openxmlformats.org/officeDocument/2006/relationships/image" Target="../media/image415.png"/><Relationship Id="rId9" Type="http://schemas.openxmlformats.org/officeDocument/2006/relationships/image" Target="../media/image420.png"/><Relationship Id="rId30" Type="http://schemas.openxmlformats.org/officeDocument/2006/relationships/image" Target="../media/image421.png"/><Relationship Id="rId35" Type="http://schemas.openxmlformats.org/officeDocument/2006/relationships/image" Target="../media/image445.png"/><Relationship Id="rId43" Type="http://schemas.openxmlformats.org/officeDocument/2006/relationships/image" Target="../media/image401.png"/><Relationship Id="rId48" Type="http://schemas.openxmlformats.org/officeDocument/2006/relationships/image" Target="../media/image453.png"/><Relationship Id="rId56" Type="http://schemas.openxmlformats.org/officeDocument/2006/relationships/image" Target="../media/image4190.png"/><Relationship Id="rId14" Type="http://schemas.openxmlformats.org/officeDocument/2006/relationships/image" Target="../media/image425.png"/><Relationship Id="rId22" Type="http://schemas.openxmlformats.org/officeDocument/2006/relationships/image" Target="../media/image433.png"/><Relationship Id="rId51" Type="http://schemas.openxmlformats.org/officeDocument/2006/relationships/image" Target="../media/image4140.png"/><Relationship Id="rId3" Type="http://schemas.openxmlformats.org/officeDocument/2006/relationships/image" Target="../media/image414.png"/></Relationships>
</file>

<file path=ppt/slides/_rels/slide10.xml.rels><?xml version="1.0" encoding="UTF-8" standalone="yes"?>
<Relationships xmlns="http://schemas.openxmlformats.org/package/2006/relationships"><Relationship Id="rId51" Type="http://schemas.openxmlformats.org/officeDocument/2006/relationships/image" Target="../media/image4150.png"/><Relationship Id="rId50" Type="http://schemas.openxmlformats.org/officeDocument/2006/relationships/image" Target="../media/image4140.png"/><Relationship Id="rId55" Type="http://schemas.openxmlformats.org/officeDocument/2006/relationships/image" Target="../media/image458.png"/><Relationship Id="rId21" Type="http://schemas.openxmlformats.org/officeDocument/2006/relationships/image" Target="../media/image432.png"/><Relationship Id="rId63" Type="http://schemas.openxmlformats.org/officeDocument/2006/relationships/image" Target="../media/image438.png"/><Relationship Id="rId12" Type="http://schemas.openxmlformats.org/officeDocument/2006/relationships/image" Target="../media/image4230.png"/><Relationship Id="rId59" Type="http://schemas.openxmlformats.org/officeDocument/2006/relationships/image" Target="../media/image462.png"/><Relationship Id="rId25" Type="http://schemas.openxmlformats.org/officeDocument/2006/relationships/image" Target="../media/image436.png"/><Relationship Id="rId67" Type="http://schemas.openxmlformats.org/officeDocument/2006/relationships/image" Target="../media/image442.png"/><Relationship Id="rId2" Type="http://schemas.openxmlformats.org/officeDocument/2006/relationships/image" Target="../media/image454.png"/><Relationship Id="rId54" Type="http://schemas.openxmlformats.org/officeDocument/2006/relationships/image" Target="../media/image457.png"/><Relationship Id="rId20" Type="http://schemas.openxmlformats.org/officeDocument/2006/relationships/image" Target="../media/image431.png"/><Relationship Id="rId62" Type="http://schemas.openxmlformats.org/officeDocument/2006/relationships/image" Target="../media/image437.png"/><Relationship Id="rId1" Type="http://schemas.openxmlformats.org/officeDocument/2006/relationships/slideLayout" Target="../slideLayouts/slideLayout2.xml"/><Relationship Id="rId53" Type="http://schemas.openxmlformats.org/officeDocument/2006/relationships/image" Target="../media/image456.png"/><Relationship Id="rId11" Type="http://schemas.openxmlformats.org/officeDocument/2006/relationships/image" Target="../media/image4220.png"/><Relationship Id="rId58" Type="http://schemas.openxmlformats.org/officeDocument/2006/relationships/image" Target="../media/image461.png"/><Relationship Id="rId24" Type="http://schemas.openxmlformats.org/officeDocument/2006/relationships/image" Target="../media/image435.png"/><Relationship Id="rId66" Type="http://schemas.openxmlformats.org/officeDocument/2006/relationships/image" Target="../media/image441.png"/><Relationship Id="rId57" Type="http://schemas.openxmlformats.org/officeDocument/2006/relationships/image" Target="../media/image460.png"/><Relationship Id="rId61" Type="http://schemas.openxmlformats.org/officeDocument/2006/relationships/image" Target="../media/image464.png"/><Relationship Id="rId23" Type="http://schemas.openxmlformats.org/officeDocument/2006/relationships/image" Target="../media/image434.png"/><Relationship Id="rId52" Type="http://schemas.openxmlformats.org/officeDocument/2006/relationships/image" Target="../media/image455.png"/><Relationship Id="rId60" Type="http://schemas.openxmlformats.org/officeDocument/2006/relationships/image" Target="../media/image463.png"/><Relationship Id="rId65" Type="http://schemas.openxmlformats.org/officeDocument/2006/relationships/image" Target="../media/image466.png"/><Relationship Id="rId56" Type="http://schemas.openxmlformats.org/officeDocument/2006/relationships/image" Target="../media/image459.png"/><Relationship Id="rId22" Type="http://schemas.openxmlformats.org/officeDocument/2006/relationships/image" Target="../media/image433.png"/><Relationship Id="rId64" Type="http://schemas.openxmlformats.org/officeDocument/2006/relationships/image" Target="../media/image46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3.png"/><Relationship Id="rId3" Type="http://schemas.openxmlformats.org/officeDocument/2006/relationships/image" Target="../media/image468.png"/><Relationship Id="rId7" Type="http://schemas.openxmlformats.org/officeDocument/2006/relationships/image" Target="../media/image472.png"/><Relationship Id="rId2" Type="http://schemas.openxmlformats.org/officeDocument/2006/relationships/image" Target="../media/image46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76.png"/><Relationship Id="rId4" Type="http://schemas.openxmlformats.org/officeDocument/2006/relationships/image" Target="../media/image469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83.png"/><Relationship Id="rId8" Type="http://schemas.openxmlformats.org/officeDocument/2006/relationships/image" Target="../media/image473.png"/><Relationship Id="rId3" Type="http://schemas.openxmlformats.org/officeDocument/2006/relationships/image" Target="../media/image468.png"/><Relationship Id="rId12" Type="http://schemas.openxmlformats.org/officeDocument/2006/relationships/image" Target="../media/image482.png"/><Relationship Id="rId2" Type="http://schemas.openxmlformats.org/officeDocument/2006/relationships/image" Target="../media/image46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75.png"/><Relationship Id="rId10" Type="http://schemas.openxmlformats.org/officeDocument/2006/relationships/image" Target="../media/image481.png"/><Relationship Id="rId9" Type="http://schemas.openxmlformats.org/officeDocument/2006/relationships/image" Target="../media/image4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3.png"/><Relationship Id="rId3" Type="http://schemas.openxmlformats.org/officeDocument/2006/relationships/image" Target="../media/image4800.png"/><Relationship Id="rId7" Type="http://schemas.openxmlformats.org/officeDocument/2006/relationships/image" Target="../media/image492.png"/><Relationship Id="rId2" Type="http://schemas.openxmlformats.org/officeDocument/2006/relationships/image" Target="../media/image4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1.png"/><Relationship Id="rId5" Type="http://schemas.openxmlformats.org/officeDocument/2006/relationships/image" Target="../media/image490.png"/><Relationship Id="rId4" Type="http://schemas.openxmlformats.org/officeDocument/2006/relationships/image" Target="../media/image48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1.png"/><Relationship Id="rId5" Type="http://schemas.openxmlformats.org/officeDocument/2006/relationships/image" Target="../media/image490.png"/><Relationship Id="rId4" Type="http://schemas.openxmlformats.org/officeDocument/2006/relationships/image" Target="../media/image489.png"/><Relationship Id="rId9" Type="http://schemas.openxmlformats.org/officeDocument/2006/relationships/image" Target="../media/image495.png"/></Relationships>
</file>

<file path=ppt/slides/_rels/slide15.xml.rels><?xml version="1.0" encoding="UTF-8" standalone="yes"?>
<Relationships xmlns="http://schemas.openxmlformats.org/package/2006/relationships"><Relationship Id="rId39" Type="http://schemas.openxmlformats.org/officeDocument/2006/relationships/image" Target="../media/image449.png"/><Relationship Id="rId34" Type="http://schemas.openxmlformats.org/officeDocument/2006/relationships/image" Target="../media/image444.png"/><Relationship Id="rId42" Type="http://schemas.openxmlformats.org/officeDocument/2006/relationships/image" Target="../media/image451.png"/><Relationship Id="rId47" Type="http://schemas.openxmlformats.org/officeDocument/2006/relationships/image" Target="../media/image408.png"/><Relationship Id="rId33" Type="http://schemas.openxmlformats.org/officeDocument/2006/relationships/image" Target="../media/image387.png"/><Relationship Id="rId38" Type="http://schemas.openxmlformats.org/officeDocument/2006/relationships/image" Target="../media/image448.png"/><Relationship Id="rId46" Type="http://schemas.openxmlformats.org/officeDocument/2006/relationships/image" Target="../media/image410.png"/><Relationship Id="rId2" Type="http://schemas.openxmlformats.org/officeDocument/2006/relationships/image" Target="../media/image4540.png"/><Relationship Id="rId29" Type="http://schemas.openxmlformats.org/officeDocument/2006/relationships/image" Target="../media/image440.png"/><Relationship Id="rId41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32" Type="http://schemas.openxmlformats.org/officeDocument/2006/relationships/image" Target="../media/image443.png"/><Relationship Id="rId37" Type="http://schemas.openxmlformats.org/officeDocument/2006/relationships/image" Target="../media/image447.png"/><Relationship Id="rId40" Type="http://schemas.openxmlformats.org/officeDocument/2006/relationships/image" Target="../media/image397.png"/><Relationship Id="rId45" Type="http://schemas.openxmlformats.org/officeDocument/2006/relationships/image" Target="../media/image411.png"/><Relationship Id="rId28" Type="http://schemas.openxmlformats.org/officeDocument/2006/relationships/image" Target="../media/image439.png"/><Relationship Id="rId36" Type="http://schemas.openxmlformats.org/officeDocument/2006/relationships/image" Target="../media/image446.png"/><Relationship Id="rId49" Type="http://schemas.openxmlformats.org/officeDocument/2006/relationships/image" Target="../media/image4570.png"/><Relationship Id="rId31" Type="http://schemas.openxmlformats.org/officeDocument/2006/relationships/image" Target="../media/image4560.png"/><Relationship Id="rId44" Type="http://schemas.openxmlformats.org/officeDocument/2006/relationships/image" Target="../media/image452.png"/><Relationship Id="rId30" Type="http://schemas.openxmlformats.org/officeDocument/2006/relationships/image" Target="../media/image4550.png"/><Relationship Id="rId35" Type="http://schemas.openxmlformats.org/officeDocument/2006/relationships/image" Target="../media/image445.png"/><Relationship Id="rId43" Type="http://schemas.openxmlformats.org/officeDocument/2006/relationships/image" Target="../media/image401.png"/><Relationship Id="rId48" Type="http://schemas.openxmlformats.org/officeDocument/2006/relationships/image" Target="../media/image45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40.png"/><Relationship Id="rId13" Type="http://schemas.openxmlformats.org/officeDocument/2006/relationships/image" Target="../media/image4670.png"/><Relationship Id="rId18" Type="http://schemas.openxmlformats.org/officeDocument/2006/relationships/image" Target="../media/image4720.png"/><Relationship Id="rId3" Type="http://schemas.openxmlformats.org/officeDocument/2006/relationships/image" Target="NULL"/><Relationship Id="rId21" Type="http://schemas.openxmlformats.org/officeDocument/2006/relationships/image" Target="../media/image4750.png"/><Relationship Id="rId7" Type="http://schemas.openxmlformats.org/officeDocument/2006/relationships/image" Target="../media/image4630.png"/><Relationship Id="rId12" Type="http://schemas.openxmlformats.org/officeDocument/2006/relationships/image" Target="../media/image4660.png"/><Relationship Id="rId17" Type="http://schemas.openxmlformats.org/officeDocument/2006/relationships/image" Target="../media/image4710.png"/><Relationship Id="rId25" Type="http://schemas.openxmlformats.org/officeDocument/2006/relationships/image" Target="../media/image4790.png"/><Relationship Id="rId2" Type="http://schemas.openxmlformats.org/officeDocument/2006/relationships/image" Target="../media/image4600.png"/><Relationship Id="rId16" Type="http://schemas.openxmlformats.org/officeDocument/2006/relationships/image" Target="../media/image4700.png"/><Relationship Id="rId20" Type="http://schemas.openxmlformats.org/officeDocument/2006/relationships/image" Target="../media/image4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20.png"/><Relationship Id="rId11" Type="http://schemas.openxmlformats.org/officeDocument/2006/relationships/image" Target="NULL"/><Relationship Id="rId24" Type="http://schemas.openxmlformats.org/officeDocument/2006/relationships/image" Target="../media/image4780.png"/><Relationship Id="rId5" Type="http://schemas.openxmlformats.org/officeDocument/2006/relationships/image" Target="../media/image4610.png"/><Relationship Id="rId15" Type="http://schemas.openxmlformats.org/officeDocument/2006/relationships/image" Target="../media/image4690.png"/><Relationship Id="rId23" Type="http://schemas.openxmlformats.org/officeDocument/2006/relationships/image" Target="../media/image4770.png"/><Relationship Id="rId10" Type="http://schemas.openxmlformats.org/officeDocument/2006/relationships/image" Target="NULL"/><Relationship Id="rId19" Type="http://schemas.openxmlformats.org/officeDocument/2006/relationships/image" Target="../media/image4730.png"/><Relationship Id="rId4" Type="http://schemas.openxmlformats.org/officeDocument/2006/relationships/image" Target="NULL"/><Relationship Id="rId9" Type="http://schemas.openxmlformats.org/officeDocument/2006/relationships/image" Target="../media/image4650.png"/><Relationship Id="rId14" Type="http://schemas.openxmlformats.org/officeDocument/2006/relationships/image" Target="../media/image4680.png"/><Relationship Id="rId22" Type="http://schemas.openxmlformats.org/officeDocument/2006/relationships/image" Target="../media/image476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20.png"/><Relationship Id="rId13" Type="http://schemas.openxmlformats.org/officeDocument/2006/relationships/image" Target="../media/image201.png"/><Relationship Id="rId18" Type="http://schemas.openxmlformats.org/officeDocument/2006/relationships/image" Target="../media/image3680.png"/><Relationship Id="rId26" Type="http://schemas.openxmlformats.org/officeDocument/2006/relationships/image" Target="../media/image3740.png"/><Relationship Id="rId39" Type="http://schemas.openxmlformats.org/officeDocument/2006/relationships/image" Target="../media/image292.png"/><Relationship Id="rId3" Type="http://schemas.openxmlformats.org/officeDocument/2006/relationships/image" Target="../media/image258.png"/><Relationship Id="rId21" Type="http://schemas.openxmlformats.org/officeDocument/2006/relationships/image" Target="../media/image3710.png"/><Relationship Id="rId42" Type="http://schemas.openxmlformats.org/officeDocument/2006/relationships/image" Target="../media/image3800.png"/><Relationship Id="rId47" Type="http://schemas.openxmlformats.org/officeDocument/2006/relationships/image" Target="../media/image3850.png"/><Relationship Id="rId50" Type="http://schemas.openxmlformats.org/officeDocument/2006/relationships/image" Target="../media/image3880.png"/><Relationship Id="rId7" Type="http://schemas.openxmlformats.org/officeDocument/2006/relationships/image" Target="../media/image3610.png"/><Relationship Id="rId12" Type="http://schemas.openxmlformats.org/officeDocument/2006/relationships/image" Target="../media/image3650.png"/><Relationship Id="rId17" Type="http://schemas.openxmlformats.org/officeDocument/2006/relationships/image" Target="../media/image287.png"/><Relationship Id="rId25" Type="http://schemas.openxmlformats.org/officeDocument/2006/relationships/image" Target="../media/image2571.png"/><Relationship Id="rId38" Type="http://schemas.openxmlformats.org/officeDocument/2006/relationships/image" Target="../media/image290.png"/><Relationship Id="rId46" Type="http://schemas.openxmlformats.org/officeDocument/2006/relationships/image" Target="../media/image3840.png"/><Relationship Id="rId2" Type="http://schemas.openxmlformats.org/officeDocument/2006/relationships/image" Target="../media/image257.png"/><Relationship Id="rId16" Type="http://schemas.openxmlformats.org/officeDocument/2006/relationships/image" Target="../media/image286.png"/><Relationship Id="rId20" Type="http://schemas.openxmlformats.org/officeDocument/2006/relationships/image" Target="../media/image3700.png"/><Relationship Id="rId29" Type="http://schemas.openxmlformats.org/officeDocument/2006/relationships/image" Target="../media/image3760.png"/><Relationship Id="rId41" Type="http://schemas.openxmlformats.org/officeDocument/2006/relationships/image" Target="../media/image37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0.png"/><Relationship Id="rId11" Type="http://schemas.openxmlformats.org/officeDocument/2006/relationships/image" Target="../media/image3640.png"/><Relationship Id="rId32" Type="http://schemas.openxmlformats.org/officeDocument/2006/relationships/image" Target="../media/image2591.png"/><Relationship Id="rId40" Type="http://schemas.openxmlformats.org/officeDocument/2006/relationships/image" Target="../media/image3780.png"/><Relationship Id="rId45" Type="http://schemas.openxmlformats.org/officeDocument/2006/relationships/image" Target="../media/image3830.png"/><Relationship Id="rId5" Type="http://schemas.openxmlformats.org/officeDocument/2006/relationships/image" Target="../media/image3590.png"/><Relationship Id="rId15" Type="http://schemas.openxmlformats.org/officeDocument/2006/relationships/image" Target="../media/image3670.png"/><Relationship Id="rId23" Type="http://schemas.openxmlformats.org/officeDocument/2006/relationships/image" Target="../media/image3730.png"/><Relationship Id="rId28" Type="http://schemas.openxmlformats.org/officeDocument/2006/relationships/image" Target="../media/image243.png"/><Relationship Id="rId49" Type="http://schemas.openxmlformats.org/officeDocument/2006/relationships/image" Target="../media/image3870.png"/><Relationship Id="rId10" Type="http://schemas.openxmlformats.org/officeDocument/2006/relationships/image" Target="../media/image198.png"/><Relationship Id="rId19" Type="http://schemas.openxmlformats.org/officeDocument/2006/relationships/image" Target="../media/image3690.png"/><Relationship Id="rId31" Type="http://schemas.openxmlformats.org/officeDocument/2006/relationships/image" Target="../media/image2581.png"/><Relationship Id="rId44" Type="http://schemas.openxmlformats.org/officeDocument/2006/relationships/image" Target="../media/image3820.png"/><Relationship Id="rId4" Type="http://schemas.openxmlformats.org/officeDocument/2006/relationships/image" Target="../media/image3580.png"/><Relationship Id="rId9" Type="http://schemas.openxmlformats.org/officeDocument/2006/relationships/image" Target="../media/image3630.png"/><Relationship Id="rId14" Type="http://schemas.openxmlformats.org/officeDocument/2006/relationships/image" Target="../media/image3660.png"/><Relationship Id="rId22" Type="http://schemas.openxmlformats.org/officeDocument/2006/relationships/image" Target="../media/image3720.png"/><Relationship Id="rId27" Type="http://schemas.openxmlformats.org/officeDocument/2006/relationships/image" Target="../media/image3750.png"/><Relationship Id="rId30" Type="http://schemas.openxmlformats.org/officeDocument/2006/relationships/image" Target="../media/image3770.png"/><Relationship Id="rId43" Type="http://schemas.openxmlformats.org/officeDocument/2006/relationships/image" Target="../media/image3810.png"/><Relationship Id="rId48" Type="http://schemas.openxmlformats.org/officeDocument/2006/relationships/image" Target="../media/image38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image" Target="../media/image3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10.png"/><Relationship Id="rId4" Type="http://schemas.openxmlformats.org/officeDocument/2006/relationships/image" Target="../media/image390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7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39" Type="http://schemas.openxmlformats.org/officeDocument/2006/relationships/image" Target="../media/image1980.png"/><Relationship Id="rId21" Type="http://schemas.openxmlformats.org/officeDocument/2006/relationships/image" Target="../media/image180.png"/><Relationship Id="rId34" Type="http://schemas.openxmlformats.org/officeDocument/2006/relationships/image" Target="../media/image1930.png"/><Relationship Id="rId42" Type="http://schemas.openxmlformats.org/officeDocument/2006/relationships/image" Target="../media/image201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71" Type="http://schemas.openxmlformats.org/officeDocument/2006/relationships/image" Target="../media/image227.png"/><Relationship Id="rId2" Type="http://schemas.openxmlformats.org/officeDocument/2006/relationships/image" Target="../media/image1610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32" Type="http://schemas.openxmlformats.org/officeDocument/2006/relationships/image" Target="../media/image1910.png"/><Relationship Id="rId37" Type="http://schemas.openxmlformats.org/officeDocument/2006/relationships/image" Target="../media/image1960.png"/><Relationship Id="rId40" Type="http://schemas.openxmlformats.org/officeDocument/2006/relationships/image" Target="../media/image1990.png"/><Relationship Id="rId45" Type="http://schemas.openxmlformats.org/officeDocument/2006/relationships/image" Target="../media/image2040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0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44" Type="http://schemas.openxmlformats.org/officeDocument/2006/relationships/image" Target="../media/image203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0.png"/><Relationship Id="rId43" Type="http://schemas.openxmlformats.org/officeDocument/2006/relationships/image" Target="../media/image2020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0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0.png"/><Relationship Id="rId38" Type="http://schemas.openxmlformats.org/officeDocument/2006/relationships/image" Target="../media/image1970.png"/><Relationship Id="rId46" Type="http://schemas.openxmlformats.org/officeDocument/2006/relationships/image" Target="../media/image2050.png"/><Relationship Id="rId67" Type="http://schemas.openxmlformats.org/officeDocument/2006/relationships/image" Target="../media/image223.png"/><Relationship Id="rId20" Type="http://schemas.openxmlformats.org/officeDocument/2006/relationships/image" Target="../media/image179.png"/><Relationship Id="rId41" Type="http://schemas.openxmlformats.org/officeDocument/2006/relationships/image" Target="../media/image2000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0.png"/><Relationship Id="rId13" Type="http://schemas.openxmlformats.org/officeDocument/2006/relationships/image" Target="../media/image2410.png"/><Relationship Id="rId18" Type="http://schemas.openxmlformats.org/officeDocument/2006/relationships/image" Target="../media/image2460.png"/><Relationship Id="rId26" Type="http://schemas.openxmlformats.org/officeDocument/2006/relationships/image" Target="../media/image2540.png"/><Relationship Id="rId3" Type="http://schemas.openxmlformats.org/officeDocument/2006/relationships/image" Target="../media/image2310.png"/><Relationship Id="rId21" Type="http://schemas.openxmlformats.org/officeDocument/2006/relationships/image" Target="../media/image2490.png"/><Relationship Id="rId7" Type="http://schemas.openxmlformats.org/officeDocument/2006/relationships/image" Target="../media/image2350.png"/><Relationship Id="rId12" Type="http://schemas.openxmlformats.org/officeDocument/2006/relationships/image" Target="../media/image2400.png"/><Relationship Id="rId17" Type="http://schemas.openxmlformats.org/officeDocument/2006/relationships/image" Target="../media/image2450.png"/><Relationship Id="rId25" Type="http://schemas.openxmlformats.org/officeDocument/2006/relationships/image" Target="../media/image2530.png"/><Relationship Id="rId2" Type="http://schemas.openxmlformats.org/officeDocument/2006/relationships/image" Target="../media/image2300.png"/><Relationship Id="rId16" Type="http://schemas.openxmlformats.org/officeDocument/2006/relationships/image" Target="../media/image2440.png"/><Relationship Id="rId20" Type="http://schemas.openxmlformats.org/officeDocument/2006/relationships/image" Target="../media/image2480.png"/><Relationship Id="rId29" Type="http://schemas.openxmlformats.org/officeDocument/2006/relationships/image" Target="../media/image25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0.png"/><Relationship Id="rId11" Type="http://schemas.openxmlformats.org/officeDocument/2006/relationships/image" Target="../media/image2390.png"/><Relationship Id="rId24" Type="http://schemas.openxmlformats.org/officeDocument/2006/relationships/image" Target="../media/image2520.png"/><Relationship Id="rId32" Type="http://schemas.openxmlformats.org/officeDocument/2006/relationships/image" Target="../media/image2600.png"/><Relationship Id="rId5" Type="http://schemas.openxmlformats.org/officeDocument/2006/relationships/image" Target="../media/image2330.png"/><Relationship Id="rId15" Type="http://schemas.openxmlformats.org/officeDocument/2006/relationships/image" Target="../media/image2430.png"/><Relationship Id="rId23" Type="http://schemas.openxmlformats.org/officeDocument/2006/relationships/image" Target="../media/image2510.png"/><Relationship Id="rId28" Type="http://schemas.openxmlformats.org/officeDocument/2006/relationships/image" Target="../media/image2560.png"/><Relationship Id="rId10" Type="http://schemas.openxmlformats.org/officeDocument/2006/relationships/image" Target="../media/image2380.png"/><Relationship Id="rId19" Type="http://schemas.openxmlformats.org/officeDocument/2006/relationships/image" Target="../media/image2470.png"/><Relationship Id="rId31" Type="http://schemas.openxmlformats.org/officeDocument/2006/relationships/image" Target="../media/image2590.png"/><Relationship Id="rId4" Type="http://schemas.openxmlformats.org/officeDocument/2006/relationships/image" Target="../media/image2320.png"/><Relationship Id="rId9" Type="http://schemas.openxmlformats.org/officeDocument/2006/relationships/image" Target="../media/image2370.png"/><Relationship Id="rId14" Type="http://schemas.openxmlformats.org/officeDocument/2006/relationships/image" Target="../media/image2420.png"/><Relationship Id="rId22" Type="http://schemas.openxmlformats.org/officeDocument/2006/relationships/image" Target="../media/image2500.png"/><Relationship Id="rId27" Type="http://schemas.openxmlformats.org/officeDocument/2006/relationships/image" Target="../media/image2550.png"/><Relationship Id="rId30" Type="http://schemas.openxmlformats.org/officeDocument/2006/relationships/image" Target="../media/image25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blipFill>
                <a:blip r:embed="rId2"/>
                <a:stretch>
                  <a:fillRect l="-4225" b="-625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5479" b="-129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2857" b="-967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7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19" y="5223638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7" y="5221046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6" y="4670158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8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69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1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1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346351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346351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1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blipFill>
                <a:blip r:embed="rId7"/>
                <a:stretch>
                  <a:fillRect l="-13043" r="-13043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4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29412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29" y="1219361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8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3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1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3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1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0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5" y="5528866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blipFill>
                <a:blip r:embed="rId15"/>
                <a:stretch>
                  <a:fillRect l="-33333" r="-26667"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blipFill>
                <a:blip r:embed="rId16"/>
                <a:stretch>
                  <a:fillRect l="-33333" r="-26667" b="-90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blipFill>
                <a:blip r:embed="rId1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blipFill>
                <a:blip r:embed="rId19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blipFill>
                <a:blip r:embed="rId2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blipFill>
                <a:blip r:embed="rId21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blipFill>
                <a:blip r:embed="rId23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blipFill>
                <a:blip r:embed="rId24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blipFill>
                <a:blip r:embed="rId25"/>
                <a:stretch>
                  <a:fillRect l="-13043" r="-8696" b="-214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blipFill>
                <a:blip r:embed="rId26"/>
                <a:stretch>
                  <a:fillRect l="-8664" t="-45652" r="-17329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3" y="353202"/>
            <a:ext cx="1114088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blipFill>
                <a:blip r:embed="rId27"/>
                <a:stretch>
                  <a:fillRect l="-4743" t="-26087" r="-3953" b="-5217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7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blipFill>
                <a:blip r:embed="rId3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blipFill>
                <a:blip r:embed="rId3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blipFill>
                <a:blip r:embed="rId3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blipFill>
                <a:blip r:embed="rId3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blipFill>
                <a:blip r:embed="rId3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blipFill>
                <a:blip r:embed="rId3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blipFill>
                <a:blip r:embed="rId36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4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blipFill>
                <a:blip r:embed="rId3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5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blipFill>
                <a:blip r:embed="rId1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blipFill>
                <a:blip r:embed="rId1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blipFill>
                <a:blip r:embed="rId1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7692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blipFill>
                <a:blip r:embed="rId2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blipFill>
                <a:blip r:embed="rId25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blipFill>
                <a:blip r:embed="rId26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2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8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1" y="76799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7" y="1348105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blipFill>
                <a:blip r:embed="rId3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blipFill>
                <a:blip r:embed="rId37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blipFill>
                <a:blip r:embed="rId38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6"/>
            <a:ext cx="1283300" cy="433388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br>
              <a:rPr lang="en-RU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blipFill>
                <a:blip r:embed="rId4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blipFill>
                <a:blip r:embed="rId4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4039625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339023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8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8" y="4624244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26316" r="-10526" b="-27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blipFill>
                <a:blip r:embed="rId4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5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 l="-25000" r="-20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>
                    <a:solidFill>
                      <a:schemeClr val="tx1"/>
                    </a:solidFill>
                  </a:rPr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>
                    <a:solidFill>
                      <a:schemeClr val="tx1"/>
                    </a:solidFill>
                  </a:rPr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250" t="-8475" r="-3125" b="-152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3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blipFill>
                <a:blip r:embed="rId53"/>
                <a:stretch>
                  <a:fillRect l="-6145" t="-27273" r="-2793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5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2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1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blipFill>
                <a:blip r:embed="rId17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blipFill>
                <a:blip r:embed="rId19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8" y="3589287"/>
            <a:ext cx="1132563" cy="23750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5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blipFill>
                <a:blip r:embed="rId3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blipFill>
                <a:blip r:embed="rId3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blipFill>
                <a:blip r:embed="rId3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blipFill>
                <a:blip r:embed="rId3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4" y="2582247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40"/>
                <a:stretch>
                  <a:fillRect l="-25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5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blipFill>
                <a:blip r:embed="rId52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5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4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1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blipFill>
                <a:blip r:embed="rId56"/>
                <a:stretch>
                  <a:fillRect l="-13043" r="-8696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blipFill>
                <a:blip r:embed="rId57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blipFill>
                <a:blip r:embed="rId58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6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456809" cy="23750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59"/>
                  <a:stretch>
                    <a:fillRect l="-1987" b="-24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19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3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5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538" r="-11538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2500" r="-8333" b="-12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2500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4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8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blipFill>
                <a:blip r:embed="rId1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6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69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4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7" y="108613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completed at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has not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interfered</a:t>
                </a:r>
                <a:r>
                  <a:rPr lang="en-RU" sz="1550" dirty="0"/>
                  <a:t> </a:t>
                </a:r>
                <a:r>
                  <a:rPr lang="en-RU" sz="1550" dirty="0">
                    <a:solidFill>
                      <a:schemeClr val="tx1"/>
                    </a:solidFill>
                  </a:rPr>
                  <a:t>with any </a:t>
                </a:r>
                <a:r>
                  <a:rPr lang="en-RU" sz="1550">
                    <a:solidFill>
                      <a:schemeClr val="tx1"/>
                    </a:solidFill>
                  </a:rPr>
                  <a:t>other job</a:t>
                </a:r>
                <a:r>
                  <a:rPr lang="en-RU" sz="1550" dirty="0">
                    <a:solidFill>
                      <a:schemeClr val="tx1"/>
                    </a:solidFill>
                  </a:rPr>
                  <a:t>;</a:t>
                </a:r>
              </a:p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2721" t="-8197" r="-1020" b="-147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5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 l="-20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4" y="3487496"/>
            <a:ext cx="2853086" cy="257997"/>
            <a:chOff x="1150602" y="5360033"/>
            <a:chExt cx="2853086" cy="257997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14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653" r="-826" b="-19048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2" y="1678078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3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5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7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1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7" y="1676395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7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2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5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6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26316" r="-526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3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1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4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7692" r="-11538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9412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blipFill>
                <a:blip r:embed="rId35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blipFill>
                <a:blip r:embed="rId36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799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blipFill>
                <a:blip r:embed="rId3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4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4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1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1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5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19" y="5004535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7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3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1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4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7" y="5289857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6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7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blipFill>
                <a:blip r:embed="rId42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3"/>
                <a:stretch>
                  <a:fillRect l="-27778" r="-11111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7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violates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the interference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condition at</a:t>
                </a:r>
                <a:r>
                  <a:rPr lang="en-RU" sz="1550" dirty="0"/>
                  <a:t>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5"/>
                <a:stretch>
                  <a:fillRect l="-8621" t="-8621" r="-3448" b="-1551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3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5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29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6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3" y="2384755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2" y="2362810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4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4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4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2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3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699" y="2359152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4" y="2362810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7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8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0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49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7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5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1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0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2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39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8" y="5706268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0" y="5709925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7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4" y="5698952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79" y="5717698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0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1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blipFill>
                <a:blip r:embed="rId3"/>
                <a:stretch>
                  <a:fillRect l="-1681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1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blipFill>
                <a:blip r:embed="rId18"/>
                <a:stretch>
                  <a:fillRect l="-1261" b="-25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4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35585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blipFill>
                <a:blip r:embed="rId29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1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2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blipFill>
                <a:blip r:embed="rId34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blipFill>
                <a:blip r:embed="rId36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blipFill>
                <a:blip r:embed="rId37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blipFill>
                <a:blip r:embed="rId38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74214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74214" cy="156902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blipFill>
                <a:blip r:embed="rId40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7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blipFill>
                <a:blip r:embed="rId41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7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blipFill>
                <a:blip r:embed="rId4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6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blipFill>
                <a:blip r:embed="rId4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2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blipFill>
                <a:blip r:embed="rId48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0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blipFill>
                <a:blip r:embed="rId49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blipFill>
                <a:blip r:embed="rId50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8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blipFill>
                <a:blip r:embed="rId51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79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blipFill>
                <a:blip r:embed="rId5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3287043" y="4257665"/>
            <a:ext cx="115736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blipFill>
                <a:blip r:embed="rId53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5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blipFill>
                <a:blip r:embed="rId55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blipFill>
                <a:blip r:embed="rId56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blipFill>
                <a:blip r:embed="rId5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29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blipFill>
                <a:blip r:embed="rId58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blipFill>
                <a:blip r:embed="rId59"/>
                <a:stretch>
                  <a:fillRect l="-17500" r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6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blipFill>
                <a:blip r:embed="rId61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1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1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3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62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blipFill>
                <a:blip r:embed="rId63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blipFill>
                <a:blip r:embed="rId6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blipFill>
                <a:blip r:embed="rId66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blipFill>
                <a:blip r:embed="rId67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blipFill>
                <a:blip r:embed="rId6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blipFill>
                <a:blip r:embed="rId69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blipFill>
                <a:blip r:embed="rId7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5"/>
            <a:ext cx="1271604" cy="635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7" name="Прямая со стрелкой 286"/>
          <p:cNvCxnSpPr/>
          <p:nvPr/>
        </p:nvCxnSpPr>
        <p:spPr>
          <a:xfrm flipH="1" flipV="1">
            <a:off x="1225346" y="3968673"/>
            <a:ext cx="6506262" cy="361916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0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0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1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4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35585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blipFill>
                <a:blip r:embed="rId2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1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2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09" y="3220822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09" y="3220822"/>
                <a:ext cx="138115" cy="155620"/>
              </a:xfrm>
              <a:prstGeom prst="rect">
                <a:avLst/>
              </a:prstGeom>
              <a:blipFill>
                <a:blip r:embed="rId34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blipFill>
                <a:blip r:embed="rId36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blipFill>
                <a:blip r:embed="rId37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blipFill>
                <a:blip r:embed="rId38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39" y="1056656"/>
                <a:ext cx="174214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39" y="1056656"/>
                <a:ext cx="174214" cy="156902"/>
              </a:xfrm>
              <a:prstGeom prst="rect">
                <a:avLst/>
              </a:prstGeom>
              <a:blipFill>
                <a:blip r:embed="rId39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blipFill>
                <a:blip r:embed="rId40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7" y="10319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7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8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8" y="2926261"/>
                <a:ext cx="138115" cy="155299"/>
              </a:xfrm>
              <a:prstGeom prst="rect">
                <a:avLst/>
              </a:prstGeom>
              <a:blipFill>
                <a:blip r:embed="rId41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2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1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1" cy="155620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79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3"/>
                <a:ext cx="140871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3"/>
                <a:ext cx="140871" cy="156389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54025" y="4551545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4025" y="4551545"/>
                <a:ext cx="485774" cy="247375"/>
              </a:xfrm>
              <a:prstGeom prst="rect">
                <a:avLst/>
              </a:prstGeom>
              <a:blipFill>
                <a:blip r:embed="rId44"/>
                <a:stretch>
                  <a:fillRect l="-7500" r="-1250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66450" y="4824270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450" y="4824270"/>
                <a:ext cx="485774" cy="249620"/>
              </a:xfrm>
              <a:prstGeom prst="rect">
                <a:avLst/>
              </a:prstGeom>
              <a:blipFill>
                <a:blip r:embed="rId45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blipFill>
                <a:blip r:embed="rId46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32378" y="4341517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78" y="4341517"/>
                <a:ext cx="238848" cy="736740"/>
              </a:xfrm>
              <a:prstGeom prst="rect">
                <a:avLst/>
              </a:prstGeom>
              <a:blipFill>
                <a:blip r:embed="rId47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06059" y="4309533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059" y="4309533"/>
                <a:ext cx="404726" cy="246221"/>
              </a:xfrm>
              <a:prstGeom prst="rect">
                <a:avLst/>
              </a:prstGeom>
              <a:blipFill>
                <a:blip r:embed="rId48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27222" y="433152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222" y="4331525"/>
                <a:ext cx="238848" cy="736740"/>
              </a:xfrm>
              <a:prstGeom prst="rect">
                <a:avLst/>
              </a:prstGeom>
              <a:blipFill>
                <a:blip r:embed="rId49"/>
                <a:stretch>
                  <a:fillRect l="-17500" r="-1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21810" y="4343171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810" y="4343171"/>
                <a:ext cx="238847" cy="736740"/>
              </a:xfrm>
              <a:prstGeom prst="rect">
                <a:avLst/>
              </a:prstGeom>
              <a:blipFill>
                <a:blip r:embed="rId50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67356" y="4347533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356" y="4347533"/>
                <a:ext cx="238847" cy="736740"/>
              </a:xfrm>
              <a:prstGeom prst="rect">
                <a:avLst/>
              </a:prstGeom>
              <a:blipFill>
                <a:blip r:embed="rId51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2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8" y="2423811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1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1" cy="156710"/>
              </a:xfrm>
              <a:prstGeom prst="rect">
                <a:avLst/>
              </a:prstGeom>
              <a:blipFill>
                <a:blip r:embed="rId6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20316" y="434393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316" y="4343937"/>
                <a:ext cx="338234" cy="736740"/>
              </a:xfrm>
              <a:prstGeom prst="rect">
                <a:avLst/>
              </a:prstGeom>
              <a:blipFill>
                <a:blip r:embed="rId6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1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1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1" cy="155299"/>
              </a:xfrm>
              <a:prstGeom prst="rect">
                <a:avLst/>
              </a:prstGeom>
              <a:blipFill>
                <a:blip r:embed="rId6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090727" y="4352503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727" y="4352503"/>
                <a:ext cx="338234" cy="736740"/>
              </a:xfrm>
              <a:prstGeom prst="rect">
                <a:avLst/>
              </a:prstGeom>
              <a:blipFill>
                <a:blip r:embed="rId6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0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3" y="268683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6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70953" y="5487786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r>
                  <a:rPr lang="en-US" sz="1200" dirty="0"/>
                  <a:t>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953" y="5487786"/>
                <a:ext cx="1366977" cy="193515"/>
              </a:xfrm>
              <a:prstGeom prst="rect">
                <a:avLst/>
              </a:prstGeom>
              <a:blipFill>
                <a:blip r:embed="rId66"/>
                <a:stretch>
                  <a:fillRect l="-5357" t="-18750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blipFill>
                <a:blip r:embed="rId67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85055" y="5520436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055" y="5520436"/>
                <a:ext cx="461601" cy="167097"/>
              </a:xfrm>
              <a:prstGeom prst="rect">
                <a:avLst/>
              </a:prstGeom>
              <a:blipFill>
                <a:blip r:embed="rId68"/>
                <a:stretch>
                  <a:fillRect l="-10526" t="-18519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blipFill>
                <a:blip r:embed="rId69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blipFill>
                <a:blip r:embed="rId70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blipFill>
                <a:blip r:embed="rId71"/>
                <a:stretch>
                  <a:fillRect l="-10256" t="-17857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76080" y="5516129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080" y="5516129"/>
                <a:ext cx="459998" cy="164276"/>
              </a:xfrm>
              <a:prstGeom prst="rect">
                <a:avLst/>
              </a:prstGeom>
              <a:blipFill>
                <a:blip r:embed="rId72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8"/>
                <a:ext cx="140871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8"/>
                <a:ext cx="140871" cy="159083"/>
              </a:xfrm>
              <a:prstGeom prst="rect">
                <a:avLst/>
              </a:prstGeom>
              <a:blipFill>
                <a:blip r:embed="rId73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8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293675" y="5133384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r>
                  <a:rPr lang="en-US" sz="1200" dirty="0"/>
                  <a:t>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675" y="5133384"/>
                <a:ext cx="1520160" cy="199542"/>
              </a:xfrm>
              <a:prstGeom prst="rect">
                <a:avLst/>
              </a:prstGeom>
              <a:blipFill>
                <a:blip r:embed="rId74"/>
                <a:stretch>
                  <a:fillRect l="-3200" t="-15152" r="-1200" b="-484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43188" y="5169909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188" y="5169909"/>
                <a:ext cx="708784" cy="163186"/>
              </a:xfrm>
              <a:prstGeom prst="rect">
                <a:avLst/>
              </a:prstGeom>
              <a:blipFill>
                <a:blip r:embed="rId75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32405" y="5176068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405" y="5176068"/>
                <a:ext cx="708784" cy="163443"/>
              </a:xfrm>
              <a:prstGeom prst="rect">
                <a:avLst/>
              </a:prstGeom>
              <a:blipFill>
                <a:blip r:embed="rId76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blipFill>
                <a:blip r:embed="rId77"/>
                <a:stretch>
                  <a:fillRect l="-6838" t="-22222" r="-855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157939" y="5186506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939" y="5186506"/>
                <a:ext cx="711670" cy="163506"/>
              </a:xfrm>
              <a:prstGeom prst="rect">
                <a:avLst/>
              </a:prstGeom>
              <a:blipFill>
                <a:blip r:embed="rId78"/>
                <a:stretch>
                  <a:fillRect l="-6838" t="-22222" r="-1709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27183" y="435196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3" y="4351966"/>
                <a:ext cx="338234" cy="736740"/>
              </a:xfrm>
              <a:prstGeom prst="rect">
                <a:avLst/>
              </a:prstGeom>
              <a:blipFill>
                <a:blip r:embed="rId7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983525" y="5189915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25" y="5189915"/>
                <a:ext cx="711670" cy="163122"/>
              </a:xfrm>
              <a:prstGeom prst="rect">
                <a:avLst/>
              </a:prstGeom>
              <a:blipFill>
                <a:blip r:embed="rId8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7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73512" y="6607443"/>
                <a:ext cx="171540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𝑟𝑒𝑎𝑑𝑖𝑛𝑒𝑠𝑠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𝑐h𝑒𝑐𝑘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𝑖𝑛𝑠𝑡𝑎𝑛𝑡</m:t>
                      </m:r>
                    </m:oMath>
                  </m:oMathPara>
                </a14:m>
                <a:endParaRPr lang="en-US" sz="1200" b="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6607443"/>
                <a:ext cx="1715406" cy="184666"/>
              </a:xfrm>
              <a:prstGeom prst="rect">
                <a:avLst/>
              </a:prstGeom>
              <a:blipFill>
                <a:blip r:embed="rId81"/>
                <a:stretch>
                  <a:fillRect l="-1773" r="-1418" b="-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Правая фигурная скобка 182"/>
          <p:cNvSpPr/>
          <p:nvPr/>
        </p:nvSpPr>
        <p:spPr>
          <a:xfrm rot="5400000">
            <a:off x="7972468" y="2751917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82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713595" y="6078736"/>
            <a:ext cx="56175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2064" y="6123841"/>
                <a:ext cx="550087" cy="190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𝑚𝑖𝑠𝑠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064" y="6123841"/>
                <a:ext cx="550087" cy="190693"/>
              </a:xfrm>
              <a:prstGeom prst="rect">
                <a:avLst/>
              </a:prstGeom>
              <a:blipFill>
                <a:blip r:embed="rId83"/>
                <a:stretch>
                  <a:fillRect l="-6667" t="-3226" r="-5556" b="-96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9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4964527" y="5960808"/>
            <a:ext cx="114717" cy="592205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243030" y="5939174"/>
                <a:ext cx="177555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One</m:t>
                      </m:r>
                      <m:r>
                        <a:rPr lang="en-US" sz="12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while</m:t>
                      </m:r>
                      <m:r>
                        <a:rPr lang="en-US" sz="120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loop</m:t>
                      </m:r>
                      <m:r>
                        <a:rPr lang="en-US" sz="120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smtClean="0">
                          <a:latin typeface="Cambria Math" panose="02040503050406030204" pitchFamily="18" charset="0"/>
                        </a:rPr>
                        <m:t>iteration</m:t>
                      </m:r>
                    </m:oMath>
                  </m:oMathPara>
                </a14:m>
                <a:endParaRPr lang="ru-RU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Check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task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set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ready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launch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030" y="5939174"/>
                <a:ext cx="1775551" cy="553998"/>
              </a:xfrm>
              <a:prstGeom prst="rect">
                <a:avLst/>
              </a:prstGeom>
              <a:blipFill>
                <a:blip r:embed="rId84"/>
                <a:stretch>
                  <a:fillRect l="-2749" r="-344" b="-1098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2070697" y="6088623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𝐽𝑜𝑏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𝑟𝑒𝑙𝑒𝑎𝑠𝑒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blipFill>
                <a:blip r:embed="rId85"/>
                <a:stretch>
                  <a:fillRect l="-6015" t="-3333" r="-3759" b="-2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170679" y="611203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907066" y="6132708"/>
                <a:ext cx="857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𝑜𝑏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i="1" dirty="0"/>
                  <a:t>execution</a:t>
                </a:r>
                <a:endParaRPr lang="en-RU" sz="1200" i="1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066" y="6132708"/>
                <a:ext cx="857927" cy="184666"/>
              </a:xfrm>
              <a:prstGeom prst="rect">
                <a:avLst/>
              </a:prstGeom>
              <a:blipFill>
                <a:blip r:embed="rId86"/>
                <a:stretch>
                  <a:fillRect l="-7801" t="-26667" r="-9220" b="-5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авая фигурная скобка 7"/>
          <p:cNvSpPr/>
          <p:nvPr/>
        </p:nvSpPr>
        <p:spPr>
          <a:xfrm>
            <a:off x="7307498" y="5902754"/>
            <a:ext cx="164223" cy="662577"/>
          </a:xfrm>
          <a:prstGeom prst="rightBrace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Busy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polling</m:t>
                      </m:r>
                      <m:r>
                        <m:rPr>
                          <m:nor/>
                        </m:rPr>
                        <a:rPr lang="en-US" sz="1200" i="1"/>
                        <m:t>: </m:t>
                      </m:r>
                    </m:oMath>
                  </m:oMathPara>
                </a14:m>
                <a:endParaRPr lang="en-US" sz="12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repeated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b="0" i="1" smtClean="0"/>
                        <m:t>while</m:t>
                      </m:r>
                      <m:r>
                        <m:rPr>
                          <m:nor/>
                        </m:rPr>
                        <a:rPr lang="en-US" sz="1200" b="0" i="1" smtClean="0"/>
                        <m:t> </m:t>
                      </m:r>
                      <m:r>
                        <m:rPr>
                          <m:nor/>
                        </m:rPr>
                        <a:rPr lang="en-US" sz="1200" b="0" i="1" smtClean="0"/>
                        <m:t>loop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iterations</m:t>
                      </m:r>
                    </m:oMath>
                  </m:oMathPara>
                </a14:m>
                <a:endParaRPr lang="en-RU" sz="12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blipFill>
                <a:blip r:embed="rId87"/>
                <a:stretch>
                  <a:fillRect l="-2251" r="-1929" b="-1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1" name="Правая фигурная скобка 220"/>
          <p:cNvSpPr/>
          <p:nvPr/>
        </p:nvSpPr>
        <p:spPr>
          <a:xfrm>
            <a:off x="9849578" y="5878869"/>
            <a:ext cx="224661" cy="662577"/>
          </a:xfrm>
          <a:prstGeom prst="rightBrace">
            <a:avLst>
              <a:gd name="adj1" fmla="val 101754"/>
              <a:gd name="adj2" fmla="val 5381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</m:oMath>
                  </m:oMathPara>
                </a14:m>
                <a:endParaRPr lang="en-US" sz="12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𝑂𝑛𝑒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𝑤h𝑖𝑙𝑒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𝑙𝑜𝑜𝑝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blipFill>
                <a:blip r:embed="rId88"/>
                <a:stretch>
                  <a:fillRect l="-1639" r="-1311" b="-1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292827" y="261164"/>
                <a:ext cx="1634871" cy="2779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827" y="261164"/>
                <a:ext cx="1634871" cy="277961"/>
              </a:xfrm>
              <a:prstGeom prst="rect">
                <a:avLst/>
              </a:prstGeom>
              <a:blipFill>
                <a:blip r:embed="rId89"/>
                <a:stretch>
                  <a:fillRect b="-2444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8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8" cy="257186"/>
              </a:xfrm>
              <a:prstGeom prst="rect">
                <a:avLst/>
              </a:prstGeom>
              <a:blipFill>
                <a:blip r:embed="rId90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141570" y="4560376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>
            <a:off x="1154778" y="4815929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141570" y="5100618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>
            <a:off x="1157167" y="5385726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154778" y="5816039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52224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170679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40866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48750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482879" y="4268962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37095" y="4282866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20837" y="4341098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695195" y="4282866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774512" y="5179882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512" y="5179882"/>
                <a:ext cx="711670" cy="167097"/>
              </a:xfrm>
              <a:prstGeom prst="rect">
                <a:avLst/>
              </a:prstGeom>
              <a:blipFill>
                <a:blip r:embed="rId91"/>
                <a:stretch>
                  <a:fillRect l="-6838" t="-18519" r="-855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27183" y="5503318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3" y="5503318"/>
                <a:ext cx="461601" cy="164789"/>
              </a:xfrm>
              <a:prstGeom prst="rect">
                <a:avLst/>
              </a:prstGeom>
              <a:blipFill>
                <a:blip r:embed="rId92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154778" y="426664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088633" y="4276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blipFill>
                <a:blip r:embed="rId9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7428" y="5523315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428" y="5523315"/>
                <a:ext cx="150682" cy="184666"/>
              </a:xfrm>
              <a:prstGeom prst="rect">
                <a:avLst/>
              </a:prstGeom>
              <a:blipFill>
                <a:blip r:embed="rId9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1303" y="460904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303" y="4609049"/>
                <a:ext cx="150682" cy="184666"/>
              </a:xfrm>
              <a:prstGeom prst="rect">
                <a:avLst/>
              </a:prstGeom>
              <a:blipFill>
                <a:blip r:embed="rId9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17" y="488778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17" y="4887780"/>
                <a:ext cx="150682" cy="184666"/>
              </a:xfrm>
              <a:prstGeom prst="rect">
                <a:avLst/>
              </a:prstGeom>
              <a:blipFill>
                <a:blip r:embed="rId9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20" y="433432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20" y="4334326"/>
                <a:ext cx="150682" cy="184666"/>
              </a:xfrm>
              <a:prstGeom prst="rect">
                <a:avLst/>
              </a:prstGeom>
              <a:blipFill>
                <a:blip r:embed="rId9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389389" y="4278851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blipFill>
                <a:blip r:embed="rId9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blipFill>
                <a:blip r:embed="rId9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26352" y="461711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52" y="4617112"/>
                <a:ext cx="150682" cy="184666"/>
              </a:xfrm>
              <a:prstGeom prst="rect">
                <a:avLst/>
              </a:prstGeom>
              <a:blipFill>
                <a:blip r:embed="rId9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6" y="489584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6" y="4895843"/>
                <a:ext cx="150682" cy="184666"/>
              </a:xfrm>
              <a:prstGeom prst="rect">
                <a:avLst/>
              </a:prstGeom>
              <a:blipFill>
                <a:blip r:embed="rId9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9" y="434238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9" y="4342389"/>
                <a:ext cx="150682" cy="184666"/>
              </a:xfrm>
              <a:prstGeom prst="rect">
                <a:avLst/>
              </a:prstGeom>
              <a:blipFill>
                <a:blip r:embed="rId9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Овал 35"/>
          <p:cNvSpPr/>
          <p:nvPr/>
        </p:nvSpPr>
        <p:spPr>
          <a:xfrm>
            <a:off x="3197467" y="4310674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6" name="Овал 285"/>
          <p:cNvSpPr/>
          <p:nvPr/>
        </p:nvSpPr>
        <p:spPr>
          <a:xfrm>
            <a:off x="7337653" y="4330152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 стрелкой 37"/>
          <p:cNvCxnSpPr>
            <a:stCxn id="36" idx="0"/>
          </p:cNvCxnSpPr>
          <p:nvPr/>
        </p:nvCxnSpPr>
        <p:spPr>
          <a:xfrm flipH="1" flipV="1">
            <a:off x="1189580" y="3955740"/>
            <a:ext cx="2384961" cy="354934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TextBox 287">
            <a:extLst>
              <a:ext uri="{FF2B5EF4-FFF2-40B4-BE49-F238E27FC236}">
                <a16:creationId xmlns:a16="http://schemas.microsoft.com/office/drawing/2014/main" id="{E64389DC-3A52-4AE3-A346-09A38E928D3C}"/>
              </a:ext>
            </a:extLst>
          </p:cNvPr>
          <p:cNvSpPr txBox="1"/>
          <p:nvPr/>
        </p:nvSpPr>
        <p:spPr>
          <a:xfrm>
            <a:off x="96947" y="3827433"/>
            <a:ext cx="11405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100" i="1" u="sng" dirty="0"/>
              <a:t>No readiness check task executing</a:t>
            </a:r>
            <a:endParaRPr lang="en-RU" sz="1100" i="1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163469" y="6576622"/>
                <a:ext cx="2984791" cy="2072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latin typeface="Cambria Math" panose="02040503050406030204" pitchFamily="18" charset="0"/>
                        </a:rPr>
                        <m:t>(−)</m:t>
                      </m:r>
                      <m:r>
                        <m:rPr>
                          <m:nor/>
                        </m:rPr>
                        <a:rPr lang="ru-RU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No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scheduler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check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a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job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is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executing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469" y="6576622"/>
                <a:ext cx="2984791" cy="207236"/>
              </a:xfrm>
              <a:prstGeom prst="rect">
                <a:avLst/>
              </a:prstGeom>
              <a:blipFill>
                <a:blip r:embed="rId96"/>
                <a:stretch>
                  <a:fillRect l="-1633" r="-1224" b="-323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8820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51798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0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51799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35585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5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09" y="3220822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09" y="3220822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74214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39" y="1056656"/>
                <a:ext cx="174214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39" y="1056656"/>
                <a:ext cx="174214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7" y="10319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7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8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8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2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1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1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79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3"/>
                <a:ext cx="140871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3"/>
                <a:ext cx="140871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2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8" y="2423811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1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1" cy="156710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1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1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1" cy="155299"/>
              </a:xfrm>
              <a:prstGeom prst="rect">
                <a:avLst/>
              </a:prstGeom>
              <a:blipFill>
                <a:blip r:embed="rId44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0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3" y="268683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4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8"/>
                <a:ext cx="140871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8"/>
                <a:ext cx="140871" cy="159083"/>
              </a:xfrm>
              <a:prstGeom prst="rect">
                <a:avLst/>
              </a:prstGeom>
              <a:blipFill>
                <a:blip r:embed="rId46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8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7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83" name="Правая фигурная скобка 182"/>
          <p:cNvSpPr/>
          <p:nvPr/>
        </p:nvSpPr>
        <p:spPr>
          <a:xfrm rot="5400000">
            <a:off x="7972468" y="2751917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47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8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8" cy="257186"/>
              </a:xfrm>
              <a:prstGeom prst="rect">
                <a:avLst/>
              </a:prstGeom>
              <a:blipFill>
                <a:blip r:embed="rId48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99366" y="4894918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66" y="4894918"/>
                <a:ext cx="485774" cy="247375"/>
              </a:xfrm>
              <a:prstGeom prst="rect">
                <a:avLst/>
              </a:prstGeom>
              <a:blipFill>
                <a:blip r:embed="rId49"/>
                <a:stretch>
                  <a:fillRect l="-8861" r="-2532" b="-17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411791" y="5167643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91" y="5167643"/>
                <a:ext cx="485774" cy="249620"/>
              </a:xfrm>
              <a:prstGeom prst="rect">
                <a:avLst/>
              </a:prstGeom>
              <a:blipFill>
                <a:blip r:embed="rId50"/>
                <a:stretch>
                  <a:fillRect l="-8861" r="-2532" b="-17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82765" y="4684890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765" y="4684890"/>
                <a:ext cx="144364" cy="736740"/>
              </a:xfrm>
              <a:prstGeom prst="rect">
                <a:avLst/>
              </a:prstGeom>
              <a:blipFill>
                <a:blip r:embed="rId51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77719" y="4684890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719" y="4684890"/>
                <a:ext cx="238848" cy="736740"/>
              </a:xfrm>
              <a:prstGeom prst="rect">
                <a:avLst/>
              </a:prstGeom>
              <a:blipFill>
                <a:blip r:embed="rId52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51400" y="4652906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400" y="4652906"/>
                <a:ext cx="404726" cy="246221"/>
              </a:xfrm>
              <a:prstGeom prst="rect">
                <a:avLst/>
              </a:prstGeom>
              <a:blipFill>
                <a:blip r:embed="rId53"/>
                <a:stretch>
                  <a:fillRect l="-8955" b="-243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72563" y="4674898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563" y="4674898"/>
                <a:ext cx="238848" cy="736740"/>
              </a:xfrm>
              <a:prstGeom prst="rect">
                <a:avLst/>
              </a:prstGeom>
              <a:blipFill>
                <a:blip r:embed="rId54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67151" y="4686544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7151" y="4686544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812697" y="4690906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697" y="4690906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65657" y="4687310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57" y="4687310"/>
                <a:ext cx="338234" cy="736740"/>
              </a:xfrm>
              <a:prstGeom prst="rect">
                <a:avLst/>
              </a:prstGeom>
              <a:blipFill>
                <a:blip r:embed="rId57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136068" y="469587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068" y="4695876"/>
                <a:ext cx="338234" cy="736740"/>
              </a:xfrm>
              <a:prstGeom prst="rect">
                <a:avLst/>
              </a:prstGeom>
              <a:blipFill>
                <a:blip r:embed="rId5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416294" y="5831159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r>
                  <a:rPr lang="en-US" sz="1200" dirty="0"/>
                  <a:t>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294" y="5831159"/>
                <a:ext cx="1366977" cy="193515"/>
              </a:xfrm>
              <a:prstGeom prst="rect">
                <a:avLst/>
              </a:prstGeom>
              <a:blipFill>
                <a:blip r:embed="rId59"/>
                <a:stretch>
                  <a:fillRect l="-5333" t="-19355" b="-516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4066" y="5779335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066" y="5779335"/>
                <a:ext cx="459998" cy="163763"/>
              </a:xfrm>
              <a:prstGeom prst="rect">
                <a:avLst/>
              </a:prstGeom>
              <a:blipFill>
                <a:blip r:embed="rId60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130396" y="5863809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0396" y="5863809"/>
                <a:ext cx="461601" cy="167097"/>
              </a:xfrm>
              <a:prstGeom prst="rect">
                <a:avLst/>
              </a:prstGeom>
              <a:blipFill>
                <a:blip r:embed="rId61"/>
                <a:stretch>
                  <a:fillRect l="-10667" t="-18519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blipFill>
                <a:blip r:embed="rId62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blipFill>
                <a:blip r:embed="rId63"/>
                <a:stretch>
                  <a:fillRect l="-12000" t="-22222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8075" y="5958150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8075" y="5958150"/>
                <a:ext cx="476862" cy="172868"/>
              </a:xfrm>
              <a:prstGeom prst="rect">
                <a:avLst/>
              </a:prstGeom>
              <a:blipFill>
                <a:blip r:embed="rId64"/>
                <a:stretch>
                  <a:fillRect l="-10256" t="-17241" b="-4482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blipFill>
                <a:blip r:embed="rId65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9016" y="5476757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</a:t>
                </a:r>
                <a:r>
                  <a:rPr lang="en-US" sz="1200" dirty="0"/>
                  <a:t>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016" y="5476757"/>
                <a:ext cx="1520160" cy="199542"/>
              </a:xfrm>
              <a:prstGeom prst="rect">
                <a:avLst/>
              </a:prstGeom>
              <a:blipFill>
                <a:blip r:embed="rId66"/>
                <a:stretch>
                  <a:fillRect l="-3614" t="-15152" r="-1606" b="-484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88529" y="5513282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8529" y="5513282"/>
                <a:ext cx="708784" cy="163186"/>
              </a:xfrm>
              <a:prstGeom prst="rect">
                <a:avLst/>
              </a:prstGeom>
              <a:blipFill>
                <a:blip r:embed="rId67"/>
                <a:stretch>
                  <a:fillRect l="-6897" t="-22222" r="-2586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77746" y="5519441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746" y="5519441"/>
                <a:ext cx="708784" cy="163443"/>
              </a:xfrm>
              <a:prstGeom prst="rect">
                <a:avLst/>
              </a:prstGeom>
              <a:blipFill>
                <a:blip r:embed="rId68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05976" y="5530155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976" y="5530155"/>
                <a:ext cx="711670" cy="164597"/>
              </a:xfrm>
              <a:prstGeom prst="rect">
                <a:avLst/>
              </a:prstGeom>
              <a:blipFill>
                <a:blip r:embed="rId69"/>
                <a:stretch>
                  <a:fillRect l="-7759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03280" y="5529879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280" y="5529879"/>
                <a:ext cx="711670" cy="163506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72524" y="4695339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4" y="4695339"/>
                <a:ext cx="338234" cy="736740"/>
              </a:xfrm>
              <a:prstGeom prst="rect">
                <a:avLst/>
              </a:prstGeom>
              <a:blipFill>
                <a:blip r:embed="rId71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28866" y="5533288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8866" y="5533288"/>
                <a:ext cx="711670" cy="163122"/>
              </a:xfrm>
              <a:prstGeom prst="rect">
                <a:avLst/>
              </a:prstGeom>
              <a:blipFill>
                <a:blip r:embed="rId72"/>
                <a:stretch>
                  <a:fillRect l="-6838" t="-23077" r="-855" b="-5384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290698" y="4870428"/>
            <a:ext cx="10272361" cy="5296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 flipV="1">
            <a:off x="1284682" y="5178943"/>
            <a:ext cx="10291585" cy="15668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296714" y="5441074"/>
            <a:ext cx="10266345" cy="2255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 flipV="1">
            <a:off x="1296714" y="5748741"/>
            <a:ext cx="10281942" cy="4641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300627" y="6131018"/>
            <a:ext cx="10275640" cy="4803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97565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216020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86207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94091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528220" y="4612335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82436" y="4626239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66178" y="4684471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740536" y="4626239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19853" y="5523255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853" y="5523255"/>
                <a:ext cx="711670" cy="167097"/>
              </a:xfrm>
              <a:prstGeom prst="rect">
                <a:avLst/>
              </a:prstGeom>
              <a:blipFill>
                <a:blip r:embed="rId73"/>
                <a:stretch>
                  <a:fillRect l="-6838" t="-18519" r="-855" b="-5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72524" y="5846691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>
                    <a:solidFill>
                      <a:schemeClr val="tx1"/>
                    </a:solidFill>
                  </a:rPr>
                  <a:t> </a:t>
                </a:r>
                <a:endParaRPr lang="en-RU" sz="10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4" y="5846691"/>
                <a:ext cx="461601" cy="164789"/>
              </a:xfrm>
              <a:prstGeom prst="rect">
                <a:avLst/>
              </a:prstGeom>
              <a:blipFill>
                <a:blip r:embed="rId74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339016" y="4623585"/>
            <a:ext cx="10237251" cy="607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133974" y="4619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0768" y="550974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768" y="5509749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2769" y="5866688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769" y="5866688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6644" y="495242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6644" y="4952422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58" y="523115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58" y="5231153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434730" y="4622224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5817" y="551781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5817" y="5517812"/>
                <a:ext cx="150682" cy="184666"/>
              </a:xfrm>
              <a:prstGeom prst="rect">
                <a:avLst/>
              </a:prstGeom>
              <a:blipFill>
                <a:blip r:embed="rId78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7818" y="5874751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818" y="5874751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1693" y="4960485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693" y="4960485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10" y="468576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10" y="4685762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Прямоугольник 61"/>
          <p:cNvSpPr/>
          <p:nvPr/>
        </p:nvSpPr>
        <p:spPr>
          <a:xfrm>
            <a:off x="2913594" y="4663775"/>
            <a:ext cx="289193" cy="1457289"/>
          </a:xfrm>
          <a:prstGeom prst="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4" name="Прямая со стрелкой 63"/>
          <p:cNvCxnSpPr>
            <a:stCxn id="62" idx="2"/>
          </p:cNvCxnSpPr>
          <p:nvPr/>
        </p:nvCxnSpPr>
        <p:spPr>
          <a:xfrm flipH="1">
            <a:off x="2345865" y="6121064"/>
            <a:ext cx="712326" cy="4602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074774" y="6577701"/>
                <a:ext cx="38170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𝑛𝑖𝑡</m:t>
                      </m:r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774" y="6577701"/>
                <a:ext cx="381708" cy="246221"/>
              </a:xfrm>
              <a:prstGeom prst="rect">
                <a:avLst/>
              </a:prstGeom>
              <a:blipFill>
                <a:blip r:embed="rId79"/>
                <a:stretch>
                  <a:fillRect l="-11111" r="-9524" b="-7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982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Box 30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7841344" y="173541"/>
            <a:ext cx="3318665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Simplified pseudocode of the </a:t>
            </a:r>
            <a:r>
              <a:rPr lang="en-US" sz="1600" dirty="0" err="1"/>
              <a:t>superloop</a:t>
            </a:r>
            <a:endParaRPr lang="en-RU" sz="1500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03C96D16-4935-5AE5-9CA2-0C7A8A588C43}"/>
              </a:ext>
            </a:extLst>
          </p:cNvPr>
          <p:cNvSpPr txBox="1"/>
          <p:nvPr/>
        </p:nvSpPr>
        <p:spPr>
          <a:xfrm>
            <a:off x="2177" y="-34981"/>
            <a:ext cx="3911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RU" sz="2000" dirty="0"/>
              <a:t>Superloop Scheduler: Key Principles</a:t>
            </a:r>
          </a:p>
        </p:txBody>
      </p:sp>
      <p:sp>
        <p:nvSpPr>
          <p:cNvPr id="31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10089534" y="544002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id="{1E2B97C9-D84C-05A6-CBF1-D706C261225B}"/>
              </a:ext>
            </a:extLst>
          </p:cNvPr>
          <p:cNvGrpSpPr/>
          <p:nvPr/>
        </p:nvGrpSpPr>
        <p:grpSpPr>
          <a:xfrm>
            <a:off x="7063995" y="5406726"/>
            <a:ext cx="4801090" cy="1019036"/>
            <a:chOff x="7063995" y="5406726"/>
            <a:chExt cx="4801090" cy="1019036"/>
          </a:xfrm>
        </p:grpSpPr>
        <p:sp>
          <p:nvSpPr>
            <p:cNvPr id="313" name="Rectangle 769">
              <a:extLst>
                <a:ext uri="{FF2B5EF4-FFF2-40B4-BE49-F238E27FC236}">
                  <a16:creationId xmlns:a16="http://schemas.microsoft.com/office/drawing/2014/main" id="{18EFE200-5563-F534-DD92-98D5A8C2F86E}"/>
                </a:ext>
              </a:extLst>
            </p:cNvPr>
            <p:cNvSpPr/>
            <p:nvPr/>
          </p:nvSpPr>
          <p:spPr>
            <a:xfrm flipH="1">
              <a:off x="7632450" y="5406726"/>
              <a:ext cx="561752" cy="289752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RU" sz="1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𝑚𝑖𝑠𝑠</m:t>
                        </m:r>
                      </m:oMath>
                    </m:oMathPara>
                  </a14:m>
                  <a:endParaRPr lang="en-RU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blipFill>
                  <a:blip r:embed="rId2"/>
                  <a:stretch>
                    <a:fillRect l="-6593" r="-5495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5" name="Straight Connector 90">
              <a:extLst>
                <a:ext uri="{FF2B5EF4-FFF2-40B4-BE49-F238E27FC236}">
                  <a16:creationId xmlns:a16="http://schemas.microsoft.com/office/drawing/2014/main" id="{DC6DC92F-EB95-9110-8B93-477E92CE72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89552" y="5416613"/>
              <a:ext cx="1346" cy="281191"/>
            </a:xfrm>
            <a:prstGeom prst="line">
              <a:avLst/>
            </a:prstGeom>
            <a:ln w="381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𝐽𝑜𝑏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𝑟𝑒𝑙𝑒𝑎𝑠𝑒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6015" t="-3226" r="-3759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𝑜𝑏</m:t>
                      </m:r>
                    </m:oMath>
                  </a14:m>
                  <a:r>
                    <a:rPr lang="en-US" sz="1200" dirty="0"/>
                    <a:t> </a:t>
                  </a:r>
                  <a:r>
                    <a:rPr lang="en-US" sz="1200" i="1" dirty="0"/>
                    <a:t>execution</a:t>
                  </a:r>
                  <a:endParaRPr lang="en-RU" sz="1200" i="1" dirty="0"/>
                </a:p>
              </p:txBody>
            </p:sp>
          </mc:Choice>
          <mc:Fallback xmlns="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7801" t="-26667" r="-9220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0" name="Правая фигурная скобка 319"/>
            <p:cNvSpPr/>
            <p:nvPr/>
          </p:nvSpPr>
          <p:spPr>
            <a:xfrm>
              <a:off x="7063995" y="5746169"/>
              <a:ext cx="164223" cy="662577"/>
            </a:xfrm>
            <a:prstGeom prst="rightBrace">
              <a:avLst/>
            </a:prstGeom>
            <a:no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Busy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polling</m:t>
                        </m:r>
                        <m:r>
                          <m:rPr>
                            <m:nor/>
                          </m:rPr>
                          <a:rPr lang="en-US" sz="1200" i="1"/>
                          <m:t>: </m:t>
                        </m:r>
                      </m:oMath>
                    </m:oMathPara>
                  </a14:m>
                  <a:endParaRPr lang="en-US" sz="1200" i="1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repeated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b="0" i="1" smtClean="0"/>
                          <m:t>while</m:t>
                        </m:r>
                        <m:r>
                          <m:rPr>
                            <m:nor/>
                          </m:rPr>
                          <a:rPr lang="en-US" sz="1200" b="0" i="1" smtClean="0"/>
                          <m:t> </m:t>
                        </m:r>
                        <m:r>
                          <m:rPr>
                            <m:nor/>
                          </m:rPr>
                          <a:rPr lang="en-US" sz="1200" b="0" i="1" smtClean="0"/>
                          <m:t>loop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iterations</m:t>
                        </m:r>
                      </m:oMath>
                    </m:oMathPara>
                  </a14:m>
                  <a:endParaRPr lang="en-RU" sz="12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251" r="-1929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8" name="Freeform 660">
              <a:extLst>
                <a:ext uri="{FF2B5EF4-FFF2-40B4-BE49-F238E27FC236}">
                  <a16:creationId xmlns:a16="http://schemas.microsoft.com/office/drawing/2014/main" id="{157A0E8F-EEFC-747F-15AD-F7DDA2738949}"/>
                </a:ext>
              </a:extLst>
            </p:cNvPr>
            <p:cNvSpPr/>
            <p:nvPr/>
          </p:nvSpPr>
          <p:spPr>
            <a:xfrm>
              <a:off x="9811031" y="5833557"/>
              <a:ext cx="114717" cy="592205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19050">
              <a:solidFill>
                <a:schemeClr val="accent1">
                  <a:lumMod val="60000"/>
                  <a:lumOff val="40000"/>
                </a:schemeClr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089534" y="5811923"/>
                  <a:ext cx="1775551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smtClean="0">
                            <a:latin typeface="Cambria Math" panose="02040503050406030204" pitchFamily="18" charset="0"/>
                          </a:rPr>
                          <m:t>One</m:t>
                        </m:r>
                        <m:r>
                          <a:rPr lang="en-US" sz="120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smtClean="0">
                            <a:latin typeface="Cambria Math" panose="02040503050406030204" pitchFamily="18" charset="0"/>
                          </a:rPr>
                          <m:t>while</m:t>
                        </m:r>
                        <m:r>
                          <a:rPr lang="en-US" sz="120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200" smtClean="0">
                            <a:latin typeface="Cambria Math" panose="02040503050406030204" pitchFamily="18" charset="0"/>
                          </a:rPr>
                          <m:t>loop</m:t>
                        </m:r>
                        <m:r>
                          <a:rPr lang="en-US" sz="120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smtClean="0">
                            <a:latin typeface="Cambria Math" panose="02040503050406030204" pitchFamily="18" charset="0"/>
                          </a:rPr>
                          <m:t>iteration</m:t>
                        </m:r>
                      </m:oMath>
                    </m:oMathPara>
                  </a14:m>
                  <a:endParaRPr lang="ru-RU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Check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task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set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If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ready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launch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534" y="5811923"/>
                  <a:ext cx="1775551" cy="553998"/>
                </a:xfrm>
                <a:prstGeom prst="rect">
                  <a:avLst/>
                </a:prstGeom>
                <a:blipFill>
                  <a:blip r:embed="rId6"/>
                  <a:stretch>
                    <a:fillRect l="-2749" r="-344" b="-10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F05A9D-7F97-BFEF-99EF-53A6B9212D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55" y="501908"/>
            <a:ext cx="4346730" cy="4466258"/>
          </a:xfrm>
          <a:prstGeom prst="rect">
            <a:avLst/>
          </a:prstGeom>
        </p:spPr>
      </p:pic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7DA4CC56-9CB9-7A3F-DF27-19DC42207B01}"/>
              </a:ext>
            </a:extLst>
          </p:cNvPr>
          <p:cNvGrpSpPr/>
          <p:nvPr/>
        </p:nvGrpSpPr>
        <p:grpSpPr>
          <a:xfrm>
            <a:off x="162462" y="46036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1674" r="-1674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" name="Группа 76"/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7500" r="-125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962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962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750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8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b="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8" cy="73674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l="-10606" b="-5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8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b="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8" cy="736740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b="0" i="1" dirty="0">
                      <a:solidFill>
                        <a:schemeClr val="tx1"/>
                      </a:solidFill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b="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l="-17949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b="0" i="1" dirty="0">
                      <a:solidFill>
                        <a:schemeClr val="tx1"/>
                      </a:solidFill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b="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l="-175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sz="1200" dirty="0"/>
                      <a:t>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l="-5357" t="-1875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l="-10256" t="-17241" b="-44828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sz="1200" dirty="0"/>
                      <a:t>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 l="-3200" t="-15152" r="-1200" b="-48485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 b="0" i="0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+50</m:t>
                        </m:r>
                      </m:oMath>
                    </a14:m>
                    <a:r>
                      <a:rPr lang="en-US" sz="105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l="-6897" t="-22222" r="-1724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l="-6897" t="-22222" r="-1724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 b="0" i="0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Прямая соединительная линия 15"/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Прямая соединительная линия 218"/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4" name="Прямая соединительная линия 223"/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Прямая соединительная линия 224"/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6" name="Прямая соединительная линия 225"/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5" name="Прямая соединительная линия 234"/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7" name="Прямая соединительная линия 236"/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8" name="Прямая соединительная линия 237"/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9" name="Прямая соединительная линия 238"/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7" name="Прямая соединительная линия 246"/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8" name="Прямая соединительная линия 247"/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2" name="Прямая соединительная линия 261"/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l="-8333" r="-8333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 l="-8333" r="-8333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A5A415E3-A0FD-54BF-4692-38BE1279F383}"/>
                </a:ext>
              </a:extLst>
            </p:cNvPr>
            <p:cNvCxnSpPr>
              <a:cxnSpLocks/>
              <a:stCxn id="67" idx="0"/>
              <a:endCxn id="9" idx="1"/>
            </p:cNvCxnSpPr>
            <p:nvPr/>
          </p:nvCxnSpPr>
          <p:spPr>
            <a:xfrm flipV="1">
              <a:off x="1604110" y="4580961"/>
              <a:ext cx="716457" cy="2961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Прямая со стрелкой 13">
              <a:extLst>
                <a:ext uri="{FF2B5EF4-FFF2-40B4-BE49-F238E27FC236}">
                  <a16:creationId xmlns:a16="http://schemas.microsoft.com/office/drawing/2014/main" id="{3F1DBEDF-4787-92D0-39D3-15AF024866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Прямая со стрелкой 26">
              <a:extLst>
                <a:ext uri="{FF2B5EF4-FFF2-40B4-BE49-F238E27FC236}">
                  <a16:creationId xmlns:a16="http://schemas.microsoft.com/office/drawing/2014/main" id="{B088A5FB-0355-1008-3EF4-58195A2376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49"/>
                  <a:stretch>
                    <a:fillRect l="-1258" r="-1258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A86217A-FAE8-FFFE-2703-3B5B64EF2094}"/>
              </a:ext>
            </a:extLst>
          </p:cNvPr>
          <p:cNvGrpSpPr/>
          <p:nvPr/>
        </p:nvGrpSpPr>
        <p:grpSpPr>
          <a:xfrm>
            <a:off x="115003" y="322601"/>
            <a:ext cx="6144635" cy="4100666"/>
            <a:chOff x="115003" y="322601"/>
            <a:chExt cx="6144635" cy="4100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50"/>
                  <a:stretch>
                    <a:fillRect l="-1762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2" name="Группа 41">
              <a:extLst>
                <a:ext uri="{FF2B5EF4-FFF2-40B4-BE49-F238E27FC236}">
                  <a16:creationId xmlns:a16="http://schemas.microsoft.com/office/drawing/2014/main" id="{B2F650EF-3CE6-4647-F433-AA77167B2C75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49" name="Группа 48"/>
              <p:cNvGrpSpPr/>
              <p:nvPr/>
            </p:nvGrpSpPr>
            <p:grpSpPr>
              <a:xfrm>
                <a:off x="115003" y="368786"/>
                <a:ext cx="6047745" cy="4054481"/>
                <a:chOff x="1042283" y="160477"/>
                <a:chExt cx="6047745" cy="4054481"/>
              </a:xfrm>
            </p:grpSpPr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B17CE4C1-8F3B-E139-BBDA-F559D5554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6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4551798" y="3135009"/>
                  <a:ext cx="787612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409" name="Straight Connector 408">
                  <a:extLst>
                    <a:ext uri="{FF2B5EF4-FFF2-40B4-BE49-F238E27FC236}">
                      <a16:creationId xmlns:a16="http://schemas.microsoft.com/office/drawing/2014/main" id="{12A3ED9D-F66C-A242-CABD-C887D7BB14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37DC3C49-CE96-4A0E-D539-D1DF53519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A8E139DE-1BBD-2BD7-D872-663D712616DD}"/>
                    </a:ext>
                  </a:extLst>
                </p:cNvPr>
                <p:cNvCxnSpPr>
                  <a:cxnSpLocks/>
                  <a:endCxn id="206" idx="0"/>
                </p:cNvCxnSpPr>
                <p:nvPr/>
              </p:nvCxnSpPr>
              <p:spPr>
                <a:xfrm flipV="1">
                  <a:off x="1048633" y="744600"/>
                  <a:ext cx="5954288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9DF1C3B1-97DD-A364-5709-6743152F85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5DF87532-B723-96D8-737A-7218209187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92D14223-C770-7E9F-8180-628BA05B55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494A6C9F-F71B-9964-6B44-7DAE6C2B9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2DF1517E-2C4E-DE61-B1C4-D112142F0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238DA259-20D7-6C64-9749-209C41020E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3DC55248-0F80-75FE-F12C-022EB4EE1244}"/>
                    </a:ext>
                  </a:extLst>
                </p:cNvPr>
                <p:cNvCxnSpPr/>
                <p:nvPr/>
              </p:nvCxnSpPr>
              <p:spPr>
                <a:xfrm flipV="1">
                  <a:off x="380231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5630379C-B644-DC7E-CA82-4425713769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E1B1F9DF-709F-9EE8-9C92-79455CE441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77CDDD5F-7C50-933A-4E66-A720C92B2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271641A6-6E96-935E-F4BC-0DB246F6F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5" y="783910"/>
                      <a:ext cx="1046504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20,50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5" y="783910"/>
                      <a:ext cx="1046504" cy="225062"/>
                    </a:xfrm>
                    <a:prstGeom prst="rect">
                      <a:avLst/>
                    </a:prstGeom>
                    <a:blipFill>
                      <a:blip r:embed="rId51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7" y="1079803"/>
                      <a:ext cx="1046504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10,20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7" y="1079803"/>
                      <a:ext cx="1046504" cy="225062"/>
                    </a:xfrm>
                    <a:prstGeom prst="rect">
                      <a:avLst/>
                    </a:prstGeom>
                    <a:blipFill>
                      <a:blip r:embed="rId52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53"/>
                      <a:stretch>
                        <a:fillRect l="-17857" r="-16071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54"/>
                      <a:stretch>
                        <a:fillRect l="-17857" r="-16071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b="0" i="1" smtClean="0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55"/>
                      <a:stretch>
                        <a:fillRect l="-17857" r="-16071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b="0" i="1" smtClean="0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56"/>
                      <a:stretch>
                        <a:fillRect l="-16071" r="-17857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200376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200376" cy="307777"/>
                    </a:xfrm>
                    <a:prstGeom prst="rect">
                      <a:avLst/>
                    </a:prstGeom>
                    <a:blipFill>
                      <a:blip r:embed="rId57"/>
                      <a:stretch>
                        <a:fillRect l="-30303" r="-27273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49D98D8D-4459-5C8C-165F-26A6EC38C04C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201" name="Rectangle 200">
                    <a:extLst>
                      <a:ext uri="{FF2B5EF4-FFF2-40B4-BE49-F238E27FC236}">
                        <a16:creationId xmlns:a16="http://schemas.microsoft.com/office/drawing/2014/main" id="{EB98AC11-5086-3453-1905-07328B0EB77B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178" name="Straight Connector 177">
                    <a:extLst>
                      <a:ext uri="{FF2B5EF4-FFF2-40B4-BE49-F238E27FC236}">
                        <a16:creationId xmlns:a16="http://schemas.microsoft.com/office/drawing/2014/main" id="{E03E502C-9161-C6F5-F1B7-26FA2B73D9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9C9CA49-8AFA-4F0A-3AE4-F3F6C7A4C6B3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6" name="Straight Connector 265">
                  <a:extLst>
                    <a:ext uri="{FF2B5EF4-FFF2-40B4-BE49-F238E27FC236}">
                      <a16:creationId xmlns:a16="http://schemas.microsoft.com/office/drawing/2014/main" id="{AE1EBFED-8B9E-50E2-5688-7E6D53A4BC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Straight Connector 277">
                  <a:extLst>
                    <a:ext uri="{FF2B5EF4-FFF2-40B4-BE49-F238E27FC236}">
                      <a16:creationId xmlns:a16="http://schemas.microsoft.com/office/drawing/2014/main" id="{18FDBC5A-B7C8-4C99-F596-BCF931B026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3" name="Straight Connector 292">
                  <a:extLst>
                    <a:ext uri="{FF2B5EF4-FFF2-40B4-BE49-F238E27FC236}">
                      <a16:creationId xmlns:a16="http://schemas.microsoft.com/office/drawing/2014/main" id="{AC158414-06F3-5F74-8F8D-32251967E6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78" name="Straight Connector 577">
                  <a:extLst>
                    <a:ext uri="{FF2B5EF4-FFF2-40B4-BE49-F238E27FC236}">
                      <a16:creationId xmlns:a16="http://schemas.microsoft.com/office/drawing/2014/main" id="{EBFB2617-5E02-E270-ED62-E617FDC100B1}"/>
                    </a:ext>
                  </a:extLst>
                </p:cNvPr>
                <p:cNvCxnSpPr>
                  <a:cxnSpLocks/>
                  <a:endCxn id="607" idx="2"/>
                </p:cNvCxnSpPr>
                <p:nvPr/>
              </p:nvCxnSpPr>
              <p:spPr>
                <a:xfrm flipH="1">
                  <a:off x="3019187" y="2244965"/>
                  <a:ext cx="1393" cy="1571411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1" name="Straight Connector 580">
                  <a:extLst>
                    <a:ext uri="{FF2B5EF4-FFF2-40B4-BE49-F238E27FC236}">
                      <a16:creationId xmlns:a16="http://schemas.microsoft.com/office/drawing/2014/main" id="{B41EF9A9-6CF5-A506-1DFD-3C3C25C1A2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2" name="Straight Connector 581">
                  <a:extLst>
                    <a:ext uri="{FF2B5EF4-FFF2-40B4-BE49-F238E27FC236}">
                      <a16:creationId xmlns:a16="http://schemas.microsoft.com/office/drawing/2014/main" id="{6E2F6E19-B8C2-C905-B6FC-1A53C58161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3" name="Straight Connector 582">
                  <a:extLst>
                    <a:ext uri="{FF2B5EF4-FFF2-40B4-BE49-F238E27FC236}">
                      <a16:creationId xmlns:a16="http://schemas.microsoft.com/office/drawing/2014/main" id="{5FD68F11-2D83-2828-AF61-EF670331ED2A}"/>
                    </a:ext>
                  </a:extLst>
                </p:cNvPr>
                <p:cNvCxnSpPr>
                  <a:cxnSpLocks/>
                  <a:endCxn id="623" idx="0"/>
                </p:cNvCxnSpPr>
                <p:nvPr/>
              </p:nvCxnSpPr>
              <p:spPr>
                <a:xfrm>
                  <a:off x="1042283" y="3437614"/>
                  <a:ext cx="5840177" cy="6143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5" name="Straight Connector 584">
                  <a:extLst>
                    <a:ext uri="{FF2B5EF4-FFF2-40B4-BE49-F238E27FC236}">
                      <a16:creationId xmlns:a16="http://schemas.microsoft.com/office/drawing/2014/main" id="{88EF67AF-125A-83C3-492F-F699005E46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Straight Connector 586">
                  <a:extLst>
                    <a:ext uri="{FF2B5EF4-FFF2-40B4-BE49-F238E27FC236}">
                      <a16:creationId xmlns:a16="http://schemas.microsoft.com/office/drawing/2014/main" id="{2644D783-ED6A-F889-4939-DCCA14BA07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8" name="Straight Connector 587">
                  <a:extLst>
                    <a:ext uri="{FF2B5EF4-FFF2-40B4-BE49-F238E27FC236}">
                      <a16:creationId xmlns:a16="http://schemas.microsoft.com/office/drawing/2014/main" id="{A0CEA8E7-6C5D-1609-3F97-0F4C9FFFA2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9" name="Straight Connector 588">
                  <a:extLst>
                    <a:ext uri="{FF2B5EF4-FFF2-40B4-BE49-F238E27FC236}">
                      <a16:creationId xmlns:a16="http://schemas.microsoft.com/office/drawing/2014/main" id="{A2D2F7D3-FF0F-00DD-EBAD-A97C1E806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290" y="2251065"/>
                  <a:ext cx="9976" cy="151675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Straight Connector 590">
                  <a:extLst>
                    <a:ext uri="{FF2B5EF4-FFF2-40B4-BE49-F238E27FC236}">
                      <a16:creationId xmlns:a16="http://schemas.microsoft.com/office/drawing/2014/main" id="{59C31E1E-41ED-2029-1B7C-61F92EDAA59D}"/>
                    </a:ext>
                  </a:extLst>
                </p:cNvPr>
                <p:cNvCxnSpPr/>
                <p:nvPr/>
              </p:nvCxnSpPr>
              <p:spPr>
                <a:xfrm flipV="1">
                  <a:off x="380231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2" name="Straight Connector 591">
                  <a:extLst>
                    <a:ext uri="{FF2B5EF4-FFF2-40B4-BE49-F238E27FC236}">
                      <a16:creationId xmlns:a16="http://schemas.microsoft.com/office/drawing/2014/main" id="{CAAB618F-EE4D-E7B6-E380-98CE6E269B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3" name="Straight Connector 592">
                  <a:extLst>
                    <a:ext uri="{FF2B5EF4-FFF2-40B4-BE49-F238E27FC236}">
                      <a16:creationId xmlns:a16="http://schemas.microsoft.com/office/drawing/2014/main" id="{66D2AC5E-39C4-7D88-3DD1-A4E54DE9E2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FBACDEB0-9F48-8176-AE77-A96E218C9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5" name="Straight Connector 594">
                  <a:extLst>
                    <a:ext uri="{FF2B5EF4-FFF2-40B4-BE49-F238E27FC236}">
                      <a16:creationId xmlns:a16="http://schemas.microsoft.com/office/drawing/2014/main" id="{ADA03DE8-7CFB-AA21-4B67-175C588F1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4" y="2862854"/>
                      <a:ext cx="1046504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20,</m:t>
                                </m:r>
                                <m:r>
                                  <a:rPr lang="ru-RU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4" y="2862854"/>
                      <a:ext cx="1046504" cy="22506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339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91" y="3166288"/>
                      <a:ext cx="1046504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10,20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91" y="3166288"/>
                      <a:ext cx="1046504" cy="22506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339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6071" r="-17857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16071" r="-17857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7857" r="-16071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200376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200376" cy="307777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7273" r="-30303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50F3D87A-9E49-4EBE-C3A0-B99369A50C8E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663" name="Rectangle 662">
                    <a:extLst>
                      <a:ext uri="{FF2B5EF4-FFF2-40B4-BE49-F238E27FC236}">
                        <a16:creationId xmlns:a16="http://schemas.microsoft.com/office/drawing/2014/main" id="{424EF7F4-FD3C-EE2D-9BF3-4358F2F14471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664" name="Straight Connector 663">
                    <a:extLst>
                      <a:ext uri="{FF2B5EF4-FFF2-40B4-BE49-F238E27FC236}">
                        <a16:creationId xmlns:a16="http://schemas.microsoft.com/office/drawing/2014/main" id="{09B4BC6C-3E2C-7B0E-98D1-696AA3A848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19" name="TextBox 618">
                  <a:extLst>
                    <a:ext uri="{FF2B5EF4-FFF2-40B4-BE49-F238E27FC236}">
                      <a16:creationId xmlns:a16="http://schemas.microsoft.com/office/drawing/2014/main" id="{3737D566-4052-769C-D61E-D4C7A0C24DCB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 xmlns="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21429" t="-3846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7241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36364" t="-3846" r="-9091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4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4" cy="156710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 l="-21429" t="-3846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76" name="Rectangle 575">
                  <a:extLst>
                    <a:ext uri="{FF2B5EF4-FFF2-40B4-BE49-F238E27FC236}">
                      <a16:creationId xmlns:a16="http://schemas.microsoft.com/office/drawing/2014/main" id="{09E9E562-871F-5965-5FCB-CD2281DC8027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30435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" name="Straight Arrow Connector 616">
                  <a:extLst>
                    <a:ext uri="{FF2B5EF4-FFF2-40B4-BE49-F238E27FC236}">
                      <a16:creationId xmlns:a16="http://schemas.microsoft.com/office/drawing/2014/main" id="{04CFE8CC-9303-7F73-2161-8DC213D53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1" name="Правая фигурная скобка 10"/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29CA1E38-1D8D-68C9-B44B-88E517A4BBF3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179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1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1" cy="156710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l="-30435" r="-4348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0" name="Правая фигурная скобка 39"/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58"/>
                      <a:stretch>
                        <a:fillRect l="-4688" r="-3906"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4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4" cy="155620"/>
                    </a:xfrm>
                    <a:prstGeom prst="rect">
                      <a:avLst/>
                    </a:prstGeom>
                    <a:blipFill>
                      <a:blip r:embed="rId59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17" name="Straight Arrow Connector 616">
                  <a:extLst>
                    <a:ext uri="{FF2B5EF4-FFF2-40B4-BE49-F238E27FC236}">
                      <a16:creationId xmlns:a16="http://schemas.microsoft.com/office/drawing/2014/main" id="{C9462C9F-DDE2-C2EB-45BE-98CF04EB9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0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𝑡h𝑒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60"/>
                    <a:stretch>
                      <a:fillRect l="-753" r="-565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𝑡h𝑒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61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595949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76166-05E9-F74E-1F55-1D9A8C18E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844CBDA-BE10-5877-764A-7F125AB4C0AA}"/>
              </a:ext>
            </a:extLst>
          </p:cNvPr>
          <p:cNvGrpSpPr/>
          <p:nvPr/>
        </p:nvGrpSpPr>
        <p:grpSpPr>
          <a:xfrm>
            <a:off x="2722737" y="1378667"/>
            <a:ext cx="6144635" cy="4100666"/>
            <a:chOff x="115003" y="322601"/>
            <a:chExt cx="6144635" cy="4100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2"/>
                  <a:stretch>
                    <a:fillRect l="-1316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B1953D85-1A59-5F72-FF4E-AAD954071146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5" name="Группа 4">
                <a:extLst>
                  <a:ext uri="{FF2B5EF4-FFF2-40B4-BE49-F238E27FC236}">
                    <a16:creationId xmlns:a16="http://schemas.microsoft.com/office/drawing/2014/main" id="{3EAE24E7-07B4-2474-4E62-B9D675520BAA}"/>
                  </a:ext>
                </a:extLst>
              </p:cNvPr>
              <p:cNvGrpSpPr/>
              <p:nvPr/>
            </p:nvGrpSpPr>
            <p:grpSpPr>
              <a:xfrm>
                <a:off x="115003" y="368786"/>
                <a:ext cx="6047745" cy="4054481"/>
                <a:chOff x="1042283" y="160477"/>
                <a:chExt cx="6047745" cy="4054481"/>
              </a:xfrm>
            </p:grpSpPr>
            <p:cxnSp>
              <p:nvCxnSpPr>
                <p:cNvPr id="8" name="Straight Connector 106">
                  <a:extLst>
                    <a:ext uri="{FF2B5EF4-FFF2-40B4-BE49-F238E27FC236}">
                      <a16:creationId xmlns:a16="http://schemas.microsoft.com/office/drawing/2014/main" id="{7D167A94-6D7E-44E6-9FF4-EA206151F6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Rectangle 769">
                  <a:extLst>
                    <a:ext uri="{FF2B5EF4-FFF2-40B4-BE49-F238E27FC236}">
                      <a16:creationId xmlns:a16="http://schemas.microsoft.com/office/drawing/2014/main" id="{CB6F9BD6-9149-D79E-EEF5-3B0A1F738902}"/>
                    </a:ext>
                  </a:extLst>
                </p:cNvPr>
                <p:cNvSpPr/>
                <p:nvPr/>
              </p:nvSpPr>
              <p:spPr>
                <a:xfrm flipH="1">
                  <a:off x="4569839" y="3135009"/>
                  <a:ext cx="795003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10" name="Straight Connector 408">
                  <a:extLst>
                    <a:ext uri="{FF2B5EF4-FFF2-40B4-BE49-F238E27FC236}">
                      <a16:creationId xmlns:a16="http://schemas.microsoft.com/office/drawing/2014/main" id="{431007C0-2E7A-49B8-B170-D76D33E6BB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375">
                  <a:extLst>
                    <a:ext uri="{FF2B5EF4-FFF2-40B4-BE49-F238E27FC236}">
                      <a16:creationId xmlns:a16="http://schemas.microsoft.com/office/drawing/2014/main" id="{F23A67D7-B5C3-8EAA-0D4D-31C03D24C8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91">
                  <a:extLst>
                    <a:ext uri="{FF2B5EF4-FFF2-40B4-BE49-F238E27FC236}">
                      <a16:creationId xmlns:a16="http://schemas.microsoft.com/office/drawing/2014/main" id="{1788D8BE-EAB1-C516-6511-0B1223BFB575}"/>
                    </a:ext>
                  </a:extLst>
                </p:cNvPr>
                <p:cNvCxnSpPr>
                  <a:cxnSpLocks/>
                  <a:endCxn id="328" idx="0"/>
                </p:cNvCxnSpPr>
                <p:nvPr/>
              </p:nvCxnSpPr>
              <p:spPr>
                <a:xfrm flipV="1">
                  <a:off x="1048633" y="744600"/>
                  <a:ext cx="5954288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92">
                  <a:extLst>
                    <a:ext uri="{FF2B5EF4-FFF2-40B4-BE49-F238E27FC236}">
                      <a16:creationId xmlns:a16="http://schemas.microsoft.com/office/drawing/2014/main" id="{A9996168-89E9-19E2-B9F6-0C0E45876E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05">
                  <a:extLst>
                    <a:ext uri="{FF2B5EF4-FFF2-40B4-BE49-F238E27FC236}">
                      <a16:creationId xmlns:a16="http://schemas.microsoft.com/office/drawing/2014/main" id="{632292C5-D014-B7DD-6718-E82249057B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03">
                  <a:extLst>
                    <a:ext uri="{FF2B5EF4-FFF2-40B4-BE49-F238E27FC236}">
                      <a16:creationId xmlns:a16="http://schemas.microsoft.com/office/drawing/2014/main" id="{6F949006-0494-C8EF-909F-711A59B76E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08">
                  <a:extLst>
                    <a:ext uri="{FF2B5EF4-FFF2-40B4-BE49-F238E27FC236}">
                      <a16:creationId xmlns:a16="http://schemas.microsoft.com/office/drawing/2014/main" id="{B8BBEE8C-F975-DF72-26DE-FBF0CDF6D0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10">
                  <a:extLst>
                    <a:ext uri="{FF2B5EF4-FFF2-40B4-BE49-F238E27FC236}">
                      <a16:creationId xmlns:a16="http://schemas.microsoft.com/office/drawing/2014/main" id="{19CD4A25-FAB3-F6E4-8213-C808A7B7A4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12">
                  <a:extLst>
                    <a:ext uri="{FF2B5EF4-FFF2-40B4-BE49-F238E27FC236}">
                      <a16:creationId xmlns:a16="http://schemas.microsoft.com/office/drawing/2014/main" id="{E0131863-130B-7BEB-2D09-BF6A5E0EB5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5" y="783910"/>
                      <a:ext cx="1046504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5" y="783910"/>
                      <a:ext cx="1046504" cy="225062"/>
                    </a:xfrm>
                    <a:prstGeom prst="rect">
                      <a:avLst/>
                    </a:prstGeom>
                    <a:blipFill>
                      <a:blip r:embed="rId50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7" y="1079803"/>
                      <a:ext cx="1046504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7" y="1079803"/>
                      <a:ext cx="1046504" cy="225062"/>
                    </a:xfrm>
                    <a:prstGeom prst="rect">
                      <a:avLst/>
                    </a:prstGeom>
                    <a:blipFill>
                      <a:blip r:embed="rId51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238848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238848" cy="215444"/>
                    </a:xfrm>
                    <a:prstGeom prst="rect">
                      <a:avLst/>
                    </a:prstGeom>
                    <a:blipFill>
                      <a:blip r:embed="rId52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238848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238848" cy="215444"/>
                    </a:xfrm>
                    <a:prstGeom prst="rect">
                      <a:avLst/>
                    </a:prstGeom>
                    <a:blipFill>
                      <a:blip r:embed="rId53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238848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b="0" i="1" smtClean="0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238848" cy="215444"/>
                    </a:xfrm>
                    <a:prstGeom prst="rect">
                      <a:avLst/>
                    </a:prstGeom>
                    <a:blipFill>
                      <a:blip r:embed="rId54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238848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b="0" i="1" smtClean="0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238848" cy="215444"/>
                    </a:xfrm>
                    <a:prstGeom prst="rect">
                      <a:avLst/>
                    </a:prstGeom>
                    <a:blipFill>
                      <a:blip r:embed="rId55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blipFill>
                      <a:blip r:embed="rId56"/>
                      <a:stretch>
                        <a:fillRect l="-30435" r="-26087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56" name="Group 201">
                  <a:extLst>
                    <a:ext uri="{FF2B5EF4-FFF2-40B4-BE49-F238E27FC236}">
                      <a16:creationId xmlns:a16="http://schemas.microsoft.com/office/drawing/2014/main" id="{540E6B1D-4BA1-73EB-219D-DAEF1EE6A36B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6" name="Rectangle 200">
                    <a:extLst>
                      <a:ext uri="{FF2B5EF4-FFF2-40B4-BE49-F238E27FC236}">
                        <a16:creationId xmlns:a16="http://schemas.microsoft.com/office/drawing/2014/main" id="{F7A29242-6414-5D80-8248-0459D584960E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7" name="Straight Connector 177">
                    <a:extLst>
                      <a:ext uri="{FF2B5EF4-FFF2-40B4-BE49-F238E27FC236}">
                        <a16:creationId xmlns:a16="http://schemas.microsoft.com/office/drawing/2014/main" id="{D7CB70F3-D756-0503-47CF-AA065944DE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57" name="TextBox 256">
                  <a:extLst>
                    <a:ext uri="{FF2B5EF4-FFF2-40B4-BE49-F238E27FC236}">
                      <a16:creationId xmlns:a16="http://schemas.microsoft.com/office/drawing/2014/main" id="{3DEAD4FE-0894-DFD0-7A92-F5DB2149B621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29972" y="1378000"/>
                      <a:ext cx="164981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29972" y="1378000"/>
                      <a:ext cx="164981" cy="307777"/>
                    </a:xfrm>
                    <a:prstGeom prst="rect">
                      <a:avLst/>
                    </a:prstGeom>
                    <a:blipFill>
                      <a:blip r:embed="rId57"/>
                      <a:stretch>
                        <a:fillRect l="-29630" r="-29630" b="-196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9" name="Straight Connector 265">
                  <a:extLst>
                    <a:ext uri="{FF2B5EF4-FFF2-40B4-BE49-F238E27FC236}">
                      <a16:creationId xmlns:a16="http://schemas.microsoft.com/office/drawing/2014/main" id="{DF5E9A30-DDFE-895D-E8F3-2D0BD15794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Straight Connector 277">
                  <a:extLst>
                    <a:ext uri="{FF2B5EF4-FFF2-40B4-BE49-F238E27FC236}">
                      <a16:creationId xmlns:a16="http://schemas.microsoft.com/office/drawing/2014/main" id="{207AC691-DF96-C524-1C95-CCB969682A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" name="Straight Connector 292">
                  <a:extLst>
                    <a:ext uri="{FF2B5EF4-FFF2-40B4-BE49-F238E27FC236}">
                      <a16:creationId xmlns:a16="http://schemas.microsoft.com/office/drawing/2014/main" id="{846B1F61-EC4C-BCEA-EA50-99590ABDCD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2" name="Straight Connector 577">
                  <a:extLst>
                    <a:ext uri="{FF2B5EF4-FFF2-40B4-BE49-F238E27FC236}">
                      <a16:creationId xmlns:a16="http://schemas.microsoft.com/office/drawing/2014/main" id="{8B4665E4-3D6E-3025-F52E-35061CB88AA8}"/>
                    </a:ext>
                  </a:extLst>
                </p:cNvPr>
                <p:cNvCxnSpPr>
                  <a:cxnSpLocks/>
                  <a:endCxn id="281" idx="2"/>
                </p:cNvCxnSpPr>
                <p:nvPr/>
              </p:nvCxnSpPr>
              <p:spPr>
                <a:xfrm flipH="1">
                  <a:off x="2988730" y="2244965"/>
                  <a:ext cx="31850" cy="147907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Straight Connector 580">
                  <a:extLst>
                    <a:ext uri="{FF2B5EF4-FFF2-40B4-BE49-F238E27FC236}">
                      <a16:creationId xmlns:a16="http://schemas.microsoft.com/office/drawing/2014/main" id="{FB5522AE-7E1E-E784-DBCF-13591C6719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Straight Connector 581">
                  <a:extLst>
                    <a:ext uri="{FF2B5EF4-FFF2-40B4-BE49-F238E27FC236}">
                      <a16:creationId xmlns:a16="http://schemas.microsoft.com/office/drawing/2014/main" id="{8BBA3C94-6B63-ECA5-4CFB-B2D098AA5A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Straight Connector 584">
                  <a:extLst>
                    <a:ext uri="{FF2B5EF4-FFF2-40B4-BE49-F238E27FC236}">
                      <a16:creationId xmlns:a16="http://schemas.microsoft.com/office/drawing/2014/main" id="{4CFBC16C-85B2-DAEC-DBF7-7B1E22B25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" name="Straight Connector 586">
                  <a:extLst>
                    <a:ext uri="{FF2B5EF4-FFF2-40B4-BE49-F238E27FC236}">
                      <a16:creationId xmlns:a16="http://schemas.microsoft.com/office/drawing/2014/main" id="{44974D15-3085-102C-9122-3BDFD4E94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Straight Connector 587">
                  <a:extLst>
                    <a:ext uri="{FF2B5EF4-FFF2-40B4-BE49-F238E27FC236}">
                      <a16:creationId xmlns:a16="http://schemas.microsoft.com/office/drawing/2014/main" id="{2B5B2001-6118-0469-9BB6-1661BFD7F5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" name="Straight Connector 588">
                  <a:extLst>
                    <a:ext uri="{FF2B5EF4-FFF2-40B4-BE49-F238E27FC236}">
                      <a16:creationId xmlns:a16="http://schemas.microsoft.com/office/drawing/2014/main" id="{00E448D3-B764-2C22-895E-9B4A204AE2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2251065"/>
                  <a:ext cx="4341" cy="118962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4" y="2862854"/>
                      <a:ext cx="1046504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ru-RU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4" y="2862854"/>
                      <a:ext cx="1046504" cy="22506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339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91" y="3166288"/>
                      <a:ext cx="1046504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91" y="3166288"/>
                      <a:ext cx="1046504" cy="22506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339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238848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238848" cy="215444"/>
                    </a:xfrm>
                    <a:prstGeom prst="rect">
                      <a:avLst/>
                    </a:prstGeom>
                    <a:blipFill>
                      <a:blip r:embed="rId52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238848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238848" cy="215444"/>
                    </a:xfrm>
                    <a:prstGeom prst="rect">
                      <a:avLst/>
                    </a:prstGeom>
                    <a:blipFill>
                      <a:blip r:embed="rId58"/>
                      <a:stretch>
                        <a:fillRect l="-150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238848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238848" cy="215444"/>
                    </a:xfrm>
                    <a:prstGeom prst="rect">
                      <a:avLst/>
                    </a:prstGeom>
                    <a:blipFill>
                      <a:blip r:embed="rId59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82" name="Group 609">
                  <a:extLst>
                    <a:ext uri="{FF2B5EF4-FFF2-40B4-BE49-F238E27FC236}">
                      <a16:creationId xmlns:a16="http://schemas.microsoft.com/office/drawing/2014/main" id="{D1EDB7B6-B06A-78BA-1927-B0367667F487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4" name="Rectangle 662">
                    <a:extLst>
                      <a:ext uri="{FF2B5EF4-FFF2-40B4-BE49-F238E27FC236}">
                        <a16:creationId xmlns:a16="http://schemas.microsoft.com/office/drawing/2014/main" id="{34D44371-1A58-FEEE-3D6C-54B4F6E4A686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5" name="Straight Connector 663">
                    <a:extLst>
                      <a:ext uri="{FF2B5EF4-FFF2-40B4-BE49-F238E27FC236}">
                        <a16:creationId xmlns:a16="http://schemas.microsoft.com/office/drawing/2014/main" id="{CF58BFEE-3097-61D6-78CB-FFC55C88C4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4D7D97A0-CB07-0C77-FBD9-313176B5C0A7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1571" y="3501036"/>
                      <a:ext cx="164981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31571" y="3501036"/>
                      <a:ext cx="164981" cy="307777"/>
                    </a:xfrm>
                    <a:prstGeom prst="rect">
                      <a:avLst/>
                    </a:prstGeom>
                    <a:blipFill>
                      <a:blip r:embed="rId60"/>
                      <a:stretch>
                        <a:fillRect l="-29630" r="-29630"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61"/>
                      <a:stretch>
                        <a:fillRect l="-17857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21429" t="-3846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7241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36364" t="-3846" r="-9091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4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4" cy="156710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 l="-21429" t="-3846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06" name="Rectangle 575">
                  <a:extLst>
                    <a:ext uri="{FF2B5EF4-FFF2-40B4-BE49-F238E27FC236}">
                      <a16:creationId xmlns:a16="http://schemas.microsoft.com/office/drawing/2014/main" id="{8B79F626-B889-71C0-4DA0-1079C3908CA9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30435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08" name="Straight Arrow Connector 616">
                  <a:extLst>
                    <a:ext uri="{FF2B5EF4-FFF2-40B4-BE49-F238E27FC236}">
                      <a16:creationId xmlns:a16="http://schemas.microsoft.com/office/drawing/2014/main" id="{0006ADF1-E92D-DE43-95FD-EC8E485D6E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3" name="Freeform 660">
                  <a:extLst>
                    <a:ext uri="{FF2B5EF4-FFF2-40B4-BE49-F238E27FC236}">
                      <a16:creationId xmlns:a16="http://schemas.microsoft.com/office/drawing/2014/main" id="{9EFEF2BB-A269-7275-0337-F5282C989504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14" name="Правая фигурная скобка 313">
                  <a:extLst>
                    <a:ext uri="{FF2B5EF4-FFF2-40B4-BE49-F238E27FC236}">
                      <a16:creationId xmlns:a16="http://schemas.microsoft.com/office/drawing/2014/main" id="{82EF9CEE-D826-9B13-AEFA-74F99A7F18D8}"/>
                    </a:ext>
                  </a:extLst>
                </p:cNvPr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315" name="TextBox 314">
                  <a:extLst>
                    <a:ext uri="{FF2B5EF4-FFF2-40B4-BE49-F238E27FC236}">
                      <a16:creationId xmlns:a16="http://schemas.microsoft.com/office/drawing/2014/main" id="{D83CD40F-D51C-BC86-E414-C749BA45F717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316" name="Rectangle 769">
                  <a:extLst>
                    <a:ext uri="{FF2B5EF4-FFF2-40B4-BE49-F238E27FC236}">
                      <a16:creationId xmlns:a16="http://schemas.microsoft.com/office/drawing/2014/main" id="{F86BA92C-E10F-1F26-1DBA-624798D8AB5D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1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1" cy="156710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l="-30435" r="-4348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ru-R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18" name="Правая фигурная скобка 317">
                  <a:extLst>
                    <a:ext uri="{FF2B5EF4-FFF2-40B4-BE49-F238E27FC236}">
                      <a16:creationId xmlns:a16="http://schemas.microsoft.com/office/drawing/2014/main" id="{6704B76A-9B9F-D418-1ABD-A29F4F757BB4}"/>
                    </a:ext>
                  </a:extLst>
                </p:cNvPr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62"/>
                      <a:stretch>
                        <a:fillRect l="-4688" r="-3906"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1" name="Straight Connector 90">
                  <a:extLst>
                    <a:ext uri="{FF2B5EF4-FFF2-40B4-BE49-F238E27FC236}">
                      <a16:creationId xmlns:a16="http://schemas.microsoft.com/office/drawing/2014/main" id="{C85068A4-E55B-DA92-DE25-B63BDC7D7E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4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4" cy="155620"/>
                    </a:xfrm>
                    <a:prstGeom prst="rect">
                      <a:avLst/>
                    </a:prstGeom>
                    <a:blipFill>
                      <a:blip r:embed="rId63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9" name="Straight Arrow Connector 616">
                  <a:extLst>
                    <a:ext uri="{FF2B5EF4-FFF2-40B4-BE49-F238E27FC236}">
                      <a16:creationId xmlns:a16="http://schemas.microsoft.com/office/drawing/2014/main" id="{9CC4F28D-C982-A539-73AE-5AC74B9333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3" name="Freeform 660">
                  <a:extLst>
                    <a:ext uri="{FF2B5EF4-FFF2-40B4-BE49-F238E27FC236}">
                      <a16:creationId xmlns:a16="http://schemas.microsoft.com/office/drawing/2014/main" id="{D5330AE5-D23A-D2EB-8BD2-F1919A37EE0E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31" name="Straight Connector 90">
                  <a:extLst>
                    <a:ext uri="{FF2B5EF4-FFF2-40B4-BE49-F238E27FC236}">
                      <a16:creationId xmlns:a16="http://schemas.microsoft.com/office/drawing/2014/main" id="{9ED1801B-A839-3498-0F9A-68318B7A3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238848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238848" cy="215444"/>
                    </a:xfrm>
                    <a:prstGeom prst="rect">
                      <a:avLst/>
                    </a:prstGeom>
                    <a:blipFill>
                      <a:blip r:embed="rId64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blipFill>
                      <a:blip r:embed="rId65"/>
                      <a:stretch>
                        <a:fillRect l="-31818" r="-31818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66"/>
                    <a:stretch>
                      <a:fillRect l="-753" r="-565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67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7320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1">
            <a:extLst>
              <a:ext uri="{FF2B5EF4-FFF2-40B4-BE49-F238E27FC236}">
                <a16:creationId xmlns:a16="http://schemas.microsoft.com/office/drawing/2014/main" id="{9BB7EEB9-D026-BDE1-E117-0A84F199F45F}"/>
              </a:ext>
            </a:extLst>
          </p:cNvPr>
          <p:cNvSpPr/>
          <p:nvPr/>
        </p:nvSpPr>
        <p:spPr>
          <a:xfrm flipH="1">
            <a:off x="3384977" y="2417761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F626D48C-EC37-4B83-97E8-61A34E7D14FB}"/>
              </a:ext>
            </a:extLst>
          </p:cNvPr>
          <p:cNvSpPr>
            <a:spLocks noGrp="1"/>
          </p:cNvSpPr>
          <p:nvPr/>
        </p:nvSpPr>
        <p:spPr>
          <a:xfrm>
            <a:off x="1123950" y="566738"/>
            <a:ext cx="4000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b="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b="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b="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FB6CD5-8EC3-41B0-9CD0-C8FC59BD789F}"/>
              </a:ext>
            </a:extLst>
          </p:cNvPr>
          <p:cNvSpPr>
            <a:spLocks noGrp="1"/>
          </p:cNvSpPr>
          <p:nvPr/>
        </p:nvSpPr>
        <p:spPr>
          <a:xfrm>
            <a:off x="33813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4AD7FA99-82A4-4CD6-9258-8EEC11CE8E98}"/>
              </a:ext>
            </a:extLst>
          </p:cNvPr>
          <p:cNvSpPr>
            <a:spLocks noGrp="1"/>
          </p:cNvSpPr>
          <p:nvPr/>
        </p:nvSpPr>
        <p:spPr>
          <a:xfrm>
            <a:off x="32575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0</a:t>
            </a:r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27D3CA10-70EC-4AD6-8C6F-3121CBED1480}"/>
              </a:ext>
            </a:extLst>
          </p:cNvPr>
          <p:cNvSpPr>
            <a:spLocks noGrp="1"/>
          </p:cNvSpPr>
          <p:nvPr/>
        </p:nvSpPr>
        <p:spPr>
          <a:xfrm>
            <a:off x="47339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4B2DDE4A-7CED-4640-90A5-E9B001E98F82}"/>
              </a:ext>
            </a:extLst>
          </p:cNvPr>
          <p:cNvSpPr>
            <a:spLocks noGrp="1"/>
          </p:cNvSpPr>
          <p:nvPr/>
        </p:nvSpPr>
        <p:spPr>
          <a:xfrm>
            <a:off x="461010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8A7895FF-5C84-4C74-A255-76A8F1438E7F}"/>
              </a:ext>
            </a:extLst>
          </p:cNvPr>
          <p:cNvSpPr>
            <a:spLocks noGrp="1"/>
          </p:cNvSpPr>
          <p:nvPr/>
        </p:nvSpPr>
        <p:spPr>
          <a:xfrm>
            <a:off x="60864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73382F07-2DC1-40EF-A3DD-8D1BB84A7E1D}"/>
              </a:ext>
            </a:extLst>
          </p:cNvPr>
          <p:cNvSpPr>
            <a:spLocks noGrp="1"/>
          </p:cNvSpPr>
          <p:nvPr/>
        </p:nvSpPr>
        <p:spPr>
          <a:xfrm>
            <a:off x="59626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5CE43AC5-9571-4F44-A063-5BB9B0027CFF}"/>
              </a:ext>
            </a:extLst>
          </p:cNvPr>
          <p:cNvSpPr>
            <a:spLocks noGrp="1"/>
          </p:cNvSpPr>
          <p:nvPr/>
        </p:nvSpPr>
        <p:spPr>
          <a:xfrm>
            <a:off x="74390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6227E0AF-2481-42F0-9F2F-60F8BEFB6167}"/>
              </a:ext>
            </a:extLst>
          </p:cNvPr>
          <p:cNvSpPr>
            <a:spLocks noGrp="1"/>
          </p:cNvSpPr>
          <p:nvPr/>
        </p:nvSpPr>
        <p:spPr>
          <a:xfrm>
            <a:off x="731520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C36CF906-4AA8-4647-8E6F-390A186D7544}"/>
              </a:ext>
            </a:extLst>
          </p:cNvPr>
          <p:cNvSpPr>
            <a:spLocks noGrp="1"/>
          </p:cNvSpPr>
          <p:nvPr/>
        </p:nvSpPr>
        <p:spPr>
          <a:xfrm>
            <a:off x="87915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DF2924B1-35B3-4C05-ACC0-32546A48B0F9}"/>
              </a:ext>
            </a:extLst>
          </p:cNvPr>
          <p:cNvSpPr>
            <a:spLocks noGrp="1"/>
          </p:cNvSpPr>
          <p:nvPr/>
        </p:nvSpPr>
        <p:spPr>
          <a:xfrm>
            <a:off x="86677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40</a:t>
            </a:r>
          </a:p>
        </p:txBody>
      </p:sp>
      <p:sp>
        <p:nvSpPr>
          <p:cNvPr id="29" name="execution guide 50">
            <a:extLst>
              <a:ext uri="{FF2B5EF4-FFF2-40B4-BE49-F238E27FC236}">
                <a16:creationId xmlns:a16="http://schemas.microsoft.com/office/drawing/2014/main" id="{E2307D8A-11C1-4A77-8587-AF21222CAECD}"/>
              </a:ext>
            </a:extLst>
          </p:cNvPr>
          <p:cNvSpPr>
            <a:spLocks noGrp="1"/>
          </p:cNvSpPr>
          <p:nvPr/>
        </p:nvSpPr>
        <p:spPr>
          <a:xfrm>
            <a:off x="101441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execution tick 50">
            <a:extLst>
              <a:ext uri="{FF2B5EF4-FFF2-40B4-BE49-F238E27FC236}">
                <a16:creationId xmlns:a16="http://schemas.microsoft.com/office/drawing/2014/main" id="{E983C9BC-E254-4E14-BCE4-B260BCB0F9F2}"/>
              </a:ext>
            </a:extLst>
          </p:cNvPr>
          <p:cNvSpPr>
            <a:spLocks noGrp="1"/>
          </p:cNvSpPr>
          <p:nvPr/>
        </p:nvSpPr>
        <p:spPr>
          <a:xfrm>
            <a:off x="1002030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50</a:t>
            </a: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8D5233E-0D31-422A-A6AB-FD8F62BC4EB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0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1800" b="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38" name="execution task 1">
                <a:extLst>
                  <a:ext uri="{FF2B5EF4-FFF2-40B4-BE49-F238E27FC236}">
                    <a16:creationId id="{54D8343A-4E1B-4D91-BAB5-4BD39DFD2F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0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18868" b="-339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0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b="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</a:t>
                </a:r>
                <a:r>
                  <a: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1800" b="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39" name="execution task 2">
                <a:extLst>
                  <a:ext uri="{FF2B5EF4-FFF2-40B4-BE49-F238E27FC236}">
                    <a16:creationId id="{9B8DB52E-F27E-4B61-9251-E193805DDA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0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18868" b="-3584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5" y="2082800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b="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b="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55" name="skip label">
                <a:extLst>
                  <a:ext uri="{FF2B5EF4-FFF2-40B4-BE49-F238E27FC236}">
                    <a16:creationId id="{2D88966F-AA05-46ED-8951-B7C2A2AB2C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5" y="2006600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367" b="-3469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6B5EC593-8AD8-4A23-81EB-7656F7AAB753}"/>
              </a:ext>
            </a:extLst>
          </p:cNvPr>
          <p:cNvSpPr>
            <a:spLocks noGrp="1"/>
          </p:cNvSpPr>
          <p:nvPr/>
        </p:nvSpPr>
        <p:spPr>
          <a:xfrm>
            <a:off x="3381375" y="1422400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0E272D2A-FC50-4DD0-828F-4A762CF00BF5}"/>
              </a:ext>
            </a:extLst>
          </p:cNvPr>
          <p:cNvSpPr>
            <a:spLocks noGrp="1"/>
          </p:cNvSpPr>
          <p:nvPr/>
        </p:nvSpPr>
        <p:spPr>
          <a:xfrm>
            <a:off x="8791575" y="2413000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C6E4C52-4FE3-49F0-B811-F66816E9DEF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" name="polling bracket">
            <a:extLst>
              <a:ext uri="{FF2B5EF4-FFF2-40B4-BE49-F238E27FC236}">
                <a16:creationId xmlns:a16="http://schemas.microsoft.com/office/drawing/2014/main" id="{45B07D79-DA3F-478F-B848-625BC47EF098}"/>
              </a:ext>
            </a:extLst>
          </p:cNvPr>
          <p:cNvSpPr>
            <a:spLocks noGrp="1"/>
          </p:cNvSpPr>
          <p:nvPr/>
        </p:nvSpPr>
        <p:spPr>
          <a:xfrm>
            <a:off x="7439025" y="1981200"/>
            <a:ext cx="1352550" cy="0"/>
          </a:xfrm>
          <a:prstGeom prst="line">
            <a:avLst/>
          </a:prstGeom>
          <a:noFill/>
          <a:ln w="9525">
            <a:solidFill>
              <a:srgbClr val="77777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8" name="polling label">
            <a:extLst>
              <a:ext uri="{FF2B5EF4-FFF2-40B4-BE49-F238E27FC236}">
                <a16:creationId xmlns:a16="http://schemas.microsoft.com/office/drawing/2014/main" id="{911A52C0-81B9-4404-9B60-351D8FC42A94}"/>
              </a:ext>
            </a:extLst>
          </p:cNvPr>
          <p:cNvSpPr>
            <a:spLocks noGrp="1"/>
          </p:cNvSpPr>
          <p:nvPr/>
        </p:nvSpPr>
        <p:spPr>
          <a:xfrm>
            <a:off x="7585075" y="16891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77777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Times New Roman"/>
                <a:cs typeface="Times New Roman"/>
              </a:rPr>
              <a:t>Busy polling</a:t>
            </a:r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D27CF7E-B451-7877-2643-CBC9335EA5CB}"/>
              </a:ext>
            </a:extLst>
          </p:cNvPr>
          <p:cNvSpPr/>
          <p:nvPr/>
        </p:nvSpPr>
        <p:spPr>
          <a:xfrm flipH="1">
            <a:off x="6098548" y="2413000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1D826F6-DD9C-7CFB-E00F-B66EBE2DDCDD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/>
              <p:nvPr/>
            </p:nvSpPr>
            <p:spPr>
              <a:xfrm>
                <a:off x="6562240" y="2489200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94" name="TextBox 93">
                <a:extLst>
                  <a:ext uri="{FF2B5EF4-FFF2-40B4-BE49-F238E27FC236}">
                    <a16:creationId id="{C5CEF882-268B-19C4-0FBF-A4B6D145E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0"/>
                <a:ext cx="401020" cy="256993"/>
              </a:xfrm>
              <a:prstGeom prst="rect">
                <a:avLst/>
              </a:prstGeom>
              <a:blipFill>
                <a:blip r:embed="rId7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/>
              <p:nvPr/>
            </p:nvSpPr>
            <p:spPr>
              <a:xfrm>
                <a:off x="9357219" y="2476500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95" name="TextBox 94">
                <a:extLst>
                  <a:ext uri="{FF2B5EF4-FFF2-40B4-BE49-F238E27FC236}">
                    <a16:creationId id="{84F402B2-BDC5-6EC3-D786-FE3CB317E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19" y="2476500"/>
                <a:ext cx="325154" cy="256993"/>
              </a:xfrm>
              <a:prstGeom prst="rect">
                <a:avLst/>
              </a:prstGeom>
              <a:blipFill>
                <a:blip r:embed="rId8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/>
              <p:nvPr/>
            </p:nvSpPr>
            <p:spPr>
              <a:xfrm>
                <a:off x="4587876" y="1473200"/>
                <a:ext cx="362600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dirty="0"/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32" name="TextBox 31">
                <a:extLst>
                  <a:ext uri="{FF2B5EF4-FFF2-40B4-BE49-F238E27FC236}">
                    <a16:creationId id="{9A43402F-B87A-E4B0-1811-A0373CDDB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0"/>
                <a:ext cx="362600" cy="289182"/>
              </a:xfrm>
              <a:prstGeom prst="rect">
                <a:avLst/>
              </a:prstGeom>
              <a:blipFill>
                <a:blip r:embed="rId11"/>
                <a:stretch>
                  <a:fillRect l="-20339" r="-6780" b="-27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8E47D9E-FDD3-4A6B-A8B0-FA6DD8F3617C}"/>
              </a:ext>
            </a:extLst>
          </p:cNvPr>
          <p:cNvSpPr>
            <a:spLocks noGrp="1"/>
          </p:cNvSpPr>
          <p:nvPr/>
        </p:nvSpPr>
        <p:spPr>
          <a:xfrm flipH="1">
            <a:off x="6086474" y="2325687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19E53B4-E136-4B66-AAF5-A0AFA0279193}"/>
              </a:ext>
            </a:extLst>
          </p:cNvPr>
          <p:cNvSpPr>
            <a:spLocks noGrp="1"/>
          </p:cNvSpPr>
          <p:nvPr/>
        </p:nvSpPr>
        <p:spPr>
          <a:xfrm>
            <a:off x="6037792" y="2311398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0171961E-0A40-4FB9-99DA-347B75CD7433}"/>
              </a:ext>
            </a:extLst>
          </p:cNvPr>
          <p:cNvSpPr>
            <a:spLocks noGrp="1"/>
          </p:cNvSpPr>
          <p:nvPr/>
        </p:nvSpPr>
        <p:spPr>
          <a:xfrm flipV="1">
            <a:off x="6037792" y="2311398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7E34108-80C6-480E-240F-4119A95CD38B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AA1B7A3-D9A4-D90D-8643-416F59A7B07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8B85A3D-25C8-3F38-00F9-EAA3C8BA2B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6F8C6A1-0269-425E-ABB2-819E19D2B451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 sz="1800">
                <a:latin typeface="Calibri"/>
                <a:ea typeface="Calibri"/>
                <a:cs typeface="Calibri"/>
              </a:rPr>
              <a:t>SuperLoop</a:t>
            </a:r>
            <a:endParaRPr lang="en-RU" b="1" dirty="0" sz="180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88166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11A67-C8AB-3767-477E-44DDA95BF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361">
            <a:extLst>
              <a:ext uri="{FF2B5EF4-FFF2-40B4-BE49-F238E27FC236}">
                <a16:creationId xmlns:a16="http://schemas.microsoft.com/office/drawing/2014/main" id="{EAEDECA1-0038-8907-1329-A649D7ED545E}"/>
              </a:ext>
            </a:extLst>
          </p:cNvPr>
          <p:cNvSpPr/>
          <p:nvPr/>
        </p:nvSpPr>
        <p:spPr>
          <a:xfrm flipH="1">
            <a:off x="6092534" y="1422400"/>
            <a:ext cx="1340144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3EF3A42-BBAE-2D88-0235-A696EAA17BBA}"/>
              </a:ext>
            </a:extLst>
          </p:cNvPr>
          <p:cNvSpPr>
            <a:spLocks noGrp="1"/>
          </p:cNvSpPr>
          <p:nvPr/>
        </p:nvSpPr>
        <p:spPr>
          <a:xfrm>
            <a:off x="1123950" y="566738"/>
            <a:ext cx="4000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l-GR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</a:t>
            </a:r>
            <a:r>
              <a:rPr lang="en-US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 = (Cᵢ, Dᵢ, Pᵢ), Dᵢ = Pᵢ</a:t>
            </a:r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8161EDFD-64AF-7604-E5F7-A712F867F9DB}"/>
              </a:ext>
            </a:extLst>
          </p:cNvPr>
          <p:cNvSpPr>
            <a:spLocks noGrp="1"/>
          </p:cNvSpPr>
          <p:nvPr/>
        </p:nvSpPr>
        <p:spPr>
          <a:xfrm>
            <a:off x="33813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A1807FE-2E8A-5006-4F36-793A495705D7}"/>
              </a:ext>
            </a:extLst>
          </p:cNvPr>
          <p:cNvSpPr>
            <a:spLocks noGrp="1"/>
          </p:cNvSpPr>
          <p:nvPr/>
        </p:nvSpPr>
        <p:spPr>
          <a:xfrm>
            <a:off x="47339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4FE5CA9E-B7E6-295E-FF86-FB92B9110ABA}"/>
              </a:ext>
            </a:extLst>
          </p:cNvPr>
          <p:cNvSpPr>
            <a:spLocks noGrp="1"/>
          </p:cNvSpPr>
          <p:nvPr/>
        </p:nvSpPr>
        <p:spPr>
          <a:xfrm>
            <a:off x="608647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5D00300B-8EFE-3DFD-14B1-63FA52194F1B}"/>
              </a:ext>
            </a:extLst>
          </p:cNvPr>
          <p:cNvSpPr>
            <a:spLocks noGrp="1"/>
          </p:cNvSpPr>
          <p:nvPr/>
        </p:nvSpPr>
        <p:spPr>
          <a:xfrm>
            <a:off x="743902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90ABA69C-A8A5-94D5-BEF9-8E481858F58D}"/>
              </a:ext>
            </a:extLst>
          </p:cNvPr>
          <p:cNvSpPr>
            <a:spLocks noGrp="1"/>
          </p:cNvSpPr>
          <p:nvPr/>
        </p:nvSpPr>
        <p:spPr>
          <a:xfrm>
            <a:off x="87915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execution guide 50">
            <a:extLst>
              <a:ext uri="{FF2B5EF4-FFF2-40B4-BE49-F238E27FC236}">
                <a16:creationId xmlns:a16="http://schemas.microsoft.com/office/drawing/2014/main" id="{C7EF196E-A60E-6371-FBF5-F3E90E889C8D}"/>
              </a:ext>
            </a:extLst>
          </p:cNvPr>
          <p:cNvSpPr>
            <a:spLocks noGrp="1"/>
          </p:cNvSpPr>
          <p:nvPr/>
        </p:nvSpPr>
        <p:spPr>
          <a:xfrm>
            <a:off x="101441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6CD46FA2-3559-1DBD-66CE-8AD1BC6B55CE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0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1800" b="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38" name="execution task 1">
                <a:extLst>
                  <a:ext uri="{FF2B5EF4-FFF2-40B4-BE49-F238E27FC236}">
                    <a16:creationId id="{527565C8-91DE-0F86-B4D7-4E911C5A6E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0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18868" b="-339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0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b="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</a:t>
                </a:r>
                <a:r>
                  <a: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1800" b="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39" name="execution task 2">
                <a:extLst>
                  <a:ext uri="{FF2B5EF4-FFF2-40B4-BE49-F238E27FC236}">
                    <a16:creationId id="{32293162-F168-4C12-BCF6-8580C511E0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0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18868" b="-3584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job 3">
            <a:extLst>
              <a:ext uri="{FF2B5EF4-FFF2-40B4-BE49-F238E27FC236}">
                <a16:creationId xmlns:a16="http://schemas.microsoft.com/office/drawing/2014/main" id="{4F875114-61CA-C660-22C5-0F0BC7B646F0}"/>
              </a:ext>
            </a:extLst>
          </p:cNvPr>
          <p:cNvSpPr>
            <a:spLocks noGrp="1"/>
          </p:cNvSpPr>
          <p:nvPr/>
        </p:nvSpPr>
        <p:spPr>
          <a:xfrm>
            <a:off x="8791575" y="2413000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081AAD99-0B2F-0167-4B9F-8253E956D1D5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/>
              <p:nvPr/>
            </p:nvSpPr>
            <p:spPr>
              <a:xfrm>
                <a:off x="9357219" y="2476500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95" name="TextBox 94">
                <a:extLst>
                  <a:ext uri="{FF2B5EF4-FFF2-40B4-BE49-F238E27FC236}">
                    <a16:creationId id="{ACD5F428-1FB5-72C1-A7DF-9A3C47BD8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19" y="2476500"/>
                <a:ext cx="325154" cy="256993"/>
              </a:xfrm>
              <a:prstGeom prst="rect">
                <a:avLst/>
              </a:prstGeom>
              <a:blipFill>
                <a:blip r:embed="rId9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3">
            <a:extLst>
              <a:ext uri="{FF2B5EF4-FFF2-40B4-BE49-F238E27FC236}">
                <a16:creationId xmlns:a16="http://schemas.microsoft.com/office/drawing/2014/main" id="{349A6D88-A830-6744-B575-15F67CD76C8C}"/>
              </a:ext>
            </a:extLst>
          </p:cNvPr>
          <p:cNvSpPr>
            <a:spLocks noGrp="1"/>
          </p:cNvSpPr>
          <p:nvPr/>
        </p:nvSpPr>
        <p:spPr>
          <a:xfrm>
            <a:off x="6086475" y="2413000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/>
              <p:nvPr/>
            </p:nvSpPr>
            <p:spPr>
              <a:xfrm>
                <a:off x="6649218" y="2476500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63" name="TextBox 62">
                <a:extLst>
                  <a:ext uri="{FF2B5EF4-FFF2-40B4-BE49-F238E27FC236}">
                    <a16:creationId id="{AC7E6081-A030-C478-B6D1-70A1E66E0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218" y="2476500"/>
                <a:ext cx="325154" cy="256993"/>
              </a:xfrm>
              <a:prstGeom prst="rect">
                <a:avLst/>
              </a:prstGeom>
              <a:blipFill>
                <a:blip r:embed="rId10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job 1">
            <a:extLst>
              <a:ext uri="{FF2B5EF4-FFF2-40B4-BE49-F238E27FC236}">
                <a16:creationId xmlns:a16="http://schemas.microsoft.com/office/drawing/2014/main" id="{9176A819-34C4-BA84-6E2B-027F2498471D}"/>
              </a:ext>
            </a:extLst>
          </p:cNvPr>
          <p:cNvSpPr>
            <a:spLocks noGrp="1"/>
          </p:cNvSpPr>
          <p:nvPr/>
        </p:nvSpPr>
        <p:spPr>
          <a:xfrm>
            <a:off x="7439024" y="1422400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/>
              <p:nvPr/>
            </p:nvSpPr>
            <p:spPr>
              <a:xfrm>
                <a:off x="8006128" y="1473200"/>
                <a:ext cx="320408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65" name="TextBox 64">
                <a:extLst>
                  <a:ext uri="{FF2B5EF4-FFF2-40B4-BE49-F238E27FC236}">
                    <a16:creationId id="{AF9800F4-694D-C3A3-B209-0FF72DD8E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128" y="1473200"/>
                <a:ext cx="320408" cy="256993"/>
              </a:xfrm>
              <a:prstGeom prst="rect">
                <a:avLst/>
              </a:prstGeom>
              <a:blipFill>
                <a:blip r:embed="rId11"/>
                <a:stretch>
                  <a:fillRect l="-20755" r="-377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Freeform 402">
            <a:extLst>
              <a:ext uri="{FF2B5EF4-FFF2-40B4-BE49-F238E27FC236}">
                <a16:creationId xmlns:a16="http://schemas.microsoft.com/office/drawing/2014/main" id="{D322BF8E-89DC-9866-E069-E9A620D2CED2}"/>
              </a:ext>
            </a:extLst>
          </p:cNvPr>
          <p:cNvSpPr/>
          <p:nvPr/>
        </p:nvSpPr>
        <p:spPr>
          <a:xfrm>
            <a:off x="6084919" y="1250950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04375" y="965200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b="0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100" name="skip label">
                <a:extLst>
                  <a:ext uri="{FF2B5EF4-FFF2-40B4-BE49-F238E27FC236}">
                    <a16:creationId id="{943F5FCF-E070-F5B2-A382-C8C57E61F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75" y="965200"/>
                <a:ext cx="1192817" cy="295275"/>
              </a:xfrm>
              <a:prstGeom prst="rect">
                <a:avLst/>
              </a:prstGeom>
              <a:blipFill>
                <a:blip r:embed="rId12"/>
                <a:stretch>
                  <a:fillRect r="-4615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execution tick 0">
            <a:extLst>
              <a:ext uri="{FF2B5EF4-FFF2-40B4-BE49-F238E27FC236}">
                <a16:creationId xmlns:a16="http://schemas.microsoft.com/office/drawing/2014/main" id="{FBAFF5A1-2D58-25CF-AE74-DD8FC88E028C}"/>
              </a:ext>
            </a:extLst>
          </p:cNvPr>
          <p:cNvSpPr>
            <a:spLocks noGrp="1"/>
          </p:cNvSpPr>
          <p:nvPr/>
        </p:nvSpPr>
        <p:spPr>
          <a:xfrm>
            <a:off x="32575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0</a:t>
            </a: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22139CBB-A265-48B4-054D-F7DC815A96D0}"/>
              </a:ext>
            </a:extLst>
          </p:cNvPr>
          <p:cNvSpPr>
            <a:spLocks noGrp="1"/>
          </p:cNvSpPr>
          <p:nvPr/>
        </p:nvSpPr>
        <p:spPr>
          <a:xfrm>
            <a:off x="461010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222EB62F-207D-604E-B0BF-057FBA755C06}"/>
              </a:ext>
            </a:extLst>
          </p:cNvPr>
          <p:cNvSpPr>
            <a:spLocks noGrp="1"/>
          </p:cNvSpPr>
          <p:nvPr/>
        </p:nvSpPr>
        <p:spPr>
          <a:xfrm>
            <a:off x="59626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E680DF45-405A-6F8E-DE9A-4D844FDF7039}"/>
              </a:ext>
            </a:extLst>
          </p:cNvPr>
          <p:cNvSpPr>
            <a:spLocks noGrp="1"/>
          </p:cNvSpPr>
          <p:nvPr/>
        </p:nvSpPr>
        <p:spPr>
          <a:xfrm>
            <a:off x="731520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09D0C3BD-4A0D-FEA5-FF76-0613E2D3C394}"/>
              </a:ext>
            </a:extLst>
          </p:cNvPr>
          <p:cNvSpPr>
            <a:spLocks noGrp="1"/>
          </p:cNvSpPr>
          <p:nvPr/>
        </p:nvSpPr>
        <p:spPr>
          <a:xfrm>
            <a:off x="86677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40</a:t>
            </a:r>
          </a:p>
        </p:txBody>
      </p:sp>
      <p:sp>
        <p:nvSpPr>
          <p:cNvPr id="30" name="execution tick 50">
            <a:extLst>
              <a:ext uri="{FF2B5EF4-FFF2-40B4-BE49-F238E27FC236}">
                <a16:creationId xmlns:a16="http://schemas.microsoft.com/office/drawing/2014/main" id="{65F28E5E-A38A-271D-6A15-D47FB125D451}"/>
              </a:ext>
            </a:extLst>
          </p:cNvPr>
          <p:cNvSpPr>
            <a:spLocks noGrp="1"/>
          </p:cNvSpPr>
          <p:nvPr/>
        </p:nvSpPr>
        <p:spPr>
          <a:xfrm>
            <a:off x="1002030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50</a:t>
            </a:r>
          </a:p>
        </p:txBody>
      </p:sp>
      <p:sp>
        <p:nvSpPr>
          <p:cNvPr id="16" name="job 3">
            <a:extLst>
              <a:ext uri="{FF2B5EF4-FFF2-40B4-BE49-F238E27FC236}">
                <a16:creationId xmlns:a16="http://schemas.microsoft.com/office/drawing/2014/main" id="{C8258651-1B9F-8A12-5924-5AD33672E4B6}"/>
              </a:ext>
            </a:extLst>
          </p:cNvPr>
          <p:cNvSpPr>
            <a:spLocks noGrp="1"/>
          </p:cNvSpPr>
          <p:nvPr/>
        </p:nvSpPr>
        <p:spPr>
          <a:xfrm>
            <a:off x="3382937" y="2413000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/>
              <p:nvPr/>
            </p:nvSpPr>
            <p:spPr>
              <a:xfrm>
                <a:off x="3857140" y="2476500"/>
                <a:ext cx="40102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94" name="TextBox 93">
                <a:extLst>
                  <a:ext uri="{FF2B5EF4-FFF2-40B4-BE49-F238E27FC236}">
                    <a16:creationId id="{3D7BFEEC-1351-F9B5-61B9-BA0DFC1CE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140" y="2476500"/>
                <a:ext cx="401020" cy="256993"/>
              </a:xfrm>
              <a:prstGeom prst="rect">
                <a:avLst/>
              </a:prstGeom>
              <a:blipFill>
                <a:blip r:embed="rId13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sumption label">
            <a:extLst>
              <a:ext uri="{FF2B5EF4-FFF2-40B4-BE49-F238E27FC236}">
                <a16:creationId xmlns:a16="http://schemas.microsoft.com/office/drawing/2014/main" id="{A83CF3BA-FFFC-38AA-0CE6-BFC914FD5233}"/>
              </a:ext>
            </a:extLst>
          </p:cNvPr>
          <p:cNvSpPr txBox="1"/>
          <p:nvPr/>
        </p:nvSpPr>
        <p:spPr>
          <a:xfrm>
            <a:off x="7493000" y="965200"/>
            <a:ext cx="1270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 i="1">
                <a:latin typeface="Cambria" panose="02040503050406030204" pitchFamily="18" charset="0"/>
              </a:rPr>
              <a:t>resumption</a:t>
            </a:r>
          </a:p>
        </p:txBody>
      </p:sp>
      <p:cxnSp>
        <p:nvCxnSpPr>
          <p:cNvPr id="57" name="Straight Connector 90">
            <a:extLst>
              <a:ext uri="{FF2B5EF4-FFF2-40B4-BE49-F238E27FC236}">
                <a16:creationId xmlns:a16="http://schemas.microsoft.com/office/drawing/2014/main" id="{8A0FC88B-FABB-563E-740B-FF51EB86686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90">
            <a:extLst>
              <a:ext uri="{FF2B5EF4-FFF2-40B4-BE49-F238E27FC236}">
                <a16:creationId xmlns:a16="http://schemas.microsoft.com/office/drawing/2014/main" id="{E123EB2B-C188-870C-E2C7-B5B5E721BE1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90">
            <a:extLst>
              <a:ext uri="{FF2B5EF4-FFF2-40B4-BE49-F238E27FC236}">
                <a16:creationId xmlns:a16="http://schemas.microsoft.com/office/drawing/2014/main" id="{DCC63A91-9E62-D45D-8D36-72480EAED814}"/>
              </a:ext>
            </a:extLst>
          </p:cNvPr>
          <p:cNvCxnSpPr>
            <a:cxnSpLocks/>
          </p:cNvCxnSpPr>
          <p:nvPr/>
        </p:nvCxnSpPr>
        <p:spPr>
          <a:xfrm flipH="1" flipV="1">
            <a:off x="60864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361">
            <a:extLst>
              <a:ext uri="{FF2B5EF4-FFF2-40B4-BE49-F238E27FC236}">
                <a16:creationId xmlns:a16="http://schemas.microsoft.com/office/drawing/2014/main" id="{633CC611-F770-1FE5-4A8A-C85FD47FB240}"/>
              </a:ext>
            </a:extLst>
          </p:cNvPr>
          <p:cNvSpPr/>
          <p:nvPr/>
        </p:nvSpPr>
        <p:spPr>
          <a:xfrm flipH="1">
            <a:off x="3375028" y="1422399"/>
            <a:ext cx="1365880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51" name="Straight Connector 90">
            <a:extLst>
              <a:ext uri="{FF2B5EF4-FFF2-40B4-BE49-F238E27FC236}">
                <a16:creationId xmlns:a16="http://schemas.microsoft.com/office/drawing/2014/main" id="{24A7BB32-E69C-552C-C41E-DAE8A5274A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job 1">
            <a:extLst>
              <a:ext uri="{FF2B5EF4-FFF2-40B4-BE49-F238E27FC236}">
                <a16:creationId xmlns:a16="http://schemas.microsoft.com/office/drawing/2014/main" id="{70FAAA3F-2BF9-980D-F2A0-D646672703F4}"/>
              </a:ext>
            </a:extLst>
          </p:cNvPr>
          <p:cNvSpPr>
            <a:spLocks noGrp="1"/>
          </p:cNvSpPr>
          <p:nvPr/>
        </p:nvSpPr>
        <p:spPr>
          <a:xfrm>
            <a:off x="4733924" y="1422400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/>
              <p:nvPr/>
            </p:nvSpPr>
            <p:spPr>
              <a:xfrm>
                <a:off x="5240289" y="1473200"/>
                <a:ext cx="320408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:p14="http://schemas.microsoft.com/office/powerpoint/2010/main" xmlns:m="http://schemas.openxmlformats.org/officeDocument/2006/math" xmlns:a16="http://schemas.microsoft.com/office/drawing/2014/main" xmlns="">
          <p:sp>
            <p:nvSpPr>
              <p:cNvPr id="93" name="TextBox 92">
                <a:extLst>
                  <a:ext uri="{FF2B5EF4-FFF2-40B4-BE49-F238E27FC236}">
                    <a16:creationId id="{4D485036-0F80-069E-99DA-D7831F927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289" y="1473200"/>
                <a:ext cx="320408" cy="256993"/>
              </a:xfrm>
              <a:prstGeom prst="rect">
                <a:avLst/>
              </a:prstGeom>
              <a:blipFill>
                <a:blip r:embed="rId8"/>
                <a:stretch>
                  <a:fillRect l="-21154" r="-5769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EDF heading">
            <a:extLst>
              <a:ext uri="{FF2B5EF4-FFF2-40B4-BE49-F238E27FC236}">
                <a16:creationId xmlns:a16="http://schemas.microsoft.com/office/drawing/2014/main" id="{3C4A24CA-D3BB-4D90-B555-0AF7FC26158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 sz="1800">
                <a:latin typeface="Calibri"/>
                <a:ea typeface="Calibri"/>
                <a:cs typeface="Calibri"/>
              </a:rPr>
              <a:t>EDF</a:t>
            </a:r>
            <a:endParaRPr lang="en-RU" b="1" dirty="0" sz="180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91140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8D4D8-ABC0-6795-AD6D-45852C40B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job 1">
            <a:extLst>
              <a:ext uri="{FF2B5EF4-FFF2-40B4-BE49-F238E27FC236}">
                <a16:creationId xmlns:a16="http://schemas.microsoft.com/office/drawing/2014/main" id="{F893A3A4-77E3-AC25-F2B5-787B5A6E9CF8}"/>
              </a:ext>
            </a:extLst>
          </p:cNvPr>
          <p:cNvSpPr>
            <a:spLocks noGrp="1"/>
          </p:cNvSpPr>
          <p:nvPr/>
        </p:nvSpPr>
        <p:spPr>
          <a:xfrm>
            <a:off x="7484187" y="3483708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</p:sp>
      <p:sp>
        <p:nvSpPr>
          <p:cNvPr id="110" name="job 1">
            <a:extLst>
              <a:ext uri="{FF2B5EF4-FFF2-40B4-BE49-F238E27FC236}">
                <a16:creationId xmlns:a16="http://schemas.microsoft.com/office/drawing/2014/main" id="{C0DA8383-5DF0-420F-6B12-8305873B27CE}"/>
              </a:ext>
            </a:extLst>
          </p:cNvPr>
          <p:cNvSpPr>
            <a:spLocks noGrp="1"/>
          </p:cNvSpPr>
          <p:nvPr/>
        </p:nvSpPr>
        <p:spPr>
          <a:xfrm>
            <a:off x="8303957" y="348237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94A87DD5-913E-AC5F-F8EE-9ED2D0BDF222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</p:sp>
      <p:sp>
        <p:nvSpPr>
          <p:cNvPr id="108" name="job 1">
            <a:extLst>
              <a:ext uri="{FF2B5EF4-FFF2-40B4-BE49-F238E27FC236}">
                <a16:creationId xmlns:a16="http://schemas.microsoft.com/office/drawing/2014/main" id="{8FBC90C7-A8F0-D3FD-B6E6-7A8A6A7C2133}"/>
              </a:ext>
            </a:extLst>
          </p:cNvPr>
          <p:cNvSpPr>
            <a:spLocks noGrp="1"/>
          </p:cNvSpPr>
          <p:nvPr/>
        </p:nvSpPr>
        <p:spPr>
          <a:xfrm>
            <a:off x="6664639" y="3483708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3F086EA7-686F-56ED-2411-70766300E9D0}"/>
              </a:ext>
            </a:extLst>
          </p:cNvPr>
          <p:cNvSpPr/>
          <p:nvPr/>
        </p:nvSpPr>
        <p:spPr>
          <a:xfrm flipH="1">
            <a:off x="6606543" y="2809384"/>
            <a:ext cx="2516574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63D0797-CA1F-1AE9-45A9-3726AE3B21C4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473F07B-F54D-C2CD-9630-FB0225439F46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772AB6DF-2D29-F32A-3443-A710B8FE0FB1}"/>
              </a:ext>
            </a:extLst>
          </p:cNvPr>
          <p:cNvSpPr>
            <a:spLocks noGrp="1"/>
          </p:cNvSpPr>
          <p:nvPr/>
        </p:nvSpPr>
        <p:spPr>
          <a:xfrm>
            <a:off x="6071234" y="2811780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27132141-B279-4130-0539-676156AD0009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170D841-BFD5-F595-60B5-A09EDBA73CB0}"/>
              </a:ext>
            </a:extLst>
          </p:cNvPr>
          <p:cNvSpPr>
            <a:spLocks noGrp="1"/>
          </p:cNvSpPr>
          <p:nvPr/>
        </p:nvSpPr>
        <p:spPr>
          <a:xfrm>
            <a:off x="9278150" y="3721148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73528E5-631E-0497-68BD-C6807D22CD56}"/>
              </a:ext>
            </a:extLst>
          </p:cNvPr>
          <p:cNvSpPr>
            <a:spLocks noGrp="1"/>
          </p:cNvSpPr>
          <p:nvPr/>
        </p:nvSpPr>
        <p:spPr>
          <a:xfrm>
            <a:off x="3367085" y="2813865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63F484BD-4E89-555E-DCF3-D3F5A6C957B4}"/>
              </a:ext>
            </a:extLst>
          </p:cNvPr>
          <p:cNvCxnSpPr>
            <a:cxnSpLocks/>
          </p:cNvCxnSpPr>
          <p:nvPr/>
        </p:nvCxnSpPr>
        <p:spPr>
          <a:xfrm>
            <a:off x="3361375" y="3849729"/>
            <a:ext cx="5896925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/>
              <p:nvPr/>
            </p:nvSpPr>
            <p:spPr>
              <a:xfrm>
                <a:off x="4925455" y="2362656"/>
                <a:ext cx="218931" cy="2485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6"/>
                <a:ext cx="218931" cy="248594"/>
              </a:xfrm>
              <a:prstGeom prst="rect">
                <a:avLst/>
              </a:prstGeom>
              <a:blipFill>
                <a:blip r:embed="rId2"/>
                <a:stretch>
                  <a:fillRect l="-30556" r="-8333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56B99FD7-F4A1-6EC5-A122-4C497DB1247F}"/>
              </a:ext>
            </a:extLst>
          </p:cNvPr>
          <p:cNvSpPr>
            <a:spLocks noGrp="1"/>
          </p:cNvSpPr>
          <p:nvPr/>
        </p:nvSpPr>
        <p:spPr>
          <a:xfrm>
            <a:off x="2936079" y="222364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000" b="1" dirty="0"/>
              <a:t>Chunked EDF</a:t>
            </a:r>
            <a:endParaRPr lang="en-RU" sz="2000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7E5A85E3-5285-FA4E-48D8-5817E245DF7B}"/>
              </a:ext>
            </a:extLst>
          </p:cNvPr>
          <p:cNvSpPr>
            <a:spLocks noGrp="1"/>
          </p:cNvSpPr>
          <p:nvPr/>
        </p:nvSpPr>
        <p:spPr>
          <a:xfrm>
            <a:off x="3242310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b="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E0F8FFD2-DD89-CB8A-3EC4-C66DC5FDB5C0}"/>
              </a:ext>
            </a:extLst>
          </p:cNvPr>
          <p:cNvSpPr>
            <a:spLocks noGrp="1"/>
          </p:cNvSpPr>
          <p:nvPr/>
        </p:nvSpPr>
        <p:spPr>
          <a:xfrm>
            <a:off x="4594860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b="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D1C1EDCB-B3F5-92FA-3050-2295CC0F6F78}"/>
              </a:ext>
            </a:extLst>
          </p:cNvPr>
          <p:cNvSpPr>
            <a:spLocks noGrp="1"/>
          </p:cNvSpPr>
          <p:nvPr/>
        </p:nvSpPr>
        <p:spPr>
          <a:xfrm>
            <a:off x="5904543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411F02AF-9FE9-5944-A3FC-573AAEC9D535}"/>
              </a:ext>
            </a:extLst>
          </p:cNvPr>
          <p:cNvSpPr>
            <a:spLocks noGrp="1"/>
          </p:cNvSpPr>
          <p:nvPr/>
        </p:nvSpPr>
        <p:spPr>
          <a:xfrm>
            <a:off x="7299960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b="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1BAEB407-FF22-6FD0-98DF-633E7F65759D}"/>
              </a:ext>
            </a:extLst>
          </p:cNvPr>
          <p:cNvSpPr>
            <a:spLocks noGrp="1"/>
          </p:cNvSpPr>
          <p:nvPr/>
        </p:nvSpPr>
        <p:spPr>
          <a:xfrm>
            <a:off x="8492172" y="389763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b="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1" name="Freeform 402">
            <a:extLst>
              <a:ext uri="{FF2B5EF4-FFF2-40B4-BE49-F238E27FC236}">
                <a16:creationId xmlns:a16="http://schemas.microsoft.com/office/drawing/2014/main" id="{BEA5C7E5-4E62-4D77-0E0D-E85B023B45A3}"/>
              </a:ext>
            </a:extLst>
          </p:cNvPr>
          <p:cNvSpPr/>
          <p:nvPr/>
        </p:nvSpPr>
        <p:spPr>
          <a:xfrm>
            <a:off x="6659876" y="2850336"/>
            <a:ext cx="257036" cy="54473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59819" y="2538027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b="0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819" y="2538027"/>
                <a:ext cx="1192817" cy="295275"/>
              </a:xfrm>
              <a:prstGeom prst="rect">
                <a:avLst/>
              </a:prstGeom>
              <a:blipFill>
                <a:blip r:embed="rId3"/>
                <a:stretch>
                  <a:fillRect r="-4082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5209480A-B114-2838-B0F4-A94EEBE8F9B6}"/>
              </a:ext>
            </a:extLst>
          </p:cNvPr>
          <p:cNvSpPr/>
          <p:nvPr/>
        </p:nvSpPr>
        <p:spPr>
          <a:xfrm rot="16200000">
            <a:off x="4915822" y="1075405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9F353E0C-DDFD-0D94-B1C7-EC8498AE0CE7}"/>
              </a:ext>
            </a:extLst>
          </p:cNvPr>
          <p:cNvSpPr/>
          <p:nvPr/>
        </p:nvSpPr>
        <p:spPr>
          <a:xfrm rot="16200000">
            <a:off x="7796723" y="2177834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/>
              <p:nvPr/>
            </p:nvSpPr>
            <p:spPr>
              <a:xfrm>
                <a:off x="7798256" y="3058074"/>
                <a:ext cx="218931" cy="24910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4"/>
                <a:ext cx="218931" cy="249107"/>
              </a:xfrm>
              <a:prstGeom prst="rect">
                <a:avLst/>
              </a:prstGeom>
              <a:blipFill>
                <a:blip r:embed="rId4"/>
                <a:stretch>
                  <a:fillRect l="-33333" r="-8333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87CB6C9A-DA79-9AAF-5858-1104A72A9DA7}"/>
              </a:ext>
            </a:extLst>
          </p:cNvPr>
          <p:cNvSpPr>
            <a:spLocks noGrp="1"/>
          </p:cNvSpPr>
          <p:nvPr/>
        </p:nvSpPr>
        <p:spPr>
          <a:xfrm>
            <a:off x="5840726" y="2819400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3899CBB0-C952-24A9-0135-E708728A7C46}"/>
              </a:ext>
            </a:extLst>
          </p:cNvPr>
          <p:cNvSpPr>
            <a:spLocks noGrp="1"/>
          </p:cNvSpPr>
          <p:nvPr/>
        </p:nvSpPr>
        <p:spPr>
          <a:xfrm>
            <a:off x="5626413" y="389118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19</a:t>
            </a:r>
            <a:endParaRPr sz="1500" b="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2713DEE0-7578-3CCA-9837-E2A3075B06B5}"/>
              </a:ext>
            </a:extLst>
          </p:cNvPr>
          <p:cNvSpPr>
            <a:spLocks noGrp="1"/>
          </p:cNvSpPr>
          <p:nvPr/>
        </p:nvSpPr>
        <p:spPr>
          <a:xfrm>
            <a:off x="6664639" y="2830393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A06043FE-95F6-3C7F-FCAF-4316E9893174}"/>
              </a:ext>
            </a:extLst>
          </p:cNvPr>
          <p:cNvSpPr>
            <a:spLocks noGrp="1"/>
          </p:cNvSpPr>
          <p:nvPr/>
        </p:nvSpPr>
        <p:spPr>
          <a:xfrm>
            <a:off x="6488287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b="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2FF97846-1081-0204-4A96-C35BAFCAE758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job 1">
            <a:extLst>
              <a:ext uri="{FF2B5EF4-FFF2-40B4-BE49-F238E27FC236}">
                <a16:creationId xmlns:a16="http://schemas.microsoft.com/office/drawing/2014/main" id="{96D10D16-6596-7D51-FEC7-AC9EC52DAC70}"/>
              </a:ext>
            </a:extLst>
          </p:cNvPr>
          <p:cNvSpPr>
            <a:spLocks noGrp="1"/>
          </p:cNvSpPr>
          <p:nvPr/>
        </p:nvSpPr>
        <p:spPr>
          <a:xfrm>
            <a:off x="4190998" y="2813865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</p:sp>
      <p:sp>
        <p:nvSpPr>
          <p:cNvPr id="101" name="job 1">
            <a:extLst>
              <a:ext uri="{FF2B5EF4-FFF2-40B4-BE49-F238E27FC236}">
                <a16:creationId xmlns:a16="http://schemas.microsoft.com/office/drawing/2014/main" id="{204F114E-38B8-F37F-008B-DF5194A54413}"/>
              </a:ext>
            </a:extLst>
          </p:cNvPr>
          <p:cNvSpPr>
            <a:spLocks noGrp="1"/>
          </p:cNvSpPr>
          <p:nvPr/>
        </p:nvSpPr>
        <p:spPr>
          <a:xfrm>
            <a:off x="5008346" y="281335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</p:sp>
      <p:sp>
        <p:nvSpPr>
          <p:cNvPr id="102" name="job 1">
            <a:extLst>
              <a:ext uri="{FF2B5EF4-FFF2-40B4-BE49-F238E27FC236}">
                <a16:creationId xmlns:a16="http://schemas.microsoft.com/office/drawing/2014/main" id="{B2BF842E-E4FB-C2D4-E6DA-53E6074A3FC6}"/>
              </a:ext>
            </a:extLst>
          </p:cNvPr>
          <p:cNvSpPr>
            <a:spLocks noGrp="1"/>
          </p:cNvSpPr>
          <p:nvPr/>
        </p:nvSpPr>
        <p:spPr>
          <a:xfrm>
            <a:off x="5840726" y="281335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</p: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EBC599D0-EEA0-D95B-4DB8-DB18AC897972}"/>
              </a:ext>
            </a:extLst>
          </p:cNvPr>
          <p:cNvCxnSpPr/>
          <p:nvPr/>
        </p:nvCxnSpPr>
        <p:spPr>
          <a:xfrm>
            <a:off x="6074020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/>
              <p:nvPr/>
            </p:nvSpPr>
            <p:spPr>
              <a:xfrm>
                <a:off x="6284201" y="3184070"/>
                <a:ext cx="15388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1" y="3184070"/>
                <a:ext cx="153888" cy="246221"/>
              </a:xfrm>
              <a:prstGeom prst="rect">
                <a:avLst/>
              </a:prstGeom>
              <a:blipFill>
                <a:blip r:embed="rId5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/>
              <p:nvPr/>
            </p:nvSpPr>
            <p:spPr>
              <a:xfrm>
                <a:off x="6116985" y="3504295"/>
                <a:ext cx="279051" cy="249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5" y="3504295"/>
                <a:ext cx="279051" cy="249555"/>
              </a:xfrm>
              <a:prstGeom prst="rect">
                <a:avLst/>
              </a:prstGeom>
              <a:blipFill>
                <a:blip r:embed="rId6"/>
                <a:stretch>
                  <a:fillRect l="-15217" r="-4348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TextBox 120">
            <a:extLst>
              <a:ext uri="{FF2B5EF4-FFF2-40B4-BE49-F238E27FC236}">
                <a16:creationId xmlns:a16="http://schemas.microsoft.com/office/drawing/2014/main" id="{471FEC45-844E-FCE6-53CB-42A929B7C167}"/>
              </a:ext>
            </a:extLst>
          </p:cNvPr>
          <p:cNvSpPr txBox="1"/>
          <p:nvPr/>
        </p:nvSpPr>
        <p:spPr>
          <a:xfrm>
            <a:off x="3366134" y="4169311"/>
            <a:ext cx="18270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r>
              <a:rPr lang="en-US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 – </a:t>
            </a:r>
            <a:r>
              <a:rPr lang="en-US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chunk duration</a:t>
            </a:r>
            <a:r>
              <a:rPr lang="en-US" sz="1600" b="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</a:t>
            </a:r>
            <a:endParaRPr lang="en-US" sz="16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/>
              <p:nvPr/>
            </p:nvSpPr>
            <p:spPr>
              <a:xfrm>
                <a:off x="5276065" y="4221189"/>
                <a:ext cx="2041072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ru-RU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𝑑𝑒𝑙𝑎𝑦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65" y="4221189"/>
                <a:ext cx="2041072" cy="246221"/>
              </a:xfrm>
              <a:prstGeom prst="rect">
                <a:avLst/>
              </a:prstGeom>
              <a:blipFill>
                <a:blip r:embed="rId7"/>
                <a:stretch>
                  <a:fillRect l="-2090" r="-2687" b="-34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9FBD5787-DE28-B153-C7D9-EA847189AE17}"/>
              </a:ext>
            </a:extLst>
          </p:cNvPr>
          <p:cNvSpPr txBox="1"/>
          <p:nvPr/>
        </p:nvSpPr>
        <p:spPr>
          <a:xfrm>
            <a:off x="3626907" y="280730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F6C10C9-7C1A-D49A-792D-06EC13DE9E06}"/>
              </a:ext>
            </a:extLst>
          </p:cNvPr>
          <p:cNvSpPr txBox="1"/>
          <p:nvPr/>
        </p:nvSpPr>
        <p:spPr>
          <a:xfrm>
            <a:off x="4450820" y="280184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D9DF900-DA43-93FA-4AE2-191E54DE3A25}"/>
              </a:ext>
            </a:extLst>
          </p:cNvPr>
          <p:cNvSpPr txBox="1"/>
          <p:nvPr/>
        </p:nvSpPr>
        <p:spPr>
          <a:xfrm>
            <a:off x="5264332" y="280574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4D61885-48D1-A8F5-04A5-05ACED7601FF}"/>
              </a:ext>
            </a:extLst>
          </p:cNvPr>
          <p:cNvSpPr txBox="1"/>
          <p:nvPr/>
        </p:nvSpPr>
        <p:spPr>
          <a:xfrm>
            <a:off x="6088245" y="28079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/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ru-RU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m:rPr>
                          <m:nor/>
                        </m:rPr>
                        <a:rPr lang="ru-RU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m:rPr>
                          <m:nor/>
                        </m:rPr>
                        <a:rPr lang="ru-RU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l-GR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blipFill>
                <a:blip r:embed="rId8"/>
                <a:stretch>
                  <a:fillRect l="-5594" r="-4895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TextBox 132">
            <a:extLst>
              <a:ext uri="{FF2B5EF4-FFF2-40B4-BE49-F238E27FC236}">
                <a16:creationId xmlns:a16="http://schemas.microsoft.com/office/drawing/2014/main" id="{92C8681B-EAF0-759F-3539-7E4295E2CB9B}"/>
              </a:ext>
            </a:extLst>
          </p:cNvPr>
          <p:cNvSpPr txBox="1"/>
          <p:nvPr/>
        </p:nvSpPr>
        <p:spPr>
          <a:xfrm>
            <a:off x="6928216" y="347926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30A41BE-7054-E8C7-30A5-25C3326A7A80}"/>
              </a:ext>
            </a:extLst>
          </p:cNvPr>
          <p:cNvSpPr txBox="1"/>
          <p:nvPr/>
        </p:nvSpPr>
        <p:spPr>
          <a:xfrm>
            <a:off x="7752129" y="34738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FEF75D4-C896-C87D-6EAF-A68FECC7C9E8}"/>
              </a:ext>
            </a:extLst>
          </p:cNvPr>
          <p:cNvSpPr txBox="1"/>
          <p:nvPr/>
        </p:nvSpPr>
        <p:spPr>
          <a:xfrm>
            <a:off x="8565641" y="347769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F267FE90-E4CC-C0C2-7C71-ABB1A6D90379}"/>
              </a:ext>
            </a:extLst>
          </p:cNvPr>
          <p:cNvSpPr>
            <a:spLocks noGrp="1"/>
          </p:cNvSpPr>
          <p:nvPr/>
        </p:nvSpPr>
        <p:spPr>
          <a:xfrm>
            <a:off x="9123117" y="2801849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DEC71EB2-145B-0ED0-FFB3-08298943A487}"/>
              </a:ext>
            </a:extLst>
          </p:cNvPr>
          <p:cNvSpPr>
            <a:spLocks noGrp="1"/>
          </p:cNvSpPr>
          <p:nvPr/>
        </p:nvSpPr>
        <p:spPr>
          <a:xfrm>
            <a:off x="8926616" y="389905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b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b="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5452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9210D-1FC6-EA64-C807-A27A4E20B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B870DE9B-65F4-DD1A-8277-2D75263E46C3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481292C1-61D3-6382-B9FB-4C1AE235C700}"/>
              </a:ext>
            </a:extLst>
          </p:cNvPr>
          <p:cNvSpPr/>
          <p:nvPr/>
        </p:nvSpPr>
        <p:spPr>
          <a:xfrm flipH="1">
            <a:off x="6606543" y="2809384"/>
            <a:ext cx="2527886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FFBD5D4-8992-3224-2392-78F452108326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A3638191-21D1-B1A8-F831-640E461BBBC8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983984AD-F922-5EA6-2C78-05323B6AD4FE}"/>
              </a:ext>
            </a:extLst>
          </p:cNvPr>
          <p:cNvSpPr>
            <a:spLocks noGrp="1"/>
          </p:cNvSpPr>
          <p:nvPr/>
        </p:nvSpPr>
        <p:spPr>
          <a:xfrm>
            <a:off x="6071234" y="2811780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1FD8037B-009F-1B7E-1F75-AD8B851D3768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5CEF769-9CF4-63D1-901D-C62E509460EF}"/>
              </a:ext>
            </a:extLst>
          </p:cNvPr>
          <p:cNvSpPr>
            <a:spLocks noGrp="1"/>
          </p:cNvSpPr>
          <p:nvPr/>
        </p:nvSpPr>
        <p:spPr>
          <a:xfrm>
            <a:off x="9387122" y="3699926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10763406-C2EA-D2C9-4940-8903D8C5D48D}"/>
              </a:ext>
            </a:extLst>
          </p:cNvPr>
          <p:cNvSpPr>
            <a:spLocks noGrp="1"/>
          </p:cNvSpPr>
          <p:nvPr/>
        </p:nvSpPr>
        <p:spPr>
          <a:xfrm>
            <a:off x="3367085" y="2813865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/>
              <p:nvPr/>
            </p:nvSpPr>
            <p:spPr>
              <a:xfrm>
                <a:off x="4925455" y="2362656"/>
                <a:ext cx="218931" cy="2485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 xmlns:a16="http://schemas.microsoft.com/office/drawing/2014/main" xmlns:m="http://schemas.openxmlformats.org/officeDocument/2006/math" xmlns:p14="http://schemas.microsoft.com/office/powerpoint/2010/main">
          <p:sp>
            <p:nvSpPr>
              <p:cNvPr id="93" name="TextBox 92">
                <a:extLst>
                  <a:ext uri="{FF2B5EF4-FFF2-40B4-BE49-F238E27FC236}">
                    <a16:creationId id="{51F3D001-90EA-D65E-1468-CD624E0EC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6"/>
                <a:ext cx="218931" cy="248594"/>
              </a:xfrm>
              <a:prstGeom prst="rect">
                <a:avLst/>
              </a:prstGeom>
              <a:blipFill>
                <a:blip r:embed="rId2"/>
                <a:stretch>
                  <a:fillRect l="-30556" r="-8333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76DCC9B6-05BB-F38A-93FE-2E6EDC2CB750}"/>
              </a:ext>
            </a:extLst>
          </p:cNvPr>
          <p:cNvSpPr>
            <a:spLocks noGrp="1"/>
          </p:cNvSpPr>
          <p:nvPr/>
        </p:nvSpPr>
        <p:spPr>
          <a:xfrm>
            <a:off x="2936079" y="222364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/>
              <a:t>Chunked EDF</a:t>
            </a:r>
            <a:endParaRPr lang="en-RU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69BCD058-713F-FFD2-CE40-10046BCE4108}"/>
              </a:ext>
            </a:extLst>
          </p:cNvPr>
          <p:cNvSpPr>
            <a:spLocks noGrp="1"/>
          </p:cNvSpPr>
          <p:nvPr/>
        </p:nvSpPr>
        <p:spPr>
          <a:xfrm>
            <a:off x="3183042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b="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44CFECF8-B178-58FE-8F50-9FEFC8056958}"/>
              </a:ext>
            </a:extLst>
          </p:cNvPr>
          <p:cNvSpPr>
            <a:spLocks noGrp="1"/>
          </p:cNvSpPr>
          <p:nvPr/>
        </p:nvSpPr>
        <p:spPr>
          <a:xfrm>
            <a:off x="451019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b="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5000220C-CD1B-7EB2-ED2C-CDEF02BA78F4}"/>
              </a:ext>
            </a:extLst>
          </p:cNvPr>
          <p:cNvSpPr>
            <a:spLocks noGrp="1"/>
          </p:cNvSpPr>
          <p:nvPr/>
        </p:nvSpPr>
        <p:spPr>
          <a:xfrm>
            <a:off x="5904543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35A8722B-B41D-4E96-AD48-A40248C77722}"/>
              </a:ext>
            </a:extLst>
          </p:cNvPr>
          <p:cNvSpPr>
            <a:spLocks noGrp="1"/>
          </p:cNvSpPr>
          <p:nvPr/>
        </p:nvSpPr>
        <p:spPr>
          <a:xfrm>
            <a:off x="7223760" y="3893389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b="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B2617A15-BCC5-3205-A53B-2DA265A0E7B9}"/>
              </a:ext>
            </a:extLst>
          </p:cNvPr>
          <p:cNvSpPr>
            <a:spLocks noGrp="1"/>
          </p:cNvSpPr>
          <p:nvPr/>
        </p:nvSpPr>
        <p:spPr>
          <a:xfrm>
            <a:off x="8492172" y="389763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b="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672F1AA9-8FA0-1539-7A07-8E909BE6C271}"/>
              </a:ext>
            </a:extLst>
          </p:cNvPr>
          <p:cNvSpPr/>
          <p:nvPr/>
        </p:nvSpPr>
        <p:spPr>
          <a:xfrm rot="16200000">
            <a:off x="4915822" y="1075405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56F25845-6E44-4CED-C9D7-1CC6F09BE8F5}"/>
              </a:ext>
            </a:extLst>
          </p:cNvPr>
          <p:cNvSpPr/>
          <p:nvPr/>
        </p:nvSpPr>
        <p:spPr>
          <a:xfrm rot="16200000">
            <a:off x="7796723" y="2177834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/>
              <p:nvPr/>
            </p:nvSpPr>
            <p:spPr>
              <a:xfrm>
                <a:off x="7798256" y="3058074"/>
                <a:ext cx="218931" cy="24910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 xmlns:a16="http://schemas.microsoft.com/office/drawing/2014/main" xmlns:m="http://schemas.openxmlformats.org/officeDocument/2006/math" xmlns:p14="http://schemas.microsoft.com/office/powerpoint/2010/main">
          <p:sp>
            <p:nvSpPr>
              <p:cNvPr id="75" name="TextBox 74">
                <a:extLst>
                  <a:ext uri="{FF2B5EF4-FFF2-40B4-BE49-F238E27FC236}">
                    <a16:creationId id="{C7331944-0242-CC5A-50DF-450F4DED63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4"/>
                <a:ext cx="218931" cy="249107"/>
              </a:xfrm>
              <a:prstGeom prst="rect">
                <a:avLst/>
              </a:prstGeom>
              <a:blipFill>
                <a:blip r:embed="rId4"/>
                <a:stretch>
                  <a:fillRect l="-33333" r="-8333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98C71FF1-57F1-744D-8163-4BBDC3FBC4EB}"/>
              </a:ext>
            </a:extLst>
          </p:cNvPr>
          <p:cNvSpPr>
            <a:spLocks noGrp="1"/>
          </p:cNvSpPr>
          <p:nvPr/>
        </p:nvSpPr>
        <p:spPr>
          <a:xfrm>
            <a:off x="5562742" y="2812067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7F0FDF6F-E938-E16F-F661-E98E4DF81D4B}"/>
              </a:ext>
            </a:extLst>
          </p:cNvPr>
          <p:cNvSpPr>
            <a:spLocks noGrp="1"/>
          </p:cNvSpPr>
          <p:nvPr/>
        </p:nvSpPr>
        <p:spPr>
          <a:xfrm>
            <a:off x="5368761" y="3873548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</a:t>
            </a:r>
            <a:r>
              <a:rPr lang="ru-RU" sz="1500" b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8</a:t>
            </a:r>
            <a:endParaRPr sz="1500" b="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F869D901-26F7-707F-E9CC-416134AF5B0C}"/>
              </a:ext>
            </a:extLst>
          </p:cNvPr>
          <p:cNvSpPr>
            <a:spLocks noGrp="1"/>
          </p:cNvSpPr>
          <p:nvPr/>
        </p:nvSpPr>
        <p:spPr>
          <a:xfrm>
            <a:off x="6488287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b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b="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F8D0B353-EED9-8475-DB63-59545FC52CFF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8E53BCDA-EF54-F9FC-78DF-DD4D2EA1559A}"/>
              </a:ext>
            </a:extLst>
          </p:cNvPr>
          <p:cNvCxnSpPr/>
          <p:nvPr/>
        </p:nvCxnSpPr>
        <p:spPr>
          <a:xfrm>
            <a:off x="6074020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/>
              <p:nvPr/>
            </p:nvSpPr>
            <p:spPr>
              <a:xfrm>
                <a:off x="6284201" y="3184070"/>
                <a:ext cx="15388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 xmlns:a16="http://schemas.microsoft.com/office/drawing/2014/main" xmlns:m="http://schemas.openxmlformats.org/officeDocument/2006/math" xmlns:p14="http://schemas.microsoft.com/office/powerpoint/2010/main">
          <p:sp>
            <p:nvSpPr>
              <p:cNvPr id="118" name="TextBox 117">
                <a:extLst>
                  <a:ext uri="{FF2B5EF4-FFF2-40B4-BE49-F238E27FC236}">
                    <a16:creationId id="{F01ADD07-FC09-798B-ED82-5952ED0C6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1" y="3184070"/>
                <a:ext cx="153888" cy="246221"/>
              </a:xfrm>
              <a:prstGeom prst="rect">
                <a:avLst/>
              </a:prstGeom>
              <a:blipFill>
                <a:blip r:embed="rId5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/>
              <p:nvPr/>
            </p:nvSpPr>
            <p:spPr>
              <a:xfrm>
                <a:off x="6116985" y="3504295"/>
                <a:ext cx="279051" cy="249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 xmlns:a16="http://schemas.microsoft.com/office/drawing/2014/main" xmlns:m="http://schemas.openxmlformats.org/officeDocument/2006/math" xmlns:p14="http://schemas.microsoft.com/office/powerpoint/2010/main">
          <p:sp>
            <p:nvSpPr>
              <p:cNvPr id="120" name="TextBox 119">
                <a:extLst>
                  <a:ext uri="{FF2B5EF4-FFF2-40B4-BE49-F238E27FC236}">
                    <a16:creationId id="{7B7EA4A4-87D3-4EFB-53C5-B47E86FB5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5" y="3504295"/>
                <a:ext cx="279051" cy="249555"/>
              </a:xfrm>
              <a:prstGeom prst="rect">
                <a:avLst/>
              </a:prstGeom>
              <a:blipFill>
                <a:blip r:embed="rId6"/>
                <a:stretch>
                  <a:fillRect l="-15217" r="-4348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E7B1D2C7-3D68-005E-20FF-22F918499E4F}"/>
              </a:ext>
            </a:extLst>
          </p:cNvPr>
          <p:cNvSpPr txBox="1"/>
          <p:nvPr/>
        </p:nvSpPr>
        <p:spPr>
          <a:xfrm>
            <a:off x="3766501" y="2816138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E91E4E19-79D3-BDCA-6BF6-3DB97FFEAF34}"/>
              </a:ext>
            </a:extLst>
          </p:cNvPr>
          <p:cNvSpPr>
            <a:spLocks noGrp="1"/>
          </p:cNvSpPr>
          <p:nvPr/>
        </p:nvSpPr>
        <p:spPr>
          <a:xfrm>
            <a:off x="8926616" y="389905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b="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b="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4" name="job 1">
            <a:extLst>
              <a:ext uri="{FF2B5EF4-FFF2-40B4-BE49-F238E27FC236}">
                <a16:creationId xmlns:a16="http://schemas.microsoft.com/office/drawing/2014/main" id="{D573BC5E-9B34-C23E-70F3-5F1CC767307F}"/>
              </a:ext>
            </a:extLst>
          </p:cNvPr>
          <p:cNvSpPr>
            <a:spLocks noGrp="1"/>
          </p:cNvSpPr>
          <p:nvPr/>
        </p:nvSpPr>
        <p:spPr>
          <a:xfrm>
            <a:off x="4461516" y="2814419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6B8781-47C2-C0BC-D6C7-E8CEDBC7B70A}"/>
              </a:ext>
            </a:extLst>
          </p:cNvPr>
          <p:cNvSpPr txBox="1"/>
          <p:nvPr/>
        </p:nvSpPr>
        <p:spPr>
          <a:xfrm>
            <a:off x="4861475" y="2815551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6" name="job 1">
            <a:extLst>
              <a:ext uri="{FF2B5EF4-FFF2-40B4-BE49-F238E27FC236}">
                <a16:creationId xmlns:a16="http://schemas.microsoft.com/office/drawing/2014/main" id="{95AD93BC-2044-B265-C2D2-0B0A779AC974}"/>
              </a:ext>
            </a:extLst>
          </p:cNvPr>
          <p:cNvSpPr>
            <a:spLocks noGrp="1"/>
          </p:cNvSpPr>
          <p:nvPr/>
        </p:nvSpPr>
        <p:spPr>
          <a:xfrm>
            <a:off x="5562674" y="2807021"/>
            <a:ext cx="1099328" cy="37621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812183-3090-7C1D-09FB-98E2A2339837}"/>
              </a:ext>
            </a:extLst>
          </p:cNvPr>
          <p:cNvSpPr txBox="1"/>
          <p:nvPr/>
        </p:nvSpPr>
        <p:spPr>
          <a:xfrm>
            <a:off x="5957775" y="281683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8" name="job 1">
            <a:extLst>
              <a:ext uri="{FF2B5EF4-FFF2-40B4-BE49-F238E27FC236}">
                <a16:creationId xmlns:a16="http://schemas.microsoft.com/office/drawing/2014/main" id="{2346DA18-F694-B5BF-CFE8-2233090822EC}"/>
              </a:ext>
            </a:extLst>
          </p:cNvPr>
          <p:cNvSpPr>
            <a:spLocks noGrp="1"/>
          </p:cNvSpPr>
          <p:nvPr/>
        </p:nvSpPr>
        <p:spPr>
          <a:xfrm>
            <a:off x="6659620" y="3477496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job 1">
            <a:extLst>
              <a:ext uri="{FF2B5EF4-FFF2-40B4-BE49-F238E27FC236}">
                <a16:creationId xmlns:a16="http://schemas.microsoft.com/office/drawing/2014/main" id="{1508C17C-5E25-F5BE-2BD3-6610F402D28F}"/>
              </a:ext>
            </a:extLst>
          </p:cNvPr>
          <p:cNvSpPr>
            <a:spLocks noGrp="1"/>
          </p:cNvSpPr>
          <p:nvPr/>
        </p:nvSpPr>
        <p:spPr>
          <a:xfrm>
            <a:off x="7756377" y="3477272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job 1">
            <a:extLst>
              <a:ext uri="{FF2B5EF4-FFF2-40B4-BE49-F238E27FC236}">
                <a16:creationId xmlns:a16="http://schemas.microsoft.com/office/drawing/2014/main" id="{AD984C47-15CF-67CE-8239-17D53AE60B46}"/>
              </a:ext>
            </a:extLst>
          </p:cNvPr>
          <p:cNvSpPr>
            <a:spLocks noGrp="1"/>
          </p:cNvSpPr>
          <p:nvPr/>
        </p:nvSpPr>
        <p:spPr>
          <a:xfrm>
            <a:off x="8849865" y="3477749"/>
            <a:ext cx="28574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F4C645-A644-0E77-1F1A-513B1B4EE190}"/>
              </a:ext>
            </a:extLst>
          </p:cNvPr>
          <p:cNvSpPr txBox="1"/>
          <p:nvPr/>
        </p:nvSpPr>
        <p:spPr>
          <a:xfrm>
            <a:off x="7063535" y="3483083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C6CDD-B97F-10CE-EAEB-10A01C13588D}"/>
              </a:ext>
            </a:extLst>
          </p:cNvPr>
          <p:cNvSpPr txBox="1"/>
          <p:nvPr/>
        </p:nvSpPr>
        <p:spPr>
          <a:xfrm>
            <a:off x="8154152" y="348573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E7DBA3-856A-A39E-C169-A1A0756FA9D2}"/>
              </a:ext>
            </a:extLst>
          </p:cNvPr>
          <p:cNvSpPr txBox="1"/>
          <p:nvPr/>
        </p:nvSpPr>
        <p:spPr>
          <a:xfrm>
            <a:off x="8837765" y="347346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CA858C1-7CA4-53D0-CAEB-3CFFAF227EE3}"/>
              </a:ext>
            </a:extLst>
          </p:cNvPr>
          <p:cNvCxnSpPr>
            <a:cxnSpLocks/>
          </p:cNvCxnSpPr>
          <p:nvPr/>
        </p:nvCxnSpPr>
        <p:spPr>
          <a:xfrm>
            <a:off x="3361375" y="3849729"/>
            <a:ext cx="5993866" cy="19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8DCAEBB8-7AB9-B18D-9428-04E88B3857CA}"/>
              </a:ext>
            </a:extLst>
          </p:cNvPr>
          <p:cNvSpPr>
            <a:spLocks noGrp="1"/>
          </p:cNvSpPr>
          <p:nvPr/>
        </p:nvSpPr>
        <p:spPr>
          <a:xfrm>
            <a:off x="6658289" y="2811342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28FF5D14-CC74-9BF5-A18B-1C5F3722035B}"/>
              </a:ext>
            </a:extLst>
          </p:cNvPr>
          <p:cNvSpPr>
            <a:spLocks noGrp="1"/>
          </p:cNvSpPr>
          <p:nvPr/>
        </p:nvSpPr>
        <p:spPr>
          <a:xfrm>
            <a:off x="9127872" y="2812067"/>
            <a:ext cx="7150" cy="103826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402">
            <a:extLst>
              <a:ext uri="{FF2B5EF4-FFF2-40B4-BE49-F238E27FC236}">
                <a16:creationId xmlns:a16="http://schemas.microsoft.com/office/drawing/2014/main" id="{449518EC-4B0C-6026-4B9D-D2217DBC48E3}"/>
              </a:ext>
            </a:extLst>
          </p:cNvPr>
          <p:cNvSpPr/>
          <p:nvPr/>
        </p:nvSpPr>
        <p:spPr>
          <a:xfrm>
            <a:off x="6673509" y="2616547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292965" y="2335982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b="0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 xmlns:a16="http://schemas.microsoft.com/office/drawing/2014/main" xmlns:m="http://schemas.openxmlformats.org/officeDocument/2006/math" xmlns:p14="http://schemas.microsoft.com/office/powerpoint/2010/main">
          <p:sp>
            <p:nvSpPr>
              <p:cNvPr id="18" name="skip label">
                <a:extLst>
                  <a:ext uri="{FF2B5EF4-FFF2-40B4-BE49-F238E27FC236}">
                    <a16:creationId id="{198C9F1C-B7E2-416F-CA9D-967888F210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965" y="2335982"/>
                <a:ext cx="1192817" cy="295275"/>
              </a:xfrm>
              <a:prstGeom prst="rect">
                <a:avLst/>
              </a:prstGeom>
              <a:blipFill>
                <a:blip r:embed="rId9"/>
                <a:stretch>
                  <a:fillRect r="-4082" b="-183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8117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93DD-384B-F8AB-2191-F12618E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5" name="Группа 284">
            <a:extLst>
              <a:ext uri="{FF2B5EF4-FFF2-40B4-BE49-F238E27FC236}">
                <a16:creationId xmlns:a16="http://schemas.microsoft.com/office/drawing/2014/main" id="{F1CFBBBA-E886-C3C3-6A64-1B1AD3AB029F}"/>
              </a:ext>
            </a:extLst>
          </p:cNvPr>
          <p:cNvGrpSpPr/>
          <p:nvPr/>
        </p:nvGrpSpPr>
        <p:grpSpPr>
          <a:xfrm>
            <a:off x="2744795" y="26732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ECB401AF-5464-3C66-C9AF-68AD039DAC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2"/>
                  <a:stretch>
                    <a:fillRect l="-1681" r="-1681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87" name="Группа 286">
              <a:extLst>
                <a:ext uri="{FF2B5EF4-FFF2-40B4-BE49-F238E27FC236}">
                  <a16:creationId xmlns:a16="http://schemas.microsoft.com/office/drawing/2014/main" id="{B13A34E9-6CA9-8584-4552-94EB82CDBD53}"/>
                </a:ext>
              </a:extLst>
            </p:cNvPr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7500" r="-125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962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962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750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2838AD3-5115-A7D6-CEC0-E39D10DDE4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8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b="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7579CC13-6DEF-D097-B600-739B46E5DE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8" cy="73674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l="-10606" b="-5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8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b="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8" cy="736740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b="0" i="1" dirty="0">
                      <a:solidFill>
                        <a:schemeClr val="tx1"/>
                      </a:solidFill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b="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l="-17949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b="0" i="1" dirty="0">
                      <a:solidFill>
                        <a:schemeClr val="tx1"/>
                      </a:solidFill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b="0" dirty="0">
                      <a:solidFill>
                        <a:schemeClr val="tx1"/>
                      </a:solidFill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l="-175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sz="1200" dirty="0"/>
                      <a:t>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l="-5357" t="-1875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l="-10256" t="-17241" b="-44828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sz="1200" dirty="0"/>
                      <a:t>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 l="-3200" t="-15152" r="-1200" b="-48485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 b="0" i="0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 b="0" i="0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tx1"/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l="-6897" t="-22222" r="-1724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l="-6897" t="-22222" r="-1724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 b="0" i="0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 b="0" i="0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5" name="Прямая соединительная линия 324">
                <a:extLst>
                  <a:ext uri="{FF2B5EF4-FFF2-40B4-BE49-F238E27FC236}">
                    <a16:creationId xmlns:a16="http://schemas.microsoft.com/office/drawing/2014/main" id="{418EF4D0-C11E-F19E-B590-AABD958E7F76}"/>
                  </a:ext>
                </a:extLst>
              </p:cNvPr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6" name="Прямая соединительная линия 325">
                <a:extLst>
                  <a:ext uri="{FF2B5EF4-FFF2-40B4-BE49-F238E27FC236}">
                    <a16:creationId xmlns:a16="http://schemas.microsoft.com/office/drawing/2014/main" id="{B40181CD-ECFC-1D9A-5EFE-62C9F8180030}"/>
                  </a:ext>
                </a:extLst>
              </p:cNvPr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7" name="Прямая соединительная линия 326">
                <a:extLst>
                  <a:ext uri="{FF2B5EF4-FFF2-40B4-BE49-F238E27FC236}">
                    <a16:creationId xmlns:a16="http://schemas.microsoft.com/office/drawing/2014/main" id="{AE166103-A959-03AE-F0A4-5E80660D5643}"/>
                  </a:ext>
                </a:extLst>
              </p:cNvPr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0" name="Прямая соединительная линия 329">
                <a:extLst>
                  <a:ext uri="{FF2B5EF4-FFF2-40B4-BE49-F238E27FC236}">
                    <a16:creationId xmlns:a16="http://schemas.microsoft.com/office/drawing/2014/main" id="{78CA6DD7-430E-4C08-7814-87240F71E61E}"/>
                  </a:ext>
                </a:extLst>
              </p:cNvPr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1" name="Прямая соединительная линия 330">
                <a:extLst>
                  <a:ext uri="{FF2B5EF4-FFF2-40B4-BE49-F238E27FC236}">
                    <a16:creationId xmlns:a16="http://schemas.microsoft.com/office/drawing/2014/main" id="{206A369A-46E2-01CE-6059-3D3B72EA0530}"/>
                  </a:ext>
                </a:extLst>
              </p:cNvPr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2" name="Прямая соединительная линия 331">
                <a:extLst>
                  <a:ext uri="{FF2B5EF4-FFF2-40B4-BE49-F238E27FC236}">
                    <a16:creationId xmlns:a16="http://schemas.microsoft.com/office/drawing/2014/main" id="{0BEF22B3-8DB9-B592-7A25-C4297BBAA10E}"/>
                  </a:ext>
                </a:extLst>
              </p:cNvPr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3" name="Прямая соединительная линия 332">
                <a:extLst>
                  <a:ext uri="{FF2B5EF4-FFF2-40B4-BE49-F238E27FC236}">
                    <a16:creationId xmlns:a16="http://schemas.microsoft.com/office/drawing/2014/main" id="{CABCF4F7-5415-E2C0-146F-CBC6E829D731}"/>
                  </a:ext>
                </a:extLst>
              </p:cNvPr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4" name="Прямая соединительная линия 333">
                <a:extLst>
                  <a:ext uri="{FF2B5EF4-FFF2-40B4-BE49-F238E27FC236}">
                    <a16:creationId xmlns:a16="http://schemas.microsoft.com/office/drawing/2014/main" id="{8123AFDE-531F-EBE1-0977-2586D05BED86}"/>
                  </a:ext>
                </a:extLst>
              </p:cNvPr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5" name="Прямая соединительная линия 334">
                <a:extLst>
                  <a:ext uri="{FF2B5EF4-FFF2-40B4-BE49-F238E27FC236}">
                    <a16:creationId xmlns:a16="http://schemas.microsoft.com/office/drawing/2014/main" id="{8F01F060-3B9C-5380-9575-1EF618618472}"/>
                  </a:ext>
                </a:extLst>
              </p:cNvPr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6" name="Прямая соединительная линия 335">
                <a:extLst>
                  <a:ext uri="{FF2B5EF4-FFF2-40B4-BE49-F238E27FC236}">
                    <a16:creationId xmlns:a16="http://schemas.microsoft.com/office/drawing/2014/main" id="{894CF12E-A7B5-F9D0-C250-6C12CA4C726D}"/>
                  </a:ext>
                </a:extLst>
              </p:cNvPr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Прямая соединительная линия 336">
                <a:extLst>
                  <a:ext uri="{FF2B5EF4-FFF2-40B4-BE49-F238E27FC236}">
                    <a16:creationId xmlns:a16="http://schemas.microsoft.com/office/drawing/2014/main" id="{265E1DC4-6BA7-A584-2724-75E3C3C81E33}"/>
                  </a:ext>
                </a:extLst>
              </p:cNvPr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8" name="Прямая соединительная линия 337">
                <a:extLst>
                  <a:ext uri="{FF2B5EF4-FFF2-40B4-BE49-F238E27FC236}">
                    <a16:creationId xmlns:a16="http://schemas.microsoft.com/office/drawing/2014/main" id="{117D74A6-EC30-DC9D-704B-49494F561048}"/>
                  </a:ext>
                </a:extLst>
              </p:cNvPr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l="-8333" r="-8333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 l="-8333" r="-8333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8" name="Прямая со стрелкой 287">
              <a:extLst>
                <a:ext uri="{FF2B5EF4-FFF2-40B4-BE49-F238E27FC236}">
                  <a16:creationId xmlns:a16="http://schemas.microsoft.com/office/drawing/2014/main" id="{639F302D-40CB-EAF6-8060-CF37D73165E6}"/>
                </a:ext>
              </a:extLst>
            </p:cNvPr>
            <p:cNvCxnSpPr>
              <a:cxnSpLocks/>
              <a:stCxn id="298" idx="0"/>
              <a:endCxn id="286" idx="1"/>
            </p:cNvCxnSpPr>
            <p:nvPr/>
          </p:nvCxnSpPr>
          <p:spPr>
            <a:xfrm flipV="1">
              <a:off x="1604110" y="4580961"/>
              <a:ext cx="716457" cy="2961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Прямая со стрелкой 288">
              <a:extLst>
                <a:ext uri="{FF2B5EF4-FFF2-40B4-BE49-F238E27FC236}">
                  <a16:creationId xmlns:a16="http://schemas.microsoft.com/office/drawing/2014/main" id="{7972E9F1-1C86-FA77-0ED6-49F9457E16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Прямая со стрелкой 289">
              <a:extLst>
                <a:ext uri="{FF2B5EF4-FFF2-40B4-BE49-F238E27FC236}">
                  <a16:creationId xmlns:a16="http://schemas.microsoft.com/office/drawing/2014/main" id="{0E46C904-4EB0-CF29-5EE5-CF20081D6F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3E137E95-BE6A-4744-59B1-BE51CC272C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49"/>
                  <a:stretch>
                    <a:fillRect l="-1254" t="-3226" r="-940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1052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Box 218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3553098" y="639025"/>
            <a:ext cx="4300408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b="1" dirty="0"/>
              <a:t>Simplified pseudocode of the illustrated </a:t>
            </a:r>
            <a:r>
              <a:rPr lang="en-US" sz="1600" b="1" dirty="0" err="1"/>
              <a:t>superloop</a:t>
            </a:r>
            <a:endParaRPr lang="en-RU" sz="1500" b="1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2410325" y="1106140"/>
            <a:ext cx="701641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689" y="1010652"/>
            <a:ext cx="5137226" cy="574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900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Hardware platform">
            <a:extLst>
              <a:ext uri="{FF2B5EF4-FFF2-40B4-BE49-F238E27FC236}">
                <a16:creationId xmlns:a16="http://schemas.microsoft.com/office/drawing/2014/main" id="{F635AEEA-6D04-DC52-2023-BEE3A419B0AA}"/>
              </a:ext>
            </a:extLst>
          </p:cNvPr>
          <p:cNvGrpSpPr/>
          <p:nvPr/>
        </p:nvGrpSpPr>
        <p:grpSpPr>
          <a:xfrm>
            <a:off x="1701800" y="1866900"/>
            <a:ext cx="8813800" cy="2997200"/>
            <a:chOff x="1701800" y="1866900"/>
            <a:chExt cx="8813800" cy="2997200"/>
          </a:xfrm>
        </p:grpSpPr>
        <p:sp>
          <p:nvSpPr>
            <p:cNvPr id="2" name="White figure background">
              <a:extLst>
                <a:ext uri="{FF2B5EF4-FFF2-40B4-BE49-F238E27FC236}">
                  <a16:creationId xmlns:a16="http://schemas.microsoft.com/office/drawing/2014/main" id="{6173ED20-97B4-2C36-13E3-40F5234557B0}"/>
                </a:ext>
              </a:extLst>
            </p:cNvPr>
            <p:cNvSpPr/>
            <p:nvPr/>
          </p:nvSpPr>
          <p:spPr>
            <a:xfrm>
              <a:off x="1701800" y="1866900"/>
              <a:ext cx="8813800" cy="29972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Прямая соединительная линия 11">
              <a:extLst>
                <a:ext uri="{FF2B5EF4-FFF2-40B4-BE49-F238E27FC236}">
                  <a16:creationId xmlns:a16="http://schemas.microsoft.com/office/drawing/2014/main" id="{089C7AF8-EE27-6DD2-27E3-EFF7EF4C96A6}"/>
                </a:ext>
              </a:extLst>
            </p:cNvPr>
            <p:cNvCxnSpPr/>
            <p:nvPr/>
          </p:nvCxnSpPr>
          <p:spPr>
            <a:xfrm>
              <a:off x="4064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DFC3F045-6035-7AB0-C839-9F390C5DF55E}"/>
                </a:ext>
              </a:extLst>
            </p:cNvPr>
            <p:cNvCxnSpPr/>
            <p:nvPr/>
          </p:nvCxnSpPr>
          <p:spPr>
            <a:xfrm>
              <a:off x="4064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9F07E256-ED00-E752-0F2D-5B9FE485897D}"/>
                </a:ext>
              </a:extLst>
            </p:cNvPr>
            <p:cNvCxnSpPr/>
            <p:nvPr/>
          </p:nvCxnSpPr>
          <p:spPr>
            <a:xfrm>
              <a:off x="7366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DD5003BF-070A-48F9-BE7A-8956AE6FD10D}"/>
                </a:ext>
              </a:extLst>
            </p:cNvPr>
            <p:cNvCxnSpPr/>
            <p:nvPr/>
          </p:nvCxnSpPr>
          <p:spPr>
            <a:xfrm>
              <a:off x="7366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mperature sensor">
              <a:extLst>
                <a:ext uri="{FF2B5EF4-FFF2-40B4-BE49-F238E27FC236}">
                  <a16:creationId xmlns:a16="http://schemas.microsoft.com/office/drawing/2014/main" id="{22EE6EF4-8301-8762-8AE2-5D7F1D80E29B}"/>
                </a:ext>
              </a:extLst>
            </p:cNvPr>
            <p:cNvSpPr/>
            <p:nvPr/>
          </p:nvSpPr>
          <p:spPr>
            <a:xfrm>
              <a:off x="177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DHT11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Temp. &amp; humidity</a:t>
              </a:r>
            </a:p>
          </p:txBody>
        </p:sp>
        <p:sp>
          <p:nvSpPr>
            <p:cNvPr id="17" name="Distance sensor">
              <a:extLst>
                <a:ext uri="{FF2B5EF4-FFF2-40B4-BE49-F238E27FC236}">
                  <a16:creationId xmlns:a16="http://schemas.microsoft.com/office/drawing/2014/main" id="{C6527816-3F9C-363F-91DA-39866A6E360C}"/>
                </a:ext>
              </a:extLst>
            </p:cNvPr>
            <p:cNvSpPr/>
            <p:nvPr/>
          </p:nvSpPr>
          <p:spPr>
            <a:xfrm>
              <a:off x="177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HC-SR04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Distance</a:t>
              </a:r>
            </a:p>
          </p:txBody>
        </p:sp>
        <p:sp>
          <p:nvSpPr>
            <p:cNvPr id="18" name="Microcontroller">
              <a:extLst>
                <a:ext uri="{FF2B5EF4-FFF2-40B4-BE49-F238E27FC236}">
                  <a16:creationId xmlns:a16="http://schemas.microsoft.com/office/drawing/2014/main" id="{D19C71AF-BDCB-A50F-AB38-51203C78C2E8}"/>
                </a:ext>
              </a:extLst>
            </p:cNvPr>
            <p:cNvSpPr/>
            <p:nvPr/>
          </p:nvSpPr>
          <p:spPr>
            <a:xfrm>
              <a:off x="4826000" y="2057400"/>
              <a:ext cx="2540000" cy="2590800"/>
            </a:xfrm>
            <a:prstGeom prst="rect">
              <a:avLst/>
            </a:prstGeom>
            <a:solidFill>
              <a:srgbClr val="E0E0E0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900" b="1">
                  <a:solidFill>
                    <a:srgbClr val="141414"/>
                  </a:solidFill>
                  <a:latin typeface="Calibri" panose="020F0502020204030204" pitchFamily="34" charset="0"/>
                </a:rPr>
                <a:t>STM32F767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Microcontroller</a:t>
              </a:r>
            </a:p>
          </p:txBody>
        </p:sp>
        <p:sp>
          <p:nvSpPr>
            <p:cNvPr id="19" name="Camera sensor">
              <a:extLst>
                <a:ext uri="{FF2B5EF4-FFF2-40B4-BE49-F238E27FC236}">
                  <a16:creationId xmlns:a16="http://schemas.microsoft.com/office/drawing/2014/main" id="{6C463C54-2729-E54C-F28D-1AF3BF790320}"/>
                </a:ext>
              </a:extLst>
            </p:cNvPr>
            <p:cNvSpPr/>
            <p:nvPr/>
          </p:nvSpPr>
          <p:spPr>
            <a:xfrm>
              <a:off x="812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OV2640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Image</a:t>
              </a:r>
            </a:p>
          </p:txBody>
        </p:sp>
        <p:sp>
          <p:nvSpPr>
            <p:cNvPr id="20" name="Microphone sensor">
              <a:extLst>
                <a:ext uri="{FF2B5EF4-FFF2-40B4-BE49-F238E27FC236}">
                  <a16:creationId xmlns:a16="http://schemas.microsoft.com/office/drawing/2014/main" id="{7613CE98-4FE2-232B-7CC3-387CD97D74CD}"/>
                </a:ext>
              </a:extLst>
            </p:cNvPr>
            <p:cNvSpPr/>
            <p:nvPr/>
          </p:nvSpPr>
          <p:spPr>
            <a:xfrm>
              <a:off x="812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SPW2430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Audio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17418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F0491-C978-7132-82E7-2DDF909D8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2375149" y="5962924"/>
            <a:ext cx="26640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470119" y="6024200"/>
                <a:ext cx="238351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119" y="6024200"/>
                <a:ext cx="238351" cy="155299"/>
              </a:xfrm>
              <a:prstGeom prst="rect">
                <a:avLst/>
              </a:prstGeom>
              <a:blipFill>
                <a:blip r:embed="rId2"/>
                <a:stretch>
                  <a:fillRect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F58AB2-0F6C-77F9-19B9-A912D390106E}"/>
              </a:ext>
            </a:extLst>
          </p:cNvPr>
          <p:cNvCxnSpPr>
            <a:cxnSpLocks/>
          </p:cNvCxnSpPr>
          <p:nvPr/>
        </p:nvCxnSpPr>
        <p:spPr>
          <a:xfrm>
            <a:off x="28927" y="3852925"/>
            <a:ext cx="121511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E5E534B-C793-9F36-5E7B-1CD772EC8CDD}"/>
              </a:ext>
            </a:extLst>
          </p:cNvPr>
          <p:cNvCxnSpPr>
            <a:cxnSpLocks/>
          </p:cNvCxnSpPr>
          <p:nvPr/>
        </p:nvCxnSpPr>
        <p:spPr>
          <a:xfrm>
            <a:off x="20424" y="1413232"/>
            <a:ext cx="1215115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F43E6ED-9A19-7299-013C-010153EB5925}"/>
              </a:ext>
            </a:extLst>
          </p:cNvPr>
          <p:cNvCxnSpPr>
            <a:cxnSpLocks/>
          </p:cNvCxnSpPr>
          <p:nvPr/>
        </p:nvCxnSpPr>
        <p:spPr>
          <a:xfrm>
            <a:off x="-1" y="5374063"/>
            <a:ext cx="121511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A055C49-3B7B-02F4-288F-88F0456CDD0E}"/>
              </a:ext>
            </a:extLst>
          </p:cNvPr>
          <p:cNvSpPr txBox="1"/>
          <p:nvPr/>
        </p:nvSpPr>
        <p:spPr>
          <a:xfrm>
            <a:off x="29188" y="0"/>
            <a:ext cx="12342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600" dirty="0"/>
              <a:t>Job Releases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8C5665-C99B-D335-B7D8-FAE6C312BB49}"/>
              </a:ext>
            </a:extLst>
          </p:cNvPr>
          <p:cNvSpPr txBox="1"/>
          <p:nvPr/>
        </p:nvSpPr>
        <p:spPr>
          <a:xfrm>
            <a:off x="29188" y="5374063"/>
            <a:ext cx="17081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600" dirty="0"/>
              <a:t>Resulted Schedule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5E69F1-8BCB-B0BF-39C2-DB84DE87ED92}"/>
              </a:ext>
            </a:extLst>
          </p:cNvPr>
          <p:cNvSpPr txBox="1"/>
          <p:nvPr/>
        </p:nvSpPr>
        <p:spPr>
          <a:xfrm>
            <a:off x="58115" y="3852923"/>
            <a:ext cx="2228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600" dirty="0"/>
              <a:t>Scheduler Computations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96D16-4935-5AE5-9CA2-0C7A8A588C43}"/>
              </a:ext>
            </a:extLst>
          </p:cNvPr>
          <p:cNvSpPr txBox="1"/>
          <p:nvPr/>
        </p:nvSpPr>
        <p:spPr>
          <a:xfrm>
            <a:off x="8280160" y="795"/>
            <a:ext cx="3911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RU" sz="2000" dirty="0"/>
              <a:t>Superloop Scheduler: Key Principles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9C6B66-9296-A8A9-5D2C-146B556C1D08}"/>
              </a:ext>
            </a:extLst>
          </p:cNvPr>
          <p:cNvCxnSpPr>
            <a:cxnSpLocks/>
          </p:cNvCxnSpPr>
          <p:nvPr/>
        </p:nvCxnSpPr>
        <p:spPr>
          <a:xfrm>
            <a:off x="2383659" y="-18854"/>
            <a:ext cx="0" cy="68815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EC88033-9E65-982B-1BDB-4DC95427EEFD}"/>
              </a:ext>
            </a:extLst>
          </p:cNvPr>
          <p:cNvCxnSpPr>
            <a:cxnSpLocks/>
          </p:cNvCxnSpPr>
          <p:nvPr/>
        </p:nvCxnSpPr>
        <p:spPr>
          <a:xfrm>
            <a:off x="1036948" y="582965"/>
            <a:ext cx="5518873" cy="9575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5BBFC22-EA8D-F382-C4BA-32EE615723B7}"/>
              </a:ext>
            </a:extLst>
          </p:cNvPr>
          <p:cNvCxnSpPr>
            <a:cxnSpLocks/>
          </p:cNvCxnSpPr>
          <p:nvPr/>
        </p:nvCxnSpPr>
        <p:spPr>
          <a:xfrm flipV="1">
            <a:off x="1046375" y="873731"/>
            <a:ext cx="5526423" cy="2629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A0103E7-B373-360A-17DA-5F0FA2184D0C}"/>
              </a:ext>
            </a:extLst>
          </p:cNvPr>
          <p:cNvCxnSpPr>
            <a:cxnSpLocks/>
          </p:cNvCxnSpPr>
          <p:nvPr/>
        </p:nvCxnSpPr>
        <p:spPr>
          <a:xfrm>
            <a:off x="1027522" y="1179484"/>
            <a:ext cx="4619134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BEC1FF5-6DD7-CFEC-DDAA-7F0023DFE136}"/>
                  </a:ext>
                </a:extLst>
              </p:cNvPr>
              <p:cNvSpPr txBox="1"/>
              <p:nvPr/>
            </p:nvSpPr>
            <p:spPr>
              <a:xfrm>
                <a:off x="1191331" y="605153"/>
                <a:ext cx="897745" cy="192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BEC1FF5-6DD7-CFEC-DDAA-7F0023DFE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331" y="605153"/>
                <a:ext cx="897745" cy="192873"/>
              </a:xfrm>
              <a:prstGeom prst="rect">
                <a:avLst/>
              </a:prstGeom>
              <a:blipFill>
                <a:blip r:embed="rId3"/>
                <a:stretch>
                  <a:fillRect l="-1389" b="-25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AB22B28-6829-8D3E-08EA-E7785F24FF60}"/>
                  </a:ext>
                </a:extLst>
              </p:cNvPr>
              <p:cNvSpPr txBox="1"/>
              <p:nvPr/>
            </p:nvSpPr>
            <p:spPr>
              <a:xfrm>
                <a:off x="1197093" y="901046"/>
                <a:ext cx="897745" cy="192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AB22B28-6829-8D3E-08EA-E7785F24F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093" y="901046"/>
                <a:ext cx="897745" cy="192873"/>
              </a:xfrm>
              <a:prstGeom prst="rect">
                <a:avLst/>
              </a:prstGeom>
              <a:blipFill>
                <a:blip r:embed="rId4"/>
                <a:stretch>
                  <a:fillRect l="-2778" b="-2666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22517" y="1816445"/>
                <a:ext cx="319242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517" y="1816445"/>
                <a:ext cx="319242" cy="215444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616">
            <a:extLst>
              <a:ext uri="{FF2B5EF4-FFF2-40B4-BE49-F238E27FC236}">
                <a16:creationId xmlns:a16="http://schemas.microsoft.com/office/drawing/2014/main" id="{B38C7703-6552-2ACE-3B19-4B62E161CE2F}"/>
              </a:ext>
            </a:extLst>
          </p:cNvPr>
          <p:cNvCxnSpPr>
            <a:cxnSpLocks/>
          </p:cNvCxnSpPr>
          <p:nvPr/>
        </p:nvCxnSpPr>
        <p:spPr>
          <a:xfrm>
            <a:off x="2380803" y="1178814"/>
            <a:ext cx="4627592" cy="67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741BD4-A5E1-9614-FA79-552C0CDD1485}"/>
              </a:ext>
            </a:extLst>
          </p:cNvPr>
          <p:cNvCxnSpPr>
            <a:cxnSpLocks/>
          </p:cNvCxnSpPr>
          <p:nvPr/>
        </p:nvCxnSpPr>
        <p:spPr>
          <a:xfrm flipH="1" flipV="1">
            <a:off x="2380803" y="5925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461FF31-A248-90ED-07C4-25A9BFF8B1CF}"/>
              </a:ext>
            </a:extLst>
          </p:cNvPr>
          <p:cNvCxnSpPr>
            <a:cxnSpLocks/>
          </p:cNvCxnSpPr>
          <p:nvPr/>
        </p:nvCxnSpPr>
        <p:spPr>
          <a:xfrm flipH="1" flipV="1">
            <a:off x="2383025" y="88424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7EFB317-4ACC-DE8D-78AD-3CD89A3101C3}"/>
                  </a:ext>
                </a:extLst>
              </p:cNvPr>
              <p:cNvSpPr txBox="1"/>
              <p:nvPr/>
            </p:nvSpPr>
            <p:spPr>
              <a:xfrm>
                <a:off x="977428" y="3141941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7EFB317-4ACC-DE8D-78AD-3CD89A3101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28" y="3141941"/>
                <a:ext cx="485774" cy="247375"/>
              </a:xfrm>
              <a:prstGeom prst="rect">
                <a:avLst/>
              </a:prstGeom>
              <a:blipFill>
                <a:blip r:embed="rId6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B576D0C-F4E5-0E62-5352-EAD0E4567A67}"/>
                  </a:ext>
                </a:extLst>
              </p:cNvPr>
              <p:cNvSpPr txBox="1"/>
              <p:nvPr/>
            </p:nvSpPr>
            <p:spPr>
              <a:xfrm>
                <a:off x="989853" y="341466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B576D0C-F4E5-0E62-5352-EAD0E4567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853" y="3414666"/>
                <a:ext cx="485774" cy="249620"/>
              </a:xfrm>
              <a:prstGeom prst="rect">
                <a:avLst/>
              </a:prstGeom>
              <a:blipFill>
                <a:blip r:embed="rId7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937896A-3A79-B680-D701-6DCE36FF7A27}"/>
                  </a:ext>
                </a:extLst>
              </p:cNvPr>
              <p:cNvSpPr txBox="1"/>
              <p:nvPr/>
            </p:nvSpPr>
            <p:spPr>
              <a:xfrm>
                <a:off x="1029462" y="2871648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937896A-3A79-B680-D701-6DCE36FF7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462" y="2871648"/>
                <a:ext cx="404726" cy="246221"/>
              </a:xfrm>
              <a:prstGeom prst="rect">
                <a:avLst/>
              </a:prstGeom>
              <a:blipFill>
                <a:blip r:embed="rId8"/>
                <a:stretch>
                  <a:fillRect l="-10606" b="-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1F6C23F-D4E6-3C0F-B1D2-F29535FB06C6}"/>
              </a:ext>
            </a:extLst>
          </p:cNvPr>
          <p:cNvCxnSpPr>
            <a:cxnSpLocks/>
          </p:cNvCxnSpPr>
          <p:nvPr/>
        </p:nvCxnSpPr>
        <p:spPr>
          <a:xfrm>
            <a:off x="142838" y="3117869"/>
            <a:ext cx="9191135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A6EBB25-6F6E-7599-58A4-1E898D22B5B7}"/>
              </a:ext>
            </a:extLst>
          </p:cNvPr>
          <p:cNvCxnSpPr>
            <a:cxnSpLocks/>
          </p:cNvCxnSpPr>
          <p:nvPr/>
        </p:nvCxnSpPr>
        <p:spPr>
          <a:xfrm>
            <a:off x="142838" y="3418353"/>
            <a:ext cx="7786540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738D303-9B51-B996-BA2D-62655E5F6ECB}"/>
              </a:ext>
            </a:extLst>
          </p:cNvPr>
          <p:cNvCxnSpPr>
            <a:cxnSpLocks/>
          </p:cNvCxnSpPr>
          <p:nvPr/>
        </p:nvCxnSpPr>
        <p:spPr>
          <a:xfrm>
            <a:off x="182117" y="3714795"/>
            <a:ext cx="7786540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BB49B4A-4932-F3D3-15DE-26294EA12F9F}"/>
              </a:ext>
            </a:extLst>
          </p:cNvPr>
          <p:cNvSpPr txBox="1"/>
          <p:nvPr/>
        </p:nvSpPr>
        <p:spPr>
          <a:xfrm>
            <a:off x="49351" y="2425560"/>
            <a:ext cx="1355243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RU" sz="1600" dirty="0"/>
              <a:t>Computations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691D85E-610D-8AEC-0D03-4869719B1003}"/>
              </a:ext>
            </a:extLst>
          </p:cNvPr>
          <p:cNvCxnSpPr>
            <a:cxnSpLocks/>
          </p:cNvCxnSpPr>
          <p:nvPr/>
        </p:nvCxnSpPr>
        <p:spPr>
          <a:xfrm>
            <a:off x="5042783" y="-112412"/>
            <a:ext cx="0" cy="68815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F6FFCC7-6D88-CE36-2229-974232C31D91}"/>
                  </a:ext>
                </a:extLst>
              </p:cNvPr>
              <p:cNvSpPr txBox="1"/>
              <p:nvPr/>
            </p:nvSpPr>
            <p:spPr>
              <a:xfrm>
                <a:off x="4892248" y="2871781"/>
                <a:ext cx="274113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F6FFCC7-6D88-CE36-2229-974232C3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248" y="2871781"/>
                <a:ext cx="274113" cy="246221"/>
              </a:xfrm>
              <a:prstGeom prst="rect">
                <a:avLst/>
              </a:prstGeom>
              <a:blipFill>
                <a:blip r:embed="rId9"/>
                <a:stretch>
                  <a:fillRect l="-17778" r="-13333" b="-7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A00AF5E-3B5A-E90D-3250-8CA4E609A45B}"/>
              </a:ext>
            </a:extLst>
          </p:cNvPr>
          <p:cNvCxnSpPr>
            <a:cxnSpLocks/>
          </p:cNvCxnSpPr>
          <p:nvPr/>
        </p:nvCxnSpPr>
        <p:spPr>
          <a:xfrm>
            <a:off x="1423447" y="5947379"/>
            <a:ext cx="5126024" cy="8824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0F74345-8F3B-9252-10A8-C1DD925709B5}"/>
              </a:ext>
            </a:extLst>
          </p:cNvPr>
          <p:cNvCxnSpPr>
            <a:cxnSpLocks/>
          </p:cNvCxnSpPr>
          <p:nvPr/>
        </p:nvCxnSpPr>
        <p:spPr>
          <a:xfrm>
            <a:off x="1423447" y="6240774"/>
            <a:ext cx="4223209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5F31A96-5875-0075-C355-674969BF5890}"/>
              </a:ext>
            </a:extLst>
          </p:cNvPr>
          <p:cNvCxnSpPr>
            <a:cxnSpLocks/>
          </p:cNvCxnSpPr>
          <p:nvPr/>
        </p:nvCxnSpPr>
        <p:spPr>
          <a:xfrm>
            <a:off x="1404594" y="6543898"/>
            <a:ext cx="4242062" cy="0"/>
          </a:xfrm>
          <a:prstGeom prst="line">
            <a:avLst/>
          </a:prstGeom>
          <a:ln w="9525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0FA3A6A-0350-C5CA-4F23-96D069ADD301}"/>
                  </a:ext>
                </a:extLst>
              </p:cNvPr>
              <p:cNvSpPr txBox="1"/>
              <p:nvPr/>
            </p:nvSpPr>
            <p:spPr>
              <a:xfrm>
                <a:off x="1891906" y="5969567"/>
                <a:ext cx="197170" cy="192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0FA3A6A-0350-C5CA-4F23-96D069ADD3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906" y="5969567"/>
                <a:ext cx="197170" cy="192873"/>
              </a:xfrm>
              <a:prstGeom prst="rect">
                <a:avLst/>
              </a:prstGeom>
              <a:blipFill>
                <a:blip r:embed="rId10"/>
                <a:stretch>
                  <a:fillRect l="-5882" r="-11765" b="-235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C81243C-DF44-7AD5-C419-47E0FD0A854F}"/>
                  </a:ext>
                </a:extLst>
              </p:cNvPr>
              <p:cNvSpPr txBox="1"/>
              <p:nvPr/>
            </p:nvSpPr>
            <p:spPr>
              <a:xfrm>
                <a:off x="1897668" y="6265460"/>
                <a:ext cx="197170" cy="192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C81243C-DF44-7AD5-C419-47E0FD0A8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7668" y="6265460"/>
                <a:ext cx="197170" cy="192873"/>
              </a:xfrm>
              <a:prstGeom prst="rect">
                <a:avLst/>
              </a:prstGeom>
              <a:blipFill>
                <a:blip r:embed="rId11"/>
                <a:stretch>
                  <a:fillRect l="-11765" r="-11765" b="-25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Arrow Connector 616">
            <a:extLst>
              <a:ext uri="{FF2B5EF4-FFF2-40B4-BE49-F238E27FC236}">
                <a16:creationId xmlns:a16="http://schemas.microsoft.com/office/drawing/2014/main" id="{225B13E7-D4D7-33BB-00D3-AA027D88B439}"/>
              </a:ext>
            </a:extLst>
          </p:cNvPr>
          <p:cNvCxnSpPr>
            <a:cxnSpLocks/>
          </p:cNvCxnSpPr>
          <p:nvPr/>
        </p:nvCxnSpPr>
        <p:spPr>
          <a:xfrm>
            <a:off x="2380803" y="6543228"/>
            <a:ext cx="4723844" cy="67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215953" y="56938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41" name="Straight Connector 8">
            <a:extLst>
              <a:ext uri="{FF2B5EF4-FFF2-40B4-BE49-F238E27FC236}">
                <a16:creationId xmlns:a16="http://schemas.microsoft.com/office/drawing/2014/main" id="{D4F58AB2-0F6C-77F9-19B9-A912D390106E}"/>
              </a:ext>
            </a:extLst>
          </p:cNvPr>
          <p:cNvCxnSpPr>
            <a:cxnSpLocks/>
          </p:cNvCxnSpPr>
          <p:nvPr/>
        </p:nvCxnSpPr>
        <p:spPr>
          <a:xfrm>
            <a:off x="20424" y="2425560"/>
            <a:ext cx="121511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28C5665-C99B-D335-B7D8-FAE6C312BB49}"/>
              </a:ext>
            </a:extLst>
          </p:cNvPr>
          <p:cNvSpPr txBox="1"/>
          <p:nvPr/>
        </p:nvSpPr>
        <p:spPr>
          <a:xfrm>
            <a:off x="6857" y="1373579"/>
            <a:ext cx="1220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Initial values</a:t>
            </a:r>
            <a:endParaRPr lang="en-RU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EC1FF5-6DD7-CFEC-DDAA-7F0023DFE136}"/>
                  </a:ext>
                </a:extLst>
              </p:cNvPr>
              <p:cNvSpPr txBox="1"/>
              <p:nvPr/>
            </p:nvSpPr>
            <p:spPr>
              <a:xfrm>
                <a:off x="131521" y="1665584"/>
                <a:ext cx="526041" cy="1767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1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1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1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1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EC1FF5-6DD7-CFEC-DDAA-7F0023DFE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521" y="1665584"/>
                <a:ext cx="526041" cy="176780"/>
              </a:xfrm>
              <a:prstGeom prst="rect">
                <a:avLst/>
              </a:prstGeom>
              <a:blipFill>
                <a:blip r:embed="rId12"/>
                <a:stretch>
                  <a:fillRect l="-3488" r="-5814" b="-2413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EFB317-4ACC-DE8D-78AD-3CD89A3101C3}"/>
                  </a:ext>
                </a:extLst>
              </p:cNvPr>
              <p:cNvSpPr txBox="1"/>
              <p:nvPr/>
            </p:nvSpPr>
            <p:spPr>
              <a:xfrm>
                <a:off x="183213" y="2036425"/>
                <a:ext cx="364331" cy="1856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EFB317-4ACC-DE8D-78AD-3CD89A3101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213" y="2036425"/>
                <a:ext cx="364331" cy="185628"/>
              </a:xfrm>
              <a:prstGeom prst="rect">
                <a:avLst/>
              </a:prstGeom>
              <a:blipFill>
                <a:blip r:embed="rId13"/>
                <a:stretch>
                  <a:fillRect l="-8333" r="-3333" b="-161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576D0C-F4E5-0E62-5352-EAD0E4567A67}"/>
                  </a:ext>
                </a:extLst>
              </p:cNvPr>
              <p:cNvSpPr txBox="1"/>
              <p:nvPr/>
            </p:nvSpPr>
            <p:spPr>
              <a:xfrm>
                <a:off x="177590" y="2224927"/>
                <a:ext cx="364331" cy="1860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2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576D0C-F4E5-0E62-5352-EAD0E4567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590" y="2224927"/>
                <a:ext cx="364331" cy="186013"/>
              </a:xfrm>
              <a:prstGeom prst="rect">
                <a:avLst/>
              </a:prstGeom>
              <a:blipFill>
                <a:blip r:embed="rId14"/>
                <a:stretch>
                  <a:fillRect l="-8333" r="-3333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937896A-3A79-B680-D701-6DCE36FF7A27}"/>
                  </a:ext>
                </a:extLst>
              </p:cNvPr>
              <p:cNvSpPr txBox="1"/>
              <p:nvPr/>
            </p:nvSpPr>
            <p:spPr>
              <a:xfrm>
                <a:off x="199151" y="1856372"/>
                <a:ext cx="3039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937896A-3A79-B680-D701-6DCE36FF7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51" y="1856372"/>
                <a:ext cx="303993" cy="184666"/>
              </a:xfrm>
              <a:prstGeom prst="rect">
                <a:avLst/>
              </a:prstGeom>
              <a:blipFill>
                <a:blip r:embed="rId15"/>
                <a:stretch>
                  <a:fillRect l="-10000" r="-2000" b="-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21042" y="2034053"/>
                <a:ext cx="319242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1042" y="2034053"/>
                <a:ext cx="319242" cy="215444"/>
              </a:xfrm>
              <a:prstGeom prst="rect">
                <a:avLst/>
              </a:prstGeom>
              <a:blipFill>
                <a:blip r:embed="rId1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23361" y="2242587"/>
                <a:ext cx="319242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3361" y="2242587"/>
                <a:ext cx="319242" cy="215444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18723" y="3172132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723" y="3172132"/>
                <a:ext cx="319242" cy="246221"/>
              </a:xfrm>
              <a:prstGeom prst="rect">
                <a:avLst/>
              </a:prstGeom>
              <a:blipFill>
                <a:blip r:embed="rId17"/>
                <a:stretch>
                  <a:fillRect l="-7692" r="-7692"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21042" y="3422778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1042" y="3422778"/>
                <a:ext cx="319242" cy="246221"/>
              </a:xfrm>
              <a:prstGeom prst="rect">
                <a:avLst/>
              </a:prstGeom>
              <a:blipFill>
                <a:blip r:embed="rId18"/>
                <a:stretch>
                  <a:fillRect l="-5660" r="-5660"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2214707" y="2855298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4707" y="2855298"/>
                <a:ext cx="319242" cy="246221"/>
              </a:xfrm>
              <a:prstGeom prst="rect">
                <a:avLst/>
              </a:prstGeom>
              <a:blipFill>
                <a:blip r:embed="rId19"/>
                <a:stretch>
                  <a:fillRect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4867921" y="3149760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921" y="3149760"/>
                <a:ext cx="319242" cy="246221"/>
              </a:xfrm>
              <a:prstGeom prst="rect">
                <a:avLst/>
              </a:prstGeom>
              <a:blipFill>
                <a:blip r:embed="rId20"/>
                <a:stretch>
                  <a:fillRect l="-7692" r="-7692" b="-7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4869466" y="3467259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466" y="3467259"/>
                <a:ext cx="319242" cy="246221"/>
              </a:xfrm>
              <a:prstGeom prst="rect">
                <a:avLst/>
              </a:prstGeom>
              <a:blipFill>
                <a:blip r:embed="rId21"/>
                <a:stretch>
                  <a:fillRect l="-7692" r="-5769" b="-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" name="Straight Connector 59">
            <a:extLst>
              <a:ext uri="{FF2B5EF4-FFF2-40B4-BE49-F238E27FC236}">
                <a16:creationId xmlns:a16="http://schemas.microsoft.com/office/drawing/2014/main" id="{3691D85E-610D-8AEC-0D03-4869719B1003}"/>
              </a:ext>
            </a:extLst>
          </p:cNvPr>
          <p:cNvCxnSpPr>
            <a:cxnSpLocks/>
          </p:cNvCxnSpPr>
          <p:nvPr/>
        </p:nvCxnSpPr>
        <p:spPr>
          <a:xfrm>
            <a:off x="6572798" y="-112412"/>
            <a:ext cx="0" cy="68815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F6FFCC7-6D88-CE36-2229-974232C31D91}"/>
                  </a:ext>
                </a:extLst>
              </p:cNvPr>
              <p:cNvSpPr txBox="1"/>
              <p:nvPr/>
            </p:nvSpPr>
            <p:spPr>
              <a:xfrm>
                <a:off x="6423709" y="2865953"/>
                <a:ext cx="274114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F6FFCC7-6D88-CE36-2229-974232C3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709" y="2865953"/>
                <a:ext cx="274114" cy="246221"/>
              </a:xfrm>
              <a:prstGeom prst="rect">
                <a:avLst/>
              </a:prstGeom>
              <a:blipFill>
                <a:blip r:embed="rId22"/>
                <a:stretch>
                  <a:fillRect l="-17778" r="-13333"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6396200" y="3164415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6200" y="3164415"/>
                <a:ext cx="319242" cy="246221"/>
              </a:xfrm>
              <a:prstGeom prst="rect">
                <a:avLst/>
              </a:prstGeom>
              <a:blipFill>
                <a:blip r:embed="rId23"/>
                <a:stretch>
                  <a:fillRect l="-7547" r="-5660" b="-7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/>
              <p:nvPr/>
            </p:nvSpPr>
            <p:spPr>
              <a:xfrm>
                <a:off x="6413177" y="3496148"/>
                <a:ext cx="319242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0297E25-354C-6DEB-2960-2E5CD694A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177" y="3496148"/>
                <a:ext cx="319242" cy="246221"/>
              </a:xfrm>
              <a:prstGeom prst="rect">
                <a:avLst/>
              </a:prstGeom>
              <a:blipFill>
                <a:blip r:embed="rId24"/>
                <a:stretch>
                  <a:fillRect l="-5769" r="-7692" b="-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017BA45-8385-43C5-8A3C-AE2D01924A7D}"/>
              </a:ext>
            </a:extLst>
          </p:cNvPr>
          <p:cNvCxnSpPr>
            <a:cxnSpLocks/>
          </p:cNvCxnSpPr>
          <p:nvPr/>
        </p:nvCxnSpPr>
        <p:spPr>
          <a:xfrm flipH="1" flipV="1">
            <a:off x="2380803" y="595695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C143545-4AB4-2FC9-35F4-234E672B0CE8}"/>
              </a:ext>
            </a:extLst>
          </p:cNvPr>
          <p:cNvCxnSpPr>
            <a:cxnSpLocks/>
          </p:cNvCxnSpPr>
          <p:nvPr/>
        </p:nvCxnSpPr>
        <p:spPr>
          <a:xfrm flipH="1" flipV="1">
            <a:off x="2383025" y="624865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5030993" y="6255305"/>
            <a:ext cx="1565133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5766490" y="6322371"/>
                <a:ext cx="274460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6490" y="6322371"/>
                <a:ext cx="274460" cy="155620"/>
              </a:xfrm>
              <a:prstGeom prst="rect">
                <a:avLst/>
              </a:prstGeom>
              <a:blipFill>
                <a:blip r:embed="rId25"/>
                <a:stretch>
                  <a:fillRect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0551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0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2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200375" cy="307777"/>
              </a:xfrm>
              <a:prstGeom prst="rect">
                <a:avLst/>
              </a:prstGeom>
              <a:blipFill>
                <a:blip r:embed="rId4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544" r="-15789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0"/>
                <a:ext cx="343043" cy="307777"/>
              </a:xfrm>
              <a:prstGeom prst="rect">
                <a:avLst/>
              </a:prstGeom>
              <a:blipFill>
                <a:blip r:embed="rId15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6036" y="2251065"/>
            <a:ext cx="3805" cy="1162933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6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0303" r="-30303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49657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49657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0016" y="3441988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35585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6" y="3510377"/>
                <a:ext cx="343043" cy="307777"/>
              </a:xfrm>
              <a:prstGeom prst="rect">
                <a:avLst/>
              </a:prstGeom>
              <a:blipFill>
                <a:blip r:embed="rId29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5"/>
                <a:ext cx="343043" cy="307777"/>
              </a:xfrm>
              <a:prstGeom prst="rect">
                <a:avLst/>
              </a:prstGeom>
              <a:blipFill>
                <a:blip r:embed="rId30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1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2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4214" cy="159083"/>
              </a:xfrm>
              <a:prstGeom prst="rect">
                <a:avLst/>
              </a:prstGeom>
              <a:blipFill>
                <a:blip r:embed="rId38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4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339314" y="261164"/>
                <a:ext cx="1588384" cy="2779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314" y="261164"/>
                <a:ext cx="1588384" cy="277961"/>
              </a:xfrm>
              <a:prstGeom prst="rect">
                <a:avLst/>
              </a:prstGeom>
              <a:blipFill>
                <a:blip r:embed="rId40"/>
                <a:stretch>
                  <a:fillRect l="-1538" b="-2444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9324971" y="195751"/>
                <a:ext cx="1279325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𝑢𝑛𝑘𝑒𝑑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𝐷𝐹</m:t>
                      </m:r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4971" y="195751"/>
                <a:ext cx="1279325" cy="246221"/>
              </a:xfrm>
              <a:prstGeom prst="rect">
                <a:avLst/>
              </a:prstGeom>
              <a:blipFill>
                <a:blip r:embed="rId41"/>
                <a:stretch>
                  <a:fillRect l="-3333" r="-1905"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18120" y="3143487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44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610324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6354" y="1054222"/>
                <a:ext cx="174214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354" y="1054222"/>
                <a:ext cx="174214" cy="155940"/>
              </a:xfrm>
              <a:prstGeom prst="rect">
                <a:avLst/>
              </a:prstGeom>
              <a:blipFill>
                <a:blip r:embed="rId42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3138893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12193" y="2845444"/>
            <a:ext cx="1558858" cy="289752"/>
          </a:xfrm>
          <a:prstGeom prst="rect">
            <a:avLst/>
          </a:prstGeom>
          <a:solidFill>
            <a:schemeClr val="bg1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92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5652" y="284454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113308" y="2831095"/>
            <a:ext cx="1558858" cy="289752"/>
          </a:xfrm>
          <a:prstGeom prst="rect">
            <a:avLst/>
          </a:prstGeom>
          <a:solidFill>
            <a:schemeClr val="bg1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1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170520" y="3145490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1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333087" y="3146229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485487" y="3148232"/>
            <a:ext cx="14688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1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638140" y="3146608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2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790539" y="3141331"/>
            <a:ext cx="149426" cy="291016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947091" y="3143334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099491" y="3145337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260755" y="3145337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423945" y="3139259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99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>
            <a:off x="4569284" y="3132404"/>
            <a:ext cx="7447" cy="314834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3730574" y="32098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0574" y="3209836"/>
                <a:ext cx="138115" cy="155620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578809" y="2834145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731209" y="2836148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1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893776" y="2830871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046176" y="2832874"/>
            <a:ext cx="14688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198829" y="283125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4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351228" y="2831989"/>
            <a:ext cx="149426" cy="291016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507780" y="2833992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660180" y="2835995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821444" y="2835995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984634" y="2835933"/>
            <a:ext cx="13200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5294576" y="2906359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76" y="2906359"/>
                <a:ext cx="138115" cy="155299"/>
              </a:xfrm>
              <a:prstGeom prst="rect">
                <a:avLst/>
              </a:prstGeom>
              <a:blipFill>
                <a:blip r:embed="rId44"/>
                <a:stretch>
                  <a:fillRect l="-36364" t="-4000" r="-9091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092112" y="3128908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244512" y="3124895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1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407079" y="3125634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2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559479" y="3127637"/>
            <a:ext cx="14688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712132" y="3126013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4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64531" y="3126752"/>
            <a:ext cx="149426" cy="291016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021083" y="3128755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173483" y="3124742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334747" y="3124742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497937" y="312468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6">
            <a:extLst>
              <a:ext uri="{FF2B5EF4-FFF2-40B4-BE49-F238E27FC236}">
                <a16:creationId xmlns:a16="http://schemas.microsoft.com/office/drawing/2014/main" id="{C2A2BFF7-883F-BC7A-DFD7-AFEF2FCE255D}"/>
              </a:ext>
            </a:extLst>
          </p:cNvPr>
          <p:cNvCxnSpPr/>
          <p:nvPr/>
        </p:nvCxnSpPr>
        <p:spPr>
          <a:xfrm>
            <a:off x="6106029" y="2712618"/>
            <a:ext cx="1" cy="734620"/>
          </a:xfrm>
          <a:prstGeom prst="line">
            <a:avLst/>
          </a:prstGeom>
          <a:ln w="38100" cmpd="sng">
            <a:solidFill>
              <a:schemeClr val="accent5">
                <a:lumMod val="75000"/>
              </a:schemeClr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839759" y="3207200"/>
                <a:ext cx="140872" cy="15594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9759" y="3207200"/>
                <a:ext cx="140872" cy="155940"/>
              </a:xfrm>
              <a:prstGeom prst="rect">
                <a:avLst/>
              </a:prstGeom>
              <a:blipFill>
                <a:blip r:embed="rId45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7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>
            <a:off x="7645416" y="3121613"/>
            <a:ext cx="7447" cy="314834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6115447" y="314785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656074" y="2841416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808474" y="2837403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1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7971041" y="2838142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2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123441" y="2840145"/>
            <a:ext cx="14688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276094" y="2838521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4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428493" y="2839260"/>
            <a:ext cx="149426" cy="291016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585045" y="2841263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737445" y="283725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98709" y="283725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061899" y="2837188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389112" y="2888016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9112" y="2888016"/>
                <a:ext cx="138115" cy="155299"/>
              </a:xfrm>
              <a:prstGeom prst="rect">
                <a:avLst/>
              </a:prstGeom>
              <a:blipFill>
                <a:blip r:embed="rId46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2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>
            <a:off x="9205216" y="2841140"/>
            <a:ext cx="7447" cy="314834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193621" y="313165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1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346021" y="3133653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2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508588" y="3134392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660988" y="3136395"/>
            <a:ext cx="14688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4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813641" y="3134771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9966040" y="3135510"/>
            <a:ext cx="149426" cy="291016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116576" y="3131497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274992" y="313350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8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436256" y="3133500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9446" y="3133438"/>
            <a:ext cx="16592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13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9218775" y="314357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>
            <a:off x="10737859" y="3129822"/>
            <a:ext cx="7447" cy="314834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896288" y="3203461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6288" y="3203461"/>
                <a:ext cx="140872" cy="156710"/>
              </a:xfrm>
              <a:prstGeom prst="rect">
                <a:avLst/>
              </a:prstGeom>
              <a:blipFill>
                <a:blip r:embed="rId47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4189171" y="5817934"/>
            <a:ext cx="15454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272240" y="581793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2" name="TextBox 39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79216" y="5859168"/>
                <a:ext cx="80829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𝐽𝑜𝑏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𝑟𝑒𝑙𝑒𝑎𝑠𝑒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392" name="TextBox 39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9216" y="5859168"/>
                <a:ext cx="808298" cy="184666"/>
              </a:xfrm>
              <a:prstGeom prst="rect">
                <a:avLst/>
              </a:prstGeom>
              <a:blipFill>
                <a:blip r:embed="rId48"/>
                <a:stretch>
                  <a:fillRect l="-6015" t="-3333" r="-3759" b="-3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3" name="Straight Connector 36">
            <a:extLst>
              <a:ext uri="{FF2B5EF4-FFF2-40B4-BE49-F238E27FC236}">
                <a16:creationId xmlns:a16="http://schemas.microsoft.com/office/drawing/2014/main" id="{C2A2BFF7-883F-BC7A-DFD7-AFEF2FCE255D}"/>
              </a:ext>
            </a:extLst>
          </p:cNvPr>
          <p:cNvCxnSpPr/>
          <p:nvPr/>
        </p:nvCxnSpPr>
        <p:spPr>
          <a:xfrm>
            <a:off x="2847476" y="5817934"/>
            <a:ext cx="4008" cy="367310"/>
          </a:xfrm>
          <a:prstGeom prst="line">
            <a:avLst/>
          </a:prstGeom>
          <a:ln w="28575" cmpd="sng">
            <a:solidFill>
              <a:schemeClr val="accent5">
                <a:lumMod val="75000"/>
              </a:schemeClr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4" name="TextBox 3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993807" y="5859168"/>
                <a:ext cx="855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𝑃𝑟𝑒𝑒𝑚𝑝𝑡𝑖𝑜𝑛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394" name="TextBox 3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3807" y="5859168"/>
                <a:ext cx="855427" cy="184666"/>
              </a:xfrm>
              <a:prstGeom prst="rect">
                <a:avLst/>
              </a:prstGeom>
              <a:blipFill>
                <a:blip r:embed="rId49"/>
                <a:stretch>
                  <a:fillRect l="-5714" r="-5000" b="-3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5" name="TextBox 39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492284" y="5866196"/>
                <a:ext cx="59599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𝑢𝑛𝑘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395" name="TextBox 39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284" y="5866196"/>
                <a:ext cx="595997" cy="184666"/>
              </a:xfrm>
              <a:prstGeom prst="rect">
                <a:avLst/>
              </a:prstGeom>
              <a:blipFill>
                <a:blip r:embed="rId50"/>
                <a:stretch>
                  <a:fillRect l="-6122" r="-5102" b="-64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59372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3083CB-1115-AB7E-006C-90B205AD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2922523"/>
                  </p:ext>
                </p:extLst>
              </p:nvPr>
            </p:nvGraphicFramePr>
            <p:xfrm>
              <a:off x="900167" y="418878"/>
              <a:ext cx="3298854" cy="12640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39875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2658979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270336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chemeClr val="tx1"/>
                              </a:solidFill>
                            </a:rPr>
                            <a:t>Optimization objectives, to</a:t>
                          </a:r>
                          <a:r>
                            <a:rPr lang="en-US" sz="1400" baseline="0" dirty="0">
                              <a:solidFill>
                                <a:schemeClr val="tx1"/>
                              </a:solidFill>
                            </a:rPr>
                            <a:t> be minimized</a:t>
                          </a:r>
                          <a:r>
                            <a:rPr lang="en-US" sz="1400" dirty="0">
                              <a:solidFill>
                                <a:schemeClr val="tx1"/>
                              </a:solidFill>
                            </a:rPr>
                            <a:t>: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071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dm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/>
                            <a:t>The number of deadline misses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27185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cs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/>
                            <a:t>The number of context switches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27185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pr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The number of preemptions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2922523"/>
                  </p:ext>
                </p:extLst>
              </p:nvPr>
            </p:nvGraphicFramePr>
            <p:xfrm>
              <a:off x="900167" y="418878"/>
              <a:ext cx="3298854" cy="12640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39875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2658979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04800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 smtClean="0">
                              <a:solidFill>
                                <a:schemeClr val="tx1"/>
                              </a:solidFill>
                            </a:rPr>
                            <a:t>Optimization objectives, to</a:t>
                          </a:r>
                          <a:r>
                            <a:rPr lang="en-US" sz="1400" baseline="0" dirty="0" smtClean="0">
                              <a:solidFill>
                                <a:schemeClr val="tx1"/>
                              </a:solidFill>
                            </a:rPr>
                            <a:t> be minimized</a:t>
                          </a:r>
                          <a:r>
                            <a:rPr lang="en-US" sz="1400" dirty="0" smtClean="0">
                              <a:solidFill>
                                <a:schemeClr val="tx1"/>
                              </a:solidFill>
                            </a:rPr>
                            <a:t>: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46266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87931" r="-417143" b="-1896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 smtClean="0"/>
                            <a:t>The number of deadline misses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0651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18000" r="-417143" b="-1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aseline="0" dirty="0" smtClean="0"/>
                            <a:t>The number of context switches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0651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11765" r="-417143" b="-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smtClean="0"/>
                            <a:t>The number of preemptions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7" y="1870232"/>
            <a:ext cx="5115622" cy="2146734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7" y="4651532"/>
            <a:ext cx="5115622" cy="21467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8951287"/>
                  </p:ext>
                </p:extLst>
              </p:nvPr>
            </p:nvGraphicFramePr>
            <p:xfrm>
              <a:off x="6635218" y="1870232"/>
              <a:ext cx="1239449" cy="1325023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61934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77515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27017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chemeClr val="tx1"/>
                              </a:solidFill>
                            </a:rPr>
                            <a:t>Scenario 1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628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dm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/>
                            <a:t>1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cs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40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pr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/>
                            <a:t>0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8951287"/>
                  </p:ext>
                </p:extLst>
              </p:nvPr>
            </p:nvGraphicFramePr>
            <p:xfrm>
              <a:off x="6635218" y="1870232"/>
              <a:ext cx="1239449" cy="1325023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61934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77515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27017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 smtClean="0">
                              <a:solidFill>
                                <a:schemeClr val="tx1"/>
                              </a:solidFill>
                            </a:rPr>
                            <a:t>Scenario 1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6284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7" t="-91667" r="-88073" b="-18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 smtClean="0"/>
                            <a:t>1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7" t="-216981" r="-88073" b="-113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40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7" t="-323077" r="-88073" b="-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 smtClean="0"/>
                            <a:t>0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911210"/>
                  </p:ext>
                </p:extLst>
              </p:nvPr>
            </p:nvGraphicFramePr>
            <p:xfrm>
              <a:off x="6635219" y="4651532"/>
              <a:ext cx="1239449" cy="132570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61934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77515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27696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chemeClr val="tx1"/>
                              </a:solidFill>
                            </a:rPr>
                            <a:t>Scenario 2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628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dm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/>
                            <a:t>0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cs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40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1400" b="0" i="0" smtClean="0">
                                        <a:latin typeface="Cambria Math" panose="02040503050406030204" pitchFamily="18" charset="0"/>
                                      </a:rPr>
                                      <m:t>pr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/>
                            <a:t>1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911210"/>
                  </p:ext>
                </p:extLst>
              </p:nvPr>
            </p:nvGraphicFramePr>
            <p:xfrm>
              <a:off x="6635219" y="4651532"/>
              <a:ext cx="1239449" cy="132570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61934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77515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27696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 smtClean="0">
                              <a:solidFill>
                                <a:schemeClr val="tx1"/>
                              </a:solidFill>
                            </a:rPr>
                            <a:t>Scenario 2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6284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917" t="-93333" r="-88073" b="-18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 smtClean="0"/>
                            <a:t>0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917" t="-223077" r="-88073" b="-1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 sz="140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1758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917" t="-323077" r="-88073" b="-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sz="1400" dirty="0" smtClean="0"/>
                            <a:t>1</a:t>
                          </a:r>
                          <a:endParaRPr lang="ru-RU" sz="1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88939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3083CB-1115-AB7E-006C-90B205AD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8"/>
              <p:cNvGraphicFramePr>
                <a:graphicFrameLocks noGrp="1"/>
              </p:cNvGraphicFramePr>
              <p:nvPr/>
            </p:nvGraphicFramePr>
            <p:xfrm>
              <a:off x="900167" y="635445"/>
              <a:ext cx="8128000" cy="190595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6723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641277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Optimization objectives, to</a:t>
                          </a:r>
                          <a:r>
                            <a:rPr lang="en-US" sz="2400" baseline="0" dirty="0">
                              <a:solidFill>
                                <a:schemeClr val="tx1"/>
                              </a:solidFill>
                            </a:rPr>
                            <a:t> be minimized</a:t>
                          </a:r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: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dm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aseline="0" dirty="0"/>
                            <a:t>The number of deadline misses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cs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aseline="0" dirty="0"/>
                            <a:t>The number of context switches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ru-RU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p>
                                    <m:r>
                                      <m:rPr>
                                        <m:nor/>
                                      </m:rP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pr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The number of preemptions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8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900167" y="635445"/>
              <a:ext cx="8128000" cy="190595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6723">
                      <a:extLst>
                        <a:ext uri="{9D8B030D-6E8A-4147-A177-3AD203B41FA5}">
                          <a16:colId xmlns:a16="http://schemas.microsoft.com/office/drawing/2014/main" val="336978170"/>
                        </a:ext>
                      </a:extLst>
                    </a:gridCol>
                    <a:gridCol w="5641277">
                      <a:extLst>
                        <a:ext uri="{9D8B030D-6E8A-4147-A177-3AD203B41FA5}">
                          <a16:colId xmlns:a16="http://schemas.microsoft.com/office/drawing/2014/main" val="2067185088"/>
                        </a:ext>
                      </a:extLst>
                    </a:gridCol>
                  </a:tblGrid>
                  <a:tr h="457200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 smtClean="0">
                              <a:solidFill>
                                <a:schemeClr val="tx1"/>
                              </a:solidFill>
                            </a:rPr>
                            <a:t>Optimization objectives, to</a:t>
                          </a:r>
                          <a:r>
                            <a:rPr lang="en-US" sz="2400" baseline="0" dirty="0" smtClean="0">
                              <a:solidFill>
                                <a:schemeClr val="tx1"/>
                              </a:solidFill>
                            </a:rPr>
                            <a:t> be minimized</a:t>
                          </a:r>
                          <a:r>
                            <a:rPr lang="en-US" sz="2400" dirty="0" smtClean="0">
                              <a:solidFill>
                                <a:schemeClr val="tx1"/>
                              </a:solidFill>
                            </a:rPr>
                            <a:t>: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46059549"/>
                      </a:ext>
                    </a:extLst>
                  </a:tr>
                  <a:tr h="52838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95402" r="-227451" b="-1988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aseline="0" dirty="0" smtClean="0"/>
                            <a:t>The number of deadline misses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29024742"/>
                      </a:ext>
                    </a:extLst>
                  </a:tr>
                  <a:tr h="46018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26667" r="-227451" b="-1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aseline="0" dirty="0" smtClean="0"/>
                            <a:t>The number of context switches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54811875"/>
                      </a:ext>
                    </a:extLst>
                  </a:tr>
                  <a:tr h="46018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22368" r="-227451" b="-28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The number of preemptions</a:t>
                          </a:r>
                          <a:endParaRPr lang="ru-RU" sz="2400" dirty="0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88879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900167" y="3398698"/>
          <a:ext cx="8128000" cy="1828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86723">
                  <a:extLst>
                    <a:ext uri="{9D8B030D-6E8A-4147-A177-3AD203B41FA5}">
                      <a16:colId xmlns:a16="http://schemas.microsoft.com/office/drawing/2014/main" val="336978170"/>
                    </a:ext>
                  </a:extLst>
                </a:gridCol>
                <a:gridCol w="5641277">
                  <a:extLst>
                    <a:ext uri="{9D8B030D-6E8A-4147-A177-3AD203B41FA5}">
                      <a16:colId xmlns:a16="http://schemas.microsoft.com/office/drawing/2014/main" val="206718508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STM32 scheduling overheads: to be investigated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6059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Overhead</a:t>
                      </a:r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Cost, cycles</a:t>
                      </a:r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9024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Context</a:t>
                      </a:r>
                      <a:r>
                        <a:rPr lang="en-US" sz="2400" baseline="0" dirty="0"/>
                        <a:t> switch</a:t>
                      </a:r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4811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Preemption</a:t>
                      </a:r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988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6762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F2A8C-7B47-4B2A-0BC9-C3E6E3E9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FF7687A2-2573-7D45-B2DF-13FDA52575EB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A9170AE8-DCB5-62C0-464F-C830ECC9368F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584DCA95-5514-5836-D965-E8E64DD84F25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69F0706-FB46-644B-4815-C306C7CC41D4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4FAB8A1-C730-1004-703E-ADE07425DC5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9A911F5-D21D-8E7F-21CC-0DE3FD9A2816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7E6E73E-CC19-B337-2768-F1F571F0665E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C50705E-8215-DAD0-22DD-C81CF184B6A1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DC8EA47-DCE3-E873-0DCB-A2A56A47B58B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D572843-D5E9-7A9D-1023-57D2CA953CAC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DE5CDD2-D244-A825-1748-02413EDE846C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5241C92-C84F-9AAF-B581-97397B752A18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F9515D1-7179-2ABB-9C39-438A0141AC28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D57DE0C-07E9-0813-06A6-024F91F3467B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653FF0CF-6ED6-0734-1070-47C082082012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D754A168-F66E-B713-6DF1-638400DC27BC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E66EDA8-811E-6C9B-2F9B-18081BDD77AE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D6ED0BF-A64B-FCCD-9D47-49D935A7C637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179AE8C-DC82-1D46-F723-EF39AF7AE880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93C1B85-59AE-2BCA-3005-9210004A62EE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58A71F6-1992-F8E2-4B01-B9B81342C523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D8F7D2-70B9-DA5B-6A09-D6CB5A4506FB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4D050-A4FA-60CE-CD5B-EEEDE7E9A973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EA776F-F872-A9D7-048C-39C6F9FFE334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FDE613-9FDF-C258-758A-4195D3BEA620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EB9A1FD-BB7C-A0D6-5FF3-436518E1AF54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103E626-6B44-3A7A-7580-54803379C31C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8EA6E04-1EA6-BCCE-FC1C-E86B642FFB39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8831E62-A21D-F929-7A94-B7EC315DD377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C23A88D-0BA1-9E09-B5EB-BAD7906636D6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2E9A995E-CB2D-CB21-0C91-55BD3C6872B8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77A9042-B215-2FF8-ED3B-237FB83DBE35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47C03849-FC85-323D-1FD6-5058F01F6BE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914361B-AE66-941E-1E40-466ECD654083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2CBEC61-FB3F-DEFE-012C-121CD1EF081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AFA51A1-9990-1F48-6247-F270F359420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8F35ED9-C04C-2EA7-800A-BC80E72A705C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F876835-5509-696E-3975-8D3E43034040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198123A-582E-7935-6CD1-039601DD81EC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2B4ACFF-A1D4-566F-4047-5C735F0957DC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48EC1EB-D2B6-2185-C711-2787FFB5949A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DB2573C-A87F-50E1-3996-B0BDD045F274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A18D5AD-D361-9D6D-5CF0-625A107D22A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2602B71-CB21-7491-39FB-323E91F40218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1F84F2-A01F-B8D4-BA7E-8659CE21D1F7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56EFE387-2939-5417-B9B4-04E948CEEA99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F3971C4-0AE3-3025-C9AE-B9EF250F859E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A97C0EA-B3CB-B1F2-C176-4E7A92097810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94CDEB6-BC4F-592C-036D-EA644E20812A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71BB47AC-0D3F-5630-CC42-545164A9502E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7D3DD825-1DCA-66E9-0E6B-9007044415A8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B644E55F-BDA2-DDA4-DEAF-A3CCD221A577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1880ECA9-B2CA-0519-E6FB-1264F3C2E1E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7BAA3A26-BA15-AF81-9B56-3092DC7ED901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832E2295-1F31-2776-F468-4F253BD919B7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B9BB7348-8D58-04A0-CA25-5B81B36A2A05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9AA7BACE-A963-566B-4BD2-68355AFEBA07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BBF06E15-B701-433E-2EF2-E683DE6A2B9F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D9CA2DE-3CCA-EF78-CBA7-36F6FC5C6F77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6F7C83F-46CC-4834-0B80-4381CBFDF9BB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A8E8FFE-683D-A9B8-9E78-08304A77A146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4A4F08AA-4D48-5494-FBA2-6641BD084379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945EB049-555D-D9BB-C087-D3534F7C101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B6D688A6-68E1-1CB2-84FE-9864A956EA76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AFA1EC9D-A3E8-92D1-9DBA-6F13086B05C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E6564E1B-CC9F-C18E-98DD-396CF129B412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1B16ABB-83A5-97ED-C109-87A0D1EE4592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1279DD0-3268-07D2-297B-D1151D07763C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087B8F15-F9ED-C0F0-312A-D1BF6821465F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E190D0-CCBF-EE73-F5DA-224C2A6F2AD9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D2D84A4E-2EBF-7F9D-4398-BFE24ACD65BA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B14AB786-47E0-EB93-4554-4D0701DF8189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04DE1FF4-14FB-2D0F-FAE0-3194B53DA0A4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762247A3-804C-246A-EA1D-382FDAB6D531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A6A7E55E-518B-4707-71F2-88FF40629F44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146A3EEF-D027-EF80-866F-1F1D33A891C9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B22D2BB7-09F1-E38E-BF87-14DC03CF38DB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82DFBE3-A3B6-4F73-25F7-AB1B4F8DF03E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E08A6748-0F1D-E27D-4766-5CCD5053CA0B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63030577-39CD-D1DF-3326-CFC47D86CA16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DDE1BB14-E674-9EB9-1B21-99F8DB10BB9E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4E8806FC-B9A3-BC50-9182-1D6A85D695BD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29103D63-3FF6-72DD-F048-008D8C9533CA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BE3772E0-926D-E8B3-CF88-62060F235544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9430C7BD-EE17-BB64-A04E-F2A72DB6E026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C1370C71-BCC6-C5C7-C53B-016D5F0BD701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A930EF01-B290-51E1-90F8-0CFCCBBF25B9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657549B9-B54E-F807-5EE7-4CF6C6176744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A2C199BC-CF63-D7DB-AB1F-FD547C0B6AC9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0EB9B5E7-1329-7C65-BDC7-3A01F18FED70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87FFDF2B-E190-2FAF-9774-9EF0A5D87485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6F6BC50D-D0BD-AC20-8BDD-C51A2F82A638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E415E3B7-BC2A-A1D2-A9F1-8590B7F8C0EC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8CEF3F75-AAD0-A538-D575-AE8CC382E817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27A00F79-FCBB-E616-FF0F-2FCA8C8957BA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BA1D3543-EA69-A816-D940-6A8BE726C840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5847ED5-588A-98B4-11F2-2BAD0577116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8A37C2ED-E289-3FFC-A74E-0275CE272C60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432AC5B9-F2CF-81D7-D218-1C0DAA5EF147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7EEE693D-9A0A-A260-24AC-D7108B9259A0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D1E69EDF-5CC0-8E61-D391-AD8C7FC47E37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AF05D7FE-97D0-355E-6985-A757F3B98167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ECDABBB1-1E1D-8D63-4F9B-673B4A6529AF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8C8517C4-9307-CB51-94F3-1E781583884C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7A87783D-BB9A-1F4A-582B-B27DE7243C7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E9AE5063-1C6D-D920-BE8B-768B5587920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442ED938-497A-F59B-E4ED-0B4ED7993649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7E9DCA83-A7C8-1213-59D8-C624C72F101A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9E2FD408-5A0A-196A-BE65-8806DE5045BC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44E869B7-A3DB-7B7D-489E-70D0B3EFC237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F0F49D82-0C1D-0623-BE5E-FEBB47F16069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B2587B25-FB06-425F-BA13-334C8D7C7660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EBE6953C-1D30-45F5-1250-0247576537AB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8F0835C7-0394-4C19-0004-C421A1414A9F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B7FA430B-D612-F694-2138-F21EDDD7540C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DE722E30-8447-1E11-FF96-6B679A929CC7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A05E85EA-355B-E11B-468F-CA88D7A7E2F3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265895C5-2977-F723-8723-29B45BDCE13D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8E89326C-F64D-C5BF-2F70-BB1486D0A67C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CAD0D72F-7AC7-8249-A99A-7D946E09E8D6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8F3F19C6-4159-BE71-D7D4-F7D4D43BF909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4DBC8BA-C682-BEE2-5681-681FB3511D9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AB0A3D50-C0EA-FD03-51E4-AE7982CA83E4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665" name="Group 664">
            <a:extLst>
              <a:ext uri="{FF2B5EF4-FFF2-40B4-BE49-F238E27FC236}">
                <a16:creationId xmlns:a16="http://schemas.microsoft.com/office/drawing/2014/main" id="{727FDCF5-5C3B-C298-0E09-64B190F25306}"/>
              </a:ext>
            </a:extLst>
          </p:cNvPr>
          <p:cNvGrpSpPr/>
          <p:nvPr/>
        </p:nvGrpSpPr>
        <p:grpSpPr>
          <a:xfrm>
            <a:off x="166256" y="4370809"/>
            <a:ext cx="11594364" cy="2189611"/>
            <a:chOff x="193964" y="831603"/>
            <a:chExt cx="11594364" cy="2189611"/>
          </a:xfrm>
        </p:grpSpPr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1498B624-C97F-96F7-5901-E3BB0961D2BB}"/>
                </a:ext>
              </a:extLst>
            </p:cNvPr>
            <p:cNvSpPr/>
            <p:nvPr/>
          </p:nvSpPr>
          <p:spPr>
            <a:xfrm flipH="1">
              <a:off x="3054653" y="1747974"/>
              <a:ext cx="45719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E5D54C73-E57F-5A06-25A7-16D290F4ECA9}"/>
                </a:ext>
              </a:extLst>
            </p:cNvPr>
            <p:cNvSpPr/>
            <p:nvPr/>
          </p:nvSpPr>
          <p:spPr>
            <a:xfrm flipH="1">
              <a:off x="3048368" y="1444511"/>
              <a:ext cx="767178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8" name="Straight Connector 667">
              <a:extLst>
                <a:ext uri="{FF2B5EF4-FFF2-40B4-BE49-F238E27FC236}">
                  <a16:creationId xmlns:a16="http://schemas.microsoft.com/office/drawing/2014/main" id="{109A2C46-53B2-9D51-4A88-4223CFD7D872}"/>
                </a:ext>
              </a:extLst>
            </p:cNvPr>
            <p:cNvCxnSpPr>
              <a:cxnSpLocks/>
            </p:cNvCxnSpPr>
            <p:nvPr/>
          </p:nvCxnSpPr>
          <p:spPr>
            <a:xfrm>
              <a:off x="221673" y="2330560"/>
              <a:ext cx="9955188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134C5B3A-AC10-C3C1-BE84-1348DFB80E23}"/>
                </a:ext>
              </a:extLst>
            </p:cNvPr>
            <p:cNvCxnSpPr>
              <a:cxnSpLocks/>
            </p:cNvCxnSpPr>
            <p:nvPr/>
          </p:nvCxnSpPr>
          <p:spPr>
            <a:xfrm>
              <a:off x="3048289" y="8532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CF7BF001-A358-9822-AAEE-4EFC5F95CAA9}"/>
                </a:ext>
              </a:extLst>
            </p:cNvPr>
            <p:cNvCxnSpPr>
              <a:cxnSpLocks/>
            </p:cNvCxnSpPr>
            <p:nvPr/>
          </p:nvCxnSpPr>
          <p:spPr>
            <a:xfrm>
              <a:off x="2047674" y="2636473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Straight Connector 670">
              <a:extLst>
                <a:ext uri="{FF2B5EF4-FFF2-40B4-BE49-F238E27FC236}">
                  <a16:creationId xmlns:a16="http://schemas.microsoft.com/office/drawing/2014/main" id="{D35154F8-1378-82DD-6223-D22F6E421650}"/>
                </a:ext>
              </a:extLst>
            </p:cNvPr>
            <p:cNvCxnSpPr>
              <a:cxnSpLocks/>
            </p:cNvCxnSpPr>
            <p:nvPr/>
          </p:nvCxnSpPr>
          <p:spPr>
            <a:xfrm>
              <a:off x="2068328" y="1149796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Straight Connector 671">
              <a:extLst>
                <a:ext uri="{FF2B5EF4-FFF2-40B4-BE49-F238E27FC236}">
                  <a16:creationId xmlns:a16="http://schemas.microsoft.com/office/drawing/2014/main" id="{D82931D6-5076-0704-3AF7-4E9BEFA6AF11}"/>
                </a:ext>
              </a:extLst>
            </p:cNvPr>
            <p:cNvCxnSpPr>
              <a:cxnSpLocks/>
            </p:cNvCxnSpPr>
            <p:nvPr/>
          </p:nvCxnSpPr>
          <p:spPr>
            <a:xfrm>
              <a:off x="207818" y="1445290"/>
              <a:ext cx="11526982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Straight Connector 672">
              <a:extLst>
                <a:ext uri="{FF2B5EF4-FFF2-40B4-BE49-F238E27FC236}">
                  <a16:creationId xmlns:a16="http://schemas.microsoft.com/office/drawing/2014/main" id="{00EC9010-BEDE-C208-8457-B1210677905D}"/>
                </a:ext>
              </a:extLst>
            </p:cNvPr>
            <p:cNvCxnSpPr>
              <a:cxnSpLocks/>
            </p:cNvCxnSpPr>
            <p:nvPr/>
          </p:nvCxnSpPr>
          <p:spPr>
            <a:xfrm>
              <a:off x="193964" y="1738364"/>
              <a:ext cx="1152698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Straight Connector 673">
              <a:extLst>
                <a:ext uri="{FF2B5EF4-FFF2-40B4-BE49-F238E27FC236}">
                  <a16:creationId xmlns:a16="http://schemas.microsoft.com/office/drawing/2014/main" id="{56FEE031-76EF-ABC7-39A1-654E32BD0EC8}"/>
                </a:ext>
              </a:extLst>
            </p:cNvPr>
            <p:cNvCxnSpPr>
              <a:cxnSpLocks/>
            </p:cNvCxnSpPr>
            <p:nvPr/>
          </p:nvCxnSpPr>
          <p:spPr>
            <a:xfrm>
              <a:off x="235527" y="2041488"/>
              <a:ext cx="1140229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Straight Connector 674">
              <a:extLst>
                <a:ext uri="{FF2B5EF4-FFF2-40B4-BE49-F238E27FC236}">
                  <a16:creationId xmlns:a16="http://schemas.microsoft.com/office/drawing/2014/main" id="{DA5BCDCE-18EA-CD80-53A2-FFACEDAE30A7}"/>
                </a:ext>
              </a:extLst>
            </p:cNvPr>
            <p:cNvCxnSpPr>
              <a:cxnSpLocks/>
            </p:cNvCxnSpPr>
            <p:nvPr/>
          </p:nvCxnSpPr>
          <p:spPr>
            <a:xfrm>
              <a:off x="2406191" y="859315"/>
              <a:ext cx="3535" cy="216189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Connector 675">
              <a:extLst>
                <a:ext uri="{FF2B5EF4-FFF2-40B4-BE49-F238E27FC236}">
                  <a16:creationId xmlns:a16="http://schemas.microsoft.com/office/drawing/2014/main" id="{45F50346-4333-FB87-3D0F-2122974CBF44}"/>
                </a:ext>
              </a:extLst>
            </p:cNvPr>
            <p:cNvCxnSpPr>
              <a:cxnSpLocks/>
            </p:cNvCxnSpPr>
            <p:nvPr/>
          </p:nvCxnSpPr>
          <p:spPr>
            <a:xfrm>
              <a:off x="3828572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Straight Connector 676">
              <a:extLst>
                <a:ext uri="{FF2B5EF4-FFF2-40B4-BE49-F238E27FC236}">
                  <a16:creationId xmlns:a16="http://schemas.microsoft.com/office/drawing/2014/main" id="{7E372AF0-F23F-106D-EE55-C88C7E34A3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7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Straight Connector 677">
              <a:extLst>
                <a:ext uri="{FF2B5EF4-FFF2-40B4-BE49-F238E27FC236}">
                  <a16:creationId xmlns:a16="http://schemas.microsoft.com/office/drawing/2014/main" id="{EDEBA1E5-5D90-EE8D-72B9-1051DB3136C7}"/>
                </a:ext>
              </a:extLst>
            </p:cNvPr>
            <p:cNvCxnSpPr>
              <a:cxnSpLocks/>
            </p:cNvCxnSpPr>
            <p:nvPr/>
          </p:nvCxnSpPr>
          <p:spPr>
            <a:xfrm>
              <a:off x="5382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FC196F98-F6B3-BE72-0040-34D75CF1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5313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Straight Connector 679">
              <a:extLst>
                <a:ext uri="{FF2B5EF4-FFF2-40B4-BE49-F238E27FC236}">
                  <a16:creationId xmlns:a16="http://schemas.microsoft.com/office/drawing/2014/main" id="{3913CC17-A7A1-5810-D260-91FBCC05B60C}"/>
                </a:ext>
              </a:extLst>
            </p:cNvPr>
            <p:cNvCxnSpPr>
              <a:cxnSpLocks/>
            </p:cNvCxnSpPr>
            <p:nvPr/>
          </p:nvCxnSpPr>
          <p:spPr>
            <a:xfrm>
              <a:off x="6915975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Straight Connector 680">
              <a:extLst>
                <a:ext uri="{FF2B5EF4-FFF2-40B4-BE49-F238E27FC236}">
                  <a16:creationId xmlns:a16="http://schemas.microsoft.com/office/drawing/2014/main" id="{75A57760-18A4-F15F-3391-8970F91149C5}"/>
                </a:ext>
              </a:extLst>
            </p:cNvPr>
            <p:cNvCxnSpPr/>
            <p:nvPr/>
          </p:nvCxnSpPr>
          <p:spPr>
            <a:xfrm>
              <a:off x="7687825" y="85931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Straight Connector 681">
              <a:extLst>
                <a:ext uri="{FF2B5EF4-FFF2-40B4-BE49-F238E27FC236}">
                  <a16:creationId xmlns:a16="http://schemas.microsoft.com/office/drawing/2014/main" id="{B163F547-FA78-C37A-040E-B5E8F7A9658D}"/>
                </a:ext>
              </a:extLst>
            </p:cNvPr>
            <p:cNvCxnSpPr/>
            <p:nvPr/>
          </p:nvCxnSpPr>
          <p:spPr>
            <a:xfrm flipV="1">
              <a:off x="383002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Straight Connector 682">
              <a:extLst>
                <a:ext uri="{FF2B5EF4-FFF2-40B4-BE49-F238E27FC236}">
                  <a16:creationId xmlns:a16="http://schemas.microsoft.com/office/drawing/2014/main" id="{AC8D46BE-F5A7-9671-9FC9-AF872F60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8090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7C773D73-7598-2993-76AD-434501FC04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03559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Straight Connector 684">
              <a:extLst>
                <a:ext uri="{FF2B5EF4-FFF2-40B4-BE49-F238E27FC236}">
                  <a16:creationId xmlns:a16="http://schemas.microsoft.com/office/drawing/2014/main" id="{290C547D-F82F-8D98-35BF-F8462EDCDB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47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Straight Connector 685">
              <a:extLst>
                <a:ext uri="{FF2B5EF4-FFF2-40B4-BE49-F238E27FC236}">
                  <a16:creationId xmlns:a16="http://schemas.microsoft.com/office/drawing/2014/main" id="{D7706188-AB39-6C90-1F5F-2AB1B965C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898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Straight Connector 686">
              <a:extLst>
                <a:ext uri="{FF2B5EF4-FFF2-40B4-BE49-F238E27FC236}">
                  <a16:creationId xmlns:a16="http://schemas.microsoft.com/office/drawing/2014/main" id="{F5602226-5DC5-E9F3-3C1E-763B851AEC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009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723A6EDF-A9A2-C49D-AE83-D56193D7A61D}"/>
                    </a:ext>
                  </a:extLst>
                </p:cNvPr>
                <p:cNvSpPr txBox="1"/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LIDAR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20,100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blipFill>
                  <a:blip r:embed="rId32"/>
                  <a:stretch>
                    <a:fillRect l="-1439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31E83B33-54C5-41D2-29C1-C49C394DBA1B}"/>
                    </a:ext>
                  </a:extLst>
                </p:cNvPr>
                <p:cNvSpPr txBox="1"/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IMU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blipFill>
                  <a:blip r:embed="rId33"/>
                  <a:stretch>
                    <a:fillRect l="-1020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65987AB9-793D-5E45-A9F1-37D154A8E54A}"/>
                    </a:ext>
                  </a:extLst>
                </p:cNvPr>
                <p:cNvSpPr txBox="1"/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40,200</m:t>
                            </m:r>
                          </m:e>
                        </m:d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blipFill>
                  <a:blip r:embed="rId34"/>
                  <a:stretch>
                    <a:fillRect l="-1274" b="-2857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B4E6029C-5DC8-114E-8A35-4BF7040D3A7F}"/>
                    </a:ext>
                  </a:extLst>
                </p:cNvPr>
                <p:cNvSpPr txBox="1"/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blipFill>
                  <a:blip r:embed="rId35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C522DD25-2C8B-3E37-E0FF-F0710F7BDB73}"/>
                    </a:ext>
                  </a:extLst>
                </p:cNvPr>
                <p:cNvSpPr txBox="1"/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blipFill>
                  <a:blip r:embed="rId36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6EA10A03-C080-1149-BD3D-F4CBCDEDFE3A}"/>
                    </a:ext>
                  </a:extLst>
                </p:cNvPr>
                <p:cNvSpPr txBox="1"/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blipFill>
                  <a:blip r:embed="rId37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2A950C8-69C8-C0C7-CC34-8435B48C002D}"/>
                    </a:ext>
                  </a:extLst>
                </p:cNvPr>
                <p:cNvSpPr txBox="1"/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blipFill>
                  <a:blip r:embed="rId38"/>
                  <a:stretch>
                    <a:fillRect l="-14286" r="-1428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F55D80CB-F1BC-2B25-FFC6-1C49D96035FF}"/>
                    </a:ext>
                  </a:extLst>
                </p:cNvPr>
                <p:cNvSpPr txBox="1"/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blipFill>
                  <a:blip r:embed="rId39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3DC47CA1-EB8D-5175-E3E4-0610DBF0984E}"/>
                    </a:ext>
                  </a:extLst>
                </p:cNvPr>
                <p:cNvSpPr txBox="1"/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blipFill>
                  <a:blip r:embed="rId40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7C2247DC-07D5-4C1A-600C-E5B6A67F25CE}"/>
                </a:ext>
              </a:extLst>
            </p:cNvPr>
            <p:cNvCxnSpPr>
              <a:cxnSpLocks/>
            </p:cNvCxnSpPr>
            <p:nvPr/>
          </p:nvCxnSpPr>
          <p:spPr>
            <a:xfrm>
              <a:off x="2045999" y="849984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01B9EA57-65F4-C0AF-DC9D-04DE47233C7C}"/>
                    </a:ext>
                  </a:extLst>
                </p:cNvPr>
                <p:cNvSpPr txBox="1"/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blipFill>
                  <a:blip r:embed="rId41"/>
                  <a:stretch>
                    <a:fillRect l="-23529" r="-29412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1E3C51A7-AF86-86D4-AC0F-9B0DFD0E42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6896" y="145454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6FF93EB0-CBE7-C75F-C3B4-A931A8597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7080" y="2026821"/>
              <a:ext cx="0" cy="308495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1" name="Group 700">
              <a:extLst>
                <a:ext uri="{FF2B5EF4-FFF2-40B4-BE49-F238E27FC236}">
                  <a16:creationId xmlns:a16="http://schemas.microsoft.com/office/drawing/2014/main" id="{C189B33B-99AD-04CF-37EC-670EFC73CE72}"/>
                </a:ext>
              </a:extLst>
            </p:cNvPr>
            <p:cNvGrpSpPr/>
            <p:nvPr/>
          </p:nvGrpSpPr>
          <p:grpSpPr>
            <a:xfrm>
              <a:off x="4567846" y="1440264"/>
              <a:ext cx="45719" cy="296189"/>
              <a:chOff x="3509152" y="253612"/>
              <a:chExt cx="45719" cy="296189"/>
            </a:xfrm>
          </p:grpSpPr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559B5E79-40A0-36E2-CB6F-E96B02C8E5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78516AD1-3439-FCDC-3898-FD28A17C2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56110170-7532-D9D0-8C1E-F303D1C312E4}"/>
                </a:ext>
              </a:extLst>
            </p:cNvPr>
            <p:cNvCxnSpPr>
              <a:cxnSpLocks/>
            </p:cNvCxnSpPr>
            <p:nvPr/>
          </p:nvCxnSpPr>
          <p:spPr>
            <a:xfrm>
              <a:off x="8459677" y="84998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55BD08E5-6319-71F7-1B8C-B29D5017BD78}"/>
                </a:ext>
              </a:extLst>
            </p:cNvPr>
            <p:cNvCxnSpPr/>
            <p:nvPr/>
          </p:nvCxnSpPr>
          <p:spPr>
            <a:xfrm>
              <a:off x="9231527" y="84998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4B256060-80B5-4D39-2233-EC914D7FB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55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AF515FB5-6043-D49B-6F4C-D8E502036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366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666C2767-B45E-952C-C951-03EA8F0EFFAF}"/>
                    </a:ext>
                  </a:extLst>
                </p:cNvPr>
                <p:cNvSpPr txBox="1"/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blipFill>
                  <a:blip r:embed="rId42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BF101B2D-6851-87CD-67AB-C28E3EF728BD}"/>
                    </a:ext>
                  </a:extLst>
                </p:cNvPr>
                <p:cNvSpPr txBox="1"/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blipFill>
                  <a:blip r:embed="rId43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6831BE96-D397-CC05-A470-708EAA311C3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134" y="2330560"/>
              <a:ext cx="85124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Straight Connector 708">
              <a:extLst>
                <a:ext uri="{FF2B5EF4-FFF2-40B4-BE49-F238E27FC236}">
                  <a16:creationId xmlns:a16="http://schemas.microsoft.com/office/drawing/2014/main" id="{A719F9F6-B5B3-0F90-A54C-5717C9CDA10C}"/>
                </a:ext>
              </a:extLst>
            </p:cNvPr>
            <p:cNvCxnSpPr/>
            <p:nvPr/>
          </p:nvCxnSpPr>
          <p:spPr>
            <a:xfrm>
              <a:off x="9841453" y="859315"/>
              <a:ext cx="0" cy="216000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29A3FFC7-19B1-D7A6-2A43-2C0A25ABBA99}"/>
                </a:ext>
              </a:extLst>
            </p:cNvPr>
            <p:cNvCxnSpPr>
              <a:cxnSpLocks/>
            </p:cNvCxnSpPr>
            <p:nvPr/>
          </p:nvCxnSpPr>
          <p:spPr>
            <a:xfrm>
              <a:off x="9841986" y="84093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09DAABA3-9FF1-4AA0-0FF1-16710349A2E3}"/>
                </a:ext>
              </a:extLst>
            </p:cNvPr>
            <p:cNvCxnSpPr/>
            <p:nvPr/>
          </p:nvCxnSpPr>
          <p:spPr>
            <a:xfrm>
              <a:off x="10624988" y="84093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Straight Connector 712">
              <a:extLst>
                <a:ext uri="{FF2B5EF4-FFF2-40B4-BE49-F238E27FC236}">
                  <a16:creationId xmlns:a16="http://schemas.microsoft.com/office/drawing/2014/main" id="{81D879ED-13D2-154D-F933-F1D7CC2AA33E}"/>
                </a:ext>
              </a:extLst>
            </p:cNvPr>
            <p:cNvCxnSpPr>
              <a:cxnSpLocks/>
            </p:cNvCxnSpPr>
            <p:nvPr/>
          </p:nvCxnSpPr>
          <p:spPr>
            <a:xfrm>
              <a:off x="11396840" y="83160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11CBD5C7-ADA0-D2C9-0856-1AD44D7DBEEA}"/>
                    </a:ext>
                  </a:extLst>
                </p:cNvPr>
                <p:cNvSpPr txBox="1"/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26316" r="-21053" b="-294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D9B6B971-7EDA-3F48-B60C-10DF00D6A02E}"/>
                    </a:ext>
                  </a:extLst>
                </p:cNvPr>
                <p:cNvSpPr txBox="1"/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blipFill>
                  <a:blip r:embed="rId45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48CA5424-D151-6807-677D-5C0A426BCBE6}"/>
                    </a:ext>
                  </a:extLst>
                </p:cNvPr>
                <p:cNvSpPr txBox="1"/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blipFill>
                  <a:blip r:embed="rId46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AC6ECA0D-E3AC-473A-9304-4CCC3925BF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9118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Straight Connector 717">
              <a:extLst>
                <a:ext uri="{FF2B5EF4-FFF2-40B4-BE49-F238E27FC236}">
                  <a16:creationId xmlns:a16="http://schemas.microsoft.com/office/drawing/2014/main" id="{BB40379D-31C0-BE5F-D53D-3683674A03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5396" y="144646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9D45B567-D1E5-94C3-6677-0EA642310A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4455" y="145267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DB1C88FF-CF9C-9ABB-9DD4-75B3B26C3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31407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24F3C8EF-2A90-9DE6-6A75-695E57EB1C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9881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51C9E6E0-47C6-6C36-D38D-620C1EC428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0644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8696C6FB-3A51-8F09-281F-AEB8C24563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96358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Straight Connector 723">
              <a:extLst>
                <a:ext uri="{FF2B5EF4-FFF2-40B4-BE49-F238E27FC236}">
                  <a16:creationId xmlns:a16="http://schemas.microsoft.com/office/drawing/2014/main" id="{959741FF-A6F9-52AE-D9DB-25422BF83C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74832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10D5FF1F-D301-116F-2412-6754A0CE6D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35595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B6F6A26E-85E3-8FF7-11D4-3AED9B4421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83181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Straight Connector 726">
              <a:extLst>
                <a:ext uri="{FF2B5EF4-FFF2-40B4-BE49-F238E27FC236}">
                  <a16:creationId xmlns:a16="http://schemas.microsoft.com/office/drawing/2014/main" id="{861D453E-7671-CE34-951E-59FB3B01E8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1655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Straight Connector 727">
              <a:extLst>
                <a:ext uri="{FF2B5EF4-FFF2-40B4-BE49-F238E27FC236}">
                  <a16:creationId xmlns:a16="http://schemas.microsoft.com/office/drawing/2014/main" id="{8AEFCF10-E80B-807B-065C-048584F539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2418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Connector 728">
              <a:extLst>
                <a:ext uri="{FF2B5EF4-FFF2-40B4-BE49-F238E27FC236}">
                  <a16:creationId xmlns:a16="http://schemas.microsoft.com/office/drawing/2014/main" id="{44386EB1-8031-1BDC-DABC-7C5EC95268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6980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0" name="Straight Connector 729">
              <a:extLst>
                <a:ext uri="{FF2B5EF4-FFF2-40B4-BE49-F238E27FC236}">
                  <a16:creationId xmlns:a16="http://schemas.microsoft.com/office/drawing/2014/main" id="{1E0B3650-C633-E8AA-7730-C1BB1AD426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26606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1" name="Straight Connector 730">
              <a:extLst>
                <a:ext uri="{FF2B5EF4-FFF2-40B4-BE49-F238E27FC236}">
                  <a16:creationId xmlns:a16="http://schemas.microsoft.com/office/drawing/2014/main" id="{12D6D645-0823-F9DA-6057-E627CE1CC7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87369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B0E3DB92-A270-7798-E64F-E3D12B0ED1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94582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920EC948-DF21-2BA3-237A-9DC6AF6F9F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76871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84C7BB2E-84B9-896D-98A6-ADBEDF8735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5345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851EFC5A-13EE-8BE5-6422-412F9A085D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6108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Straight Connector 735">
              <a:extLst>
                <a:ext uri="{FF2B5EF4-FFF2-40B4-BE49-F238E27FC236}">
                  <a16:creationId xmlns:a16="http://schemas.microsoft.com/office/drawing/2014/main" id="{B53FA6F6-2819-7986-24F8-9836F7C39A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1822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Straight Connector 736">
              <a:extLst>
                <a:ext uri="{FF2B5EF4-FFF2-40B4-BE49-F238E27FC236}">
                  <a16:creationId xmlns:a16="http://schemas.microsoft.com/office/drawing/2014/main" id="{1509345B-2E08-CB5A-D055-5D60607D1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20296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3BA537FF-F5B4-92BF-1F88-B562C3FDE1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1059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379336B4-D568-AD3A-1839-17073BBC4F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28645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06A50A97-42B7-FB63-7584-95369D044D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07119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058A73A8-4318-2E77-21DB-A24626E607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82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2" name="Straight Connector 741">
              <a:extLst>
                <a:ext uri="{FF2B5EF4-FFF2-40B4-BE49-F238E27FC236}">
                  <a16:creationId xmlns:a16="http://schemas.microsoft.com/office/drawing/2014/main" id="{283E0252-4BF5-B0AE-16DB-422FD2AC9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37836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Connector 742">
              <a:extLst>
                <a:ext uri="{FF2B5EF4-FFF2-40B4-BE49-F238E27FC236}">
                  <a16:creationId xmlns:a16="http://schemas.microsoft.com/office/drawing/2014/main" id="{5495C447-B33A-49CA-E37C-0E05F85ABA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2070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24F673ED-B82C-0374-2219-A19BF02F34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2833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2E972681-FF08-91E9-2A00-5ECB5ECEAC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00465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462FFBE6-8C2E-1064-E7F9-3EBAF594B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9702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F508695B-6354-E668-3A03-B882D0F2E0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7288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49884789-12DD-061F-E5EA-F0B51BCFB2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65762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9" name="Straight Connector 748">
              <a:extLst>
                <a:ext uri="{FF2B5EF4-FFF2-40B4-BE49-F238E27FC236}">
                  <a16:creationId xmlns:a16="http://schemas.microsoft.com/office/drawing/2014/main" id="{F59AE3AA-3CBD-C6A7-9A5D-184561C90C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6525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Straight Connector 749">
              <a:extLst>
                <a:ext uri="{FF2B5EF4-FFF2-40B4-BE49-F238E27FC236}">
                  <a16:creationId xmlns:a16="http://schemas.microsoft.com/office/drawing/2014/main" id="{C974FF24-3CBE-F246-4B4B-5354C79E93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2747" y="175089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7C1DE0A8-52DF-4B7A-13AC-18119C25353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175838" y="20404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17C3704B-5D52-3E2A-2336-ED6B50ABEBFB}"/>
                </a:ext>
              </a:extLst>
            </p:cNvPr>
            <p:cNvSpPr/>
            <p:nvPr/>
          </p:nvSpPr>
          <p:spPr>
            <a:xfrm>
              <a:off x="2783697" y="1384499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9525">
              <a:solidFill>
                <a:srgbClr val="C00000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79BCACA1-4932-D927-0314-B8EEEA6A20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9832" y="14510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6" name="TextBox 755">
            <a:extLst>
              <a:ext uri="{FF2B5EF4-FFF2-40B4-BE49-F238E27FC236}">
                <a16:creationId xmlns:a16="http://schemas.microsoft.com/office/drawing/2014/main" id="{25B591B5-F81B-707D-0A9F-328B68981239}"/>
              </a:ext>
            </a:extLst>
          </p:cNvPr>
          <p:cNvSpPr txBox="1"/>
          <p:nvPr/>
        </p:nvSpPr>
        <p:spPr>
          <a:xfrm>
            <a:off x="2242933" y="4643093"/>
            <a:ext cx="23382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B: With Opt.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D77373A-E1E8-C0F5-FA23-24457614A193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BF38631D-4C68-16B7-1BE0-B4115F75FB1E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47C38D94-124E-A5BD-5F03-50E70AB5DE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2453B76F-EB6F-2F32-AB88-23563AC37DFB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E3E03E63-32AD-3ACD-F949-E907A5171F55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C0B6803-5BD3-3AC2-502A-D8CD56046A9D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1D0B38CE-97CF-9D44-8FF9-E7CD444C1773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2A01F9D1-B5B0-1743-89C9-24F5B856754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C098B0A1-D8AC-6971-49CB-BD9B5C2B4329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1AD2EDD0-69DB-0F3E-06EC-64113233636F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6F555BC6-9C6B-57D9-3289-F90448998782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41E582-3C3A-F444-8EA3-A44A156F564B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CDC430BE-358B-BC1F-7835-578645139C53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BF48042-2B92-A892-B89D-DBEAA8054AF6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D3DF4F23-24CD-D043-6F84-D534BFD301DA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4E6FA51-2077-251A-EE6B-7240BD7566BB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43694DAD-894C-FC3C-0B29-7BBE831BD997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41CB6078-2F76-6F6C-3E07-D08E5E8E3DAA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D6A7E3CD-399C-7B22-2037-E554F21FA7F5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518207C3-181B-B01C-3BB3-53EFDF89FD7D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1B4393F4-1277-C51D-68EA-99A0E32F8C5D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BE71EB8B-1E87-5FC8-4A2B-9ADDF580C4EE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939BC12C-4D2A-6F21-8BB1-3EF2B1380CA5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1D62429A-64AF-317E-D956-696D811B412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3BB5583-622C-9551-6EDA-DC717A3440DC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942913AF-B46D-635F-D883-A65F629A4CAD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852AC1F9-6771-B1FC-4E80-914DF581F59E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535705C7-CA5D-13F2-0054-6BFD8593C50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1FD400F1-BB35-258C-E242-3604AD2BA627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6F67B7A-8E80-2CD4-30C1-C08B63791807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5B777C7D-DBA0-23D4-7751-5F2B0A88C457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C41591F9-AE60-D2D2-D060-ED1B895BF595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42453BA4-E1D0-6D32-1AA8-087F21AE8A21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D3CC48B2-52FB-FBB2-9FD1-1465117B1885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9764E92E-3305-2649-599B-CC80D32EBB59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E2B47DA2-E257-8ED7-AABB-7931DB3C3A5A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92A2E24-9BC2-1B8E-B402-55CCAEBCB97A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3B301D50-1F02-AC6D-7CD3-BE6C48A0395F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C1FAA664-3BBA-3123-D700-FD11814BD2AC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DC038E0C-EACC-1D03-090D-8BE85A561FA0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9454763A-31B0-84E0-306C-F67348BEC228}"/>
              </a:ext>
            </a:extLst>
          </p:cNvPr>
          <p:cNvSpPr/>
          <p:nvPr/>
        </p:nvSpPr>
        <p:spPr>
          <a:xfrm flipH="1">
            <a:off x="10026597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7050ED34-85C8-3091-A278-520901468FEA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7506A867-11CD-BBE3-4D78-32FCCEE0E8C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1FE6A76B-84EF-680A-B42D-2AD3F1124855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C0A04971-6460-32F9-A80D-FA6D203739F6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85D65EE8-77DC-90D4-40D4-EBD0C44C59F9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62A1E072-6560-5942-EDA7-7B10A2167B02}"/>
              </a:ext>
            </a:extLst>
          </p:cNvPr>
          <p:cNvSpPr/>
          <p:nvPr/>
        </p:nvSpPr>
        <p:spPr>
          <a:xfrm flipH="1">
            <a:off x="9606260" y="3152325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6157DFE8-FC4B-F0A8-076F-D850A6B001E1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09228239-EC9F-3E8D-E09D-7E55D71A424D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331451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11AA-B0F8-A44E-7DC3-B7877EE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343">
            <a:extLst>
              <a:ext uri="{FF2B5EF4-FFF2-40B4-BE49-F238E27FC236}">
                <a16:creationId xmlns:a16="http://schemas.microsoft.com/office/drawing/2014/main" id="{FFE75B8B-52BA-B1CF-2D61-84E60267BDCD}"/>
              </a:ext>
            </a:extLst>
          </p:cNvPr>
          <p:cNvSpPr/>
          <p:nvPr/>
        </p:nvSpPr>
        <p:spPr>
          <a:xfrm flipH="1">
            <a:off x="3054653" y="1747974"/>
            <a:ext cx="457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5FE988A9-F440-06A4-BC77-3F558FBB8BB5}"/>
              </a:ext>
            </a:extLst>
          </p:cNvPr>
          <p:cNvSpPr/>
          <p:nvPr/>
        </p:nvSpPr>
        <p:spPr>
          <a:xfrm flipH="1">
            <a:off x="3048368" y="1444511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E385C0A3-9FAA-92A7-1873-8B930C6B8FD8}"/>
              </a:ext>
            </a:extLst>
          </p:cNvPr>
          <p:cNvCxnSpPr>
            <a:cxnSpLocks/>
          </p:cNvCxnSpPr>
          <p:nvPr/>
        </p:nvCxnSpPr>
        <p:spPr>
          <a:xfrm>
            <a:off x="221673" y="2330560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C7BFB3EE-9734-4657-1930-27A533A06A77}"/>
              </a:ext>
            </a:extLst>
          </p:cNvPr>
          <p:cNvCxnSpPr>
            <a:cxnSpLocks/>
          </p:cNvCxnSpPr>
          <p:nvPr/>
        </p:nvCxnSpPr>
        <p:spPr>
          <a:xfrm>
            <a:off x="3048289" y="8532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458F6AC-48F4-D76D-E441-57D2F0BDC259}"/>
              </a:ext>
            </a:extLst>
          </p:cNvPr>
          <p:cNvCxnSpPr>
            <a:cxnSpLocks/>
          </p:cNvCxnSpPr>
          <p:nvPr/>
        </p:nvCxnSpPr>
        <p:spPr>
          <a:xfrm>
            <a:off x="2047674" y="2636473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DCFA379-640A-744A-C15A-849FC49F042E}"/>
              </a:ext>
            </a:extLst>
          </p:cNvPr>
          <p:cNvCxnSpPr>
            <a:cxnSpLocks/>
          </p:cNvCxnSpPr>
          <p:nvPr/>
        </p:nvCxnSpPr>
        <p:spPr>
          <a:xfrm>
            <a:off x="2068328" y="114979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E220541-9085-DD6E-78A4-1B097FDF8733}"/>
              </a:ext>
            </a:extLst>
          </p:cNvPr>
          <p:cNvCxnSpPr>
            <a:cxnSpLocks/>
          </p:cNvCxnSpPr>
          <p:nvPr/>
        </p:nvCxnSpPr>
        <p:spPr>
          <a:xfrm>
            <a:off x="207818" y="1445290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132256E-A230-F8E0-CBBC-8B46A943387A}"/>
              </a:ext>
            </a:extLst>
          </p:cNvPr>
          <p:cNvCxnSpPr>
            <a:cxnSpLocks/>
          </p:cNvCxnSpPr>
          <p:nvPr/>
        </p:nvCxnSpPr>
        <p:spPr>
          <a:xfrm>
            <a:off x="193964" y="1738364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4214EFC-D492-2179-48DB-37F61FDAA438}"/>
              </a:ext>
            </a:extLst>
          </p:cNvPr>
          <p:cNvCxnSpPr>
            <a:cxnSpLocks/>
          </p:cNvCxnSpPr>
          <p:nvPr/>
        </p:nvCxnSpPr>
        <p:spPr>
          <a:xfrm>
            <a:off x="235527" y="2041488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24EB062-4E6A-0256-4E40-147F4F94FFCC}"/>
              </a:ext>
            </a:extLst>
          </p:cNvPr>
          <p:cNvCxnSpPr>
            <a:cxnSpLocks/>
          </p:cNvCxnSpPr>
          <p:nvPr/>
        </p:nvCxnSpPr>
        <p:spPr>
          <a:xfrm>
            <a:off x="2406191" y="859315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68D80C-8DC3-5FEE-B350-F4DA6D85EB9D}"/>
              </a:ext>
            </a:extLst>
          </p:cNvPr>
          <p:cNvCxnSpPr>
            <a:cxnSpLocks/>
          </p:cNvCxnSpPr>
          <p:nvPr/>
        </p:nvCxnSpPr>
        <p:spPr>
          <a:xfrm>
            <a:off x="3828572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F5245FF-ACE7-6E2A-0ED9-52B2AC72AD46}"/>
              </a:ext>
            </a:extLst>
          </p:cNvPr>
          <p:cNvCxnSpPr>
            <a:cxnSpLocks/>
          </p:cNvCxnSpPr>
          <p:nvPr/>
        </p:nvCxnSpPr>
        <p:spPr>
          <a:xfrm flipH="1">
            <a:off x="4597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61F0A3D-411B-ABE1-DB29-CD76147FAD93}"/>
              </a:ext>
            </a:extLst>
          </p:cNvPr>
          <p:cNvCxnSpPr>
            <a:cxnSpLocks/>
          </p:cNvCxnSpPr>
          <p:nvPr/>
        </p:nvCxnSpPr>
        <p:spPr>
          <a:xfrm>
            <a:off x="5382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2E3D827-ED13-2433-365C-7CE931852449}"/>
              </a:ext>
            </a:extLst>
          </p:cNvPr>
          <p:cNvCxnSpPr>
            <a:cxnSpLocks/>
          </p:cNvCxnSpPr>
          <p:nvPr/>
        </p:nvCxnSpPr>
        <p:spPr>
          <a:xfrm flipH="1">
            <a:off x="6135313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2B019B7-2B63-B222-546F-D29735F7F978}"/>
              </a:ext>
            </a:extLst>
          </p:cNvPr>
          <p:cNvCxnSpPr>
            <a:cxnSpLocks/>
          </p:cNvCxnSpPr>
          <p:nvPr/>
        </p:nvCxnSpPr>
        <p:spPr>
          <a:xfrm>
            <a:off x="6915975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B7A5EC-9283-C554-621C-0C36E0E46C22}"/>
              </a:ext>
            </a:extLst>
          </p:cNvPr>
          <p:cNvCxnSpPr/>
          <p:nvPr/>
        </p:nvCxnSpPr>
        <p:spPr>
          <a:xfrm>
            <a:off x="7687825" y="85931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209DF1C-EF31-AC18-E1E2-8E0283A3A725}"/>
              </a:ext>
            </a:extLst>
          </p:cNvPr>
          <p:cNvCxnSpPr/>
          <p:nvPr/>
        </p:nvCxnSpPr>
        <p:spPr>
          <a:xfrm flipV="1">
            <a:off x="383002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4E9D0CE-E81D-FFC8-9186-05773540B1E3}"/>
              </a:ext>
            </a:extLst>
          </p:cNvPr>
          <p:cNvCxnSpPr>
            <a:cxnSpLocks/>
          </p:cNvCxnSpPr>
          <p:nvPr/>
        </p:nvCxnSpPr>
        <p:spPr>
          <a:xfrm flipV="1">
            <a:off x="5378090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0598722-9A54-93A9-6292-BC2F6783E486}"/>
              </a:ext>
            </a:extLst>
          </p:cNvPr>
          <p:cNvCxnSpPr>
            <a:cxnSpLocks/>
          </p:cNvCxnSpPr>
          <p:nvPr/>
        </p:nvCxnSpPr>
        <p:spPr>
          <a:xfrm flipV="1">
            <a:off x="4603559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019F6AF-45FF-8087-2139-1527217BE635}"/>
              </a:ext>
            </a:extLst>
          </p:cNvPr>
          <p:cNvCxnSpPr>
            <a:cxnSpLocks/>
          </p:cNvCxnSpPr>
          <p:nvPr/>
        </p:nvCxnSpPr>
        <p:spPr>
          <a:xfrm flipV="1">
            <a:off x="614947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DAF1D77E-CAFB-1271-E624-0E5631236191}"/>
              </a:ext>
            </a:extLst>
          </p:cNvPr>
          <p:cNvCxnSpPr>
            <a:cxnSpLocks/>
          </p:cNvCxnSpPr>
          <p:nvPr/>
        </p:nvCxnSpPr>
        <p:spPr>
          <a:xfrm flipV="1">
            <a:off x="691898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5DB4C4B6-FCD5-5BC7-E740-00189B8B09D5}"/>
              </a:ext>
            </a:extLst>
          </p:cNvPr>
          <p:cNvCxnSpPr>
            <a:cxnSpLocks/>
          </p:cNvCxnSpPr>
          <p:nvPr/>
        </p:nvCxnSpPr>
        <p:spPr>
          <a:xfrm flipV="1">
            <a:off x="769009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/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719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/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2062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/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637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/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/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/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/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/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/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000" r="-1000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024C82C-9508-63F8-B315-3FAE330F9FAC}"/>
              </a:ext>
            </a:extLst>
          </p:cNvPr>
          <p:cNvCxnSpPr>
            <a:cxnSpLocks/>
          </p:cNvCxnSpPr>
          <p:nvPr/>
        </p:nvCxnSpPr>
        <p:spPr>
          <a:xfrm>
            <a:off x="2045999" y="84998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/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B545F66-9894-5660-2188-16D6451E3AFE}"/>
              </a:ext>
            </a:extLst>
          </p:cNvPr>
          <p:cNvCxnSpPr>
            <a:cxnSpLocks/>
          </p:cNvCxnSpPr>
          <p:nvPr/>
        </p:nvCxnSpPr>
        <p:spPr>
          <a:xfrm flipH="1" flipV="1">
            <a:off x="3046896" y="145454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91162E1-5D7F-2B2B-1CA4-257F667111FB}"/>
              </a:ext>
            </a:extLst>
          </p:cNvPr>
          <p:cNvCxnSpPr>
            <a:cxnSpLocks/>
          </p:cNvCxnSpPr>
          <p:nvPr/>
        </p:nvCxnSpPr>
        <p:spPr>
          <a:xfrm flipV="1">
            <a:off x="3047080" y="2026821"/>
            <a:ext cx="0" cy="308495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55FF6E1-2187-3717-17A8-4503F0EB0A2D}"/>
              </a:ext>
            </a:extLst>
          </p:cNvPr>
          <p:cNvGrpSpPr/>
          <p:nvPr/>
        </p:nvGrpSpPr>
        <p:grpSpPr>
          <a:xfrm>
            <a:off x="4567846" y="1440264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F1F46139-8905-431D-2AE4-52597DDB9E6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FA8E03D-1AFA-4D8A-214F-ABD49FA7812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82FE98-6FFE-36C7-7471-EFA841CF94BC}"/>
              </a:ext>
            </a:extLst>
          </p:cNvPr>
          <p:cNvCxnSpPr>
            <a:cxnSpLocks/>
          </p:cNvCxnSpPr>
          <p:nvPr/>
        </p:nvCxnSpPr>
        <p:spPr>
          <a:xfrm>
            <a:off x="8459677" y="84998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539DFAF-CC50-85D2-E29F-27E5D2C7CB67}"/>
              </a:ext>
            </a:extLst>
          </p:cNvPr>
          <p:cNvCxnSpPr/>
          <p:nvPr/>
        </p:nvCxnSpPr>
        <p:spPr>
          <a:xfrm>
            <a:off x="9231527" y="84998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20C54825-ED91-0B14-091F-BCDB62FBC4BD}"/>
              </a:ext>
            </a:extLst>
          </p:cNvPr>
          <p:cNvCxnSpPr>
            <a:cxnSpLocks/>
          </p:cNvCxnSpPr>
          <p:nvPr/>
        </p:nvCxnSpPr>
        <p:spPr>
          <a:xfrm flipV="1">
            <a:off x="846255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E9D8EF5-C62A-9A23-66AD-2DA5C562771D}"/>
              </a:ext>
            </a:extLst>
          </p:cNvPr>
          <p:cNvCxnSpPr>
            <a:cxnSpLocks/>
          </p:cNvCxnSpPr>
          <p:nvPr/>
        </p:nvCxnSpPr>
        <p:spPr>
          <a:xfrm flipV="1">
            <a:off x="923366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/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/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11E17828-42E3-7139-6F9F-5AD6C614F0FD}"/>
              </a:ext>
            </a:extLst>
          </p:cNvPr>
          <p:cNvCxnSpPr>
            <a:cxnSpLocks/>
          </p:cNvCxnSpPr>
          <p:nvPr/>
        </p:nvCxnSpPr>
        <p:spPr>
          <a:xfrm>
            <a:off x="3056134" y="2330560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25796F5-1A4F-8BE3-0804-F7EC50DB0BDB}"/>
              </a:ext>
            </a:extLst>
          </p:cNvPr>
          <p:cNvCxnSpPr/>
          <p:nvPr/>
        </p:nvCxnSpPr>
        <p:spPr>
          <a:xfrm>
            <a:off x="9841453" y="859315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BB77B2-990D-8CC4-4769-7C93B8887E78}"/>
              </a:ext>
            </a:extLst>
          </p:cNvPr>
          <p:cNvSpPr txBox="1"/>
          <p:nvPr/>
        </p:nvSpPr>
        <p:spPr>
          <a:xfrm>
            <a:off x="2312205" y="494286"/>
            <a:ext cx="296921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No optimizations 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A29733-3E07-507C-A533-D05308A653A9}"/>
              </a:ext>
            </a:extLst>
          </p:cNvPr>
          <p:cNvCxnSpPr>
            <a:cxnSpLocks/>
          </p:cNvCxnSpPr>
          <p:nvPr/>
        </p:nvCxnSpPr>
        <p:spPr>
          <a:xfrm>
            <a:off x="256448" y="5455339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BBE4B0-8B22-70DE-C9E2-7DD2FE0AA054}"/>
              </a:ext>
            </a:extLst>
          </p:cNvPr>
          <p:cNvCxnSpPr>
            <a:cxnSpLocks/>
          </p:cNvCxnSpPr>
          <p:nvPr/>
        </p:nvCxnSpPr>
        <p:spPr>
          <a:xfrm>
            <a:off x="3083064" y="39779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/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31579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1D3DF3-9A8F-ED0F-0688-9A736EBAD31E}"/>
              </a:ext>
            </a:extLst>
          </p:cNvPr>
          <p:cNvCxnSpPr>
            <a:cxnSpLocks/>
          </p:cNvCxnSpPr>
          <p:nvPr/>
        </p:nvCxnSpPr>
        <p:spPr>
          <a:xfrm>
            <a:off x="2082449" y="57612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713B53-914C-0107-8AFB-AF7E9103DF48}"/>
              </a:ext>
            </a:extLst>
          </p:cNvPr>
          <p:cNvCxnSpPr>
            <a:cxnSpLocks/>
          </p:cNvCxnSpPr>
          <p:nvPr/>
        </p:nvCxnSpPr>
        <p:spPr>
          <a:xfrm>
            <a:off x="2103103" y="42745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EFD216-8A1F-E96A-F464-363757C103F7}"/>
              </a:ext>
            </a:extLst>
          </p:cNvPr>
          <p:cNvCxnSpPr>
            <a:cxnSpLocks/>
          </p:cNvCxnSpPr>
          <p:nvPr/>
        </p:nvCxnSpPr>
        <p:spPr>
          <a:xfrm>
            <a:off x="242593" y="4570069"/>
            <a:ext cx="996051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78DE68A-FA14-2907-2915-6A7D8E20C50B}"/>
              </a:ext>
            </a:extLst>
          </p:cNvPr>
          <p:cNvCxnSpPr>
            <a:cxnSpLocks/>
          </p:cNvCxnSpPr>
          <p:nvPr/>
        </p:nvCxnSpPr>
        <p:spPr>
          <a:xfrm>
            <a:off x="228739" y="4863143"/>
            <a:ext cx="997604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0C2EDC-8C97-ECAA-952C-DBF316B76490}"/>
              </a:ext>
            </a:extLst>
          </p:cNvPr>
          <p:cNvCxnSpPr>
            <a:cxnSpLocks/>
          </p:cNvCxnSpPr>
          <p:nvPr/>
        </p:nvCxnSpPr>
        <p:spPr>
          <a:xfrm>
            <a:off x="270302" y="5166267"/>
            <a:ext cx="9936156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5D390B-3575-B7FE-96D7-C663FBA8A12B}"/>
              </a:ext>
            </a:extLst>
          </p:cNvPr>
          <p:cNvCxnSpPr>
            <a:cxnSpLocks/>
          </p:cNvCxnSpPr>
          <p:nvPr/>
        </p:nvCxnSpPr>
        <p:spPr>
          <a:xfrm>
            <a:off x="2440966" y="3984094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70A1D1B-6E11-A3B1-56ED-77FB7D602A49}"/>
              </a:ext>
            </a:extLst>
          </p:cNvPr>
          <p:cNvCxnSpPr>
            <a:cxnSpLocks/>
          </p:cNvCxnSpPr>
          <p:nvPr/>
        </p:nvCxnSpPr>
        <p:spPr>
          <a:xfrm>
            <a:off x="3863347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23FEC61-33CD-644C-86AC-FAAF0FE81777}"/>
              </a:ext>
            </a:extLst>
          </p:cNvPr>
          <p:cNvCxnSpPr>
            <a:cxnSpLocks/>
          </p:cNvCxnSpPr>
          <p:nvPr/>
        </p:nvCxnSpPr>
        <p:spPr>
          <a:xfrm flipH="1">
            <a:off x="4632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77A9AF-DDE1-D7B6-86A3-AEDCF7126658}"/>
              </a:ext>
            </a:extLst>
          </p:cNvPr>
          <p:cNvCxnSpPr>
            <a:cxnSpLocks/>
          </p:cNvCxnSpPr>
          <p:nvPr/>
        </p:nvCxnSpPr>
        <p:spPr>
          <a:xfrm>
            <a:off x="5417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CBE5B13-FB26-4F05-96C6-83A0B1CF4E6C}"/>
              </a:ext>
            </a:extLst>
          </p:cNvPr>
          <p:cNvCxnSpPr>
            <a:cxnSpLocks/>
          </p:cNvCxnSpPr>
          <p:nvPr/>
        </p:nvCxnSpPr>
        <p:spPr>
          <a:xfrm flipH="1">
            <a:off x="6170088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318DF5-59EE-EFC7-0117-36B9361A74FA}"/>
              </a:ext>
            </a:extLst>
          </p:cNvPr>
          <p:cNvCxnSpPr>
            <a:cxnSpLocks/>
          </p:cNvCxnSpPr>
          <p:nvPr/>
        </p:nvCxnSpPr>
        <p:spPr>
          <a:xfrm>
            <a:off x="6950750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951BB5-3E40-A51B-9758-5736F8180007}"/>
              </a:ext>
            </a:extLst>
          </p:cNvPr>
          <p:cNvCxnSpPr/>
          <p:nvPr/>
        </p:nvCxnSpPr>
        <p:spPr>
          <a:xfrm>
            <a:off x="7722600" y="398409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E7C025-5317-ED66-9340-9EB5E7FFB26B}"/>
              </a:ext>
            </a:extLst>
          </p:cNvPr>
          <p:cNvCxnSpPr/>
          <p:nvPr/>
        </p:nvCxnSpPr>
        <p:spPr>
          <a:xfrm flipV="1">
            <a:off x="386480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E258D-FD5F-AD42-3E88-C0733CFF4011}"/>
              </a:ext>
            </a:extLst>
          </p:cNvPr>
          <p:cNvCxnSpPr>
            <a:cxnSpLocks/>
          </p:cNvCxnSpPr>
          <p:nvPr/>
        </p:nvCxnSpPr>
        <p:spPr>
          <a:xfrm flipV="1">
            <a:off x="5412865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9816927-87AA-DD20-F153-821DAA32BFCB}"/>
              </a:ext>
            </a:extLst>
          </p:cNvPr>
          <p:cNvCxnSpPr>
            <a:cxnSpLocks/>
          </p:cNvCxnSpPr>
          <p:nvPr/>
        </p:nvCxnSpPr>
        <p:spPr>
          <a:xfrm flipV="1">
            <a:off x="4638334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FE00C07-1621-CADA-F947-0375B623CA24}"/>
              </a:ext>
            </a:extLst>
          </p:cNvPr>
          <p:cNvCxnSpPr>
            <a:cxnSpLocks/>
          </p:cNvCxnSpPr>
          <p:nvPr/>
        </p:nvCxnSpPr>
        <p:spPr>
          <a:xfrm flipV="1">
            <a:off x="618425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F9B118B-AEEE-937F-E2F1-7F283D925F39}"/>
              </a:ext>
            </a:extLst>
          </p:cNvPr>
          <p:cNvCxnSpPr>
            <a:cxnSpLocks/>
          </p:cNvCxnSpPr>
          <p:nvPr/>
        </p:nvCxnSpPr>
        <p:spPr>
          <a:xfrm flipV="1">
            <a:off x="695376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FC5DC12-FE1D-926E-76C2-583E55AFCA47}"/>
              </a:ext>
            </a:extLst>
          </p:cNvPr>
          <p:cNvCxnSpPr>
            <a:cxnSpLocks/>
          </p:cNvCxnSpPr>
          <p:nvPr/>
        </p:nvCxnSpPr>
        <p:spPr>
          <a:xfrm flipV="1">
            <a:off x="772487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/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blipFill>
                <a:blip r:embed="rId15"/>
                <a:stretch>
                  <a:fillRect l="-71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/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blipFill>
                <a:blip r:embed="rId16"/>
                <a:stretch>
                  <a:fillRect l="-2062" b="-190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/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blipFill>
                <a:blip r:embed="rId17"/>
                <a:stretch>
                  <a:fillRect l="-637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/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/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blipFill>
                <a:blip r:embed="rId1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/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/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/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blipFill>
                <a:blip r:embed="rId22"/>
                <a:stretch>
                  <a:fillRect l="-31250" r="-31250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/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191E3AD-45B7-2A07-B2EA-7AA7AFF5231C}"/>
              </a:ext>
            </a:extLst>
          </p:cNvPr>
          <p:cNvCxnSpPr>
            <a:cxnSpLocks/>
          </p:cNvCxnSpPr>
          <p:nvPr/>
        </p:nvCxnSpPr>
        <p:spPr>
          <a:xfrm>
            <a:off x="2080774" y="397476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/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>
            <a:extLst>
              <a:ext uri="{FF2B5EF4-FFF2-40B4-BE49-F238E27FC236}">
                <a16:creationId xmlns:a16="http://schemas.microsoft.com/office/drawing/2014/main" id="{184A314D-01CA-8CEA-0068-03F7813D4883}"/>
              </a:ext>
            </a:extLst>
          </p:cNvPr>
          <p:cNvSpPr/>
          <p:nvPr/>
        </p:nvSpPr>
        <p:spPr>
          <a:xfrm flipH="1">
            <a:off x="3096154" y="4575807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F8CE7A-A814-32A8-4AF1-66443F03CDBB}"/>
              </a:ext>
            </a:extLst>
          </p:cNvPr>
          <p:cNvCxnSpPr>
            <a:cxnSpLocks/>
          </p:cNvCxnSpPr>
          <p:nvPr/>
        </p:nvCxnSpPr>
        <p:spPr>
          <a:xfrm flipH="1" flipV="1">
            <a:off x="3087146" y="457932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6CBD5A5-82F1-981F-FC18-3284C7E56759}"/>
              </a:ext>
            </a:extLst>
          </p:cNvPr>
          <p:cNvCxnSpPr>
            <a:cxnSpLocks/>
          </p:cNvCxnSpPr>
          <p:nvPr/>
        </p:nvCxnSpPr>
        <p:spPr>
          <a:xfrm>
            <a:off x="3866812" y="45662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2AC9C4-E056-BCE6-CCA6-C72BAA141AA6}"/>
              </a:ext>
            </a:extLst>
          </p:cNvPr>
          <p:cNvCxnSpPr>
            <a:cxnSpLocks/>
          </p:cNvCxnSpPr>
          <p:nvPr/>
        </p:nvCxnSpPr>
        <p:spPr>
          <a:xfrm>
            <a:off x="3085141" y="457496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7EC73978-D0FE-747E-8933-7C8F8D81E3FF}"/>
              </a:ext>
            </a:extLst>
          </p:cNvPr>
          <p:cNvSpPr/>
          <p:nvPr/>
        </p:nvSpPr>
        <p:spPr>
          <a:xfrm flipH="1">
            <a:off x="3844445" y="4866202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C7B2998-FDD6-ADFA-4E78-19599BBA423D}"/>
              </a:ext>
            </a:extLst>
          </p:cNvPr>
          <p:cNvCxnSpPr>
            <a:cxnSpLocks/>
          </p:cNvCxnSpPr>
          <p:nvPr/>
        </p:nvCxnSpPr>
        <p:spPr>
          <a:xfrm flipV="1">
            <a:off x="3862861" y="487101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E953D81-6F30-FE06-FA55-71520A548837}"/>
              </a:ext>
            </a:extLst>
          </p:cNvPr>
          <p:cNvCxnSpPr>
            <a:cxnSpLocks/>
          </p:cNvCxnSpPr>
          <p:nvPr/>
        </p:nvCxnSpPr>
        <p:spPr>
          <a:xfrm>
            <a:off x="5412864" y="486486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6DBD4AAE-BE76-1F63-B956-E3C56DD24E79}"/>
              </a:ext>
            </a:extLst>
          </p:cNvPr>
          <p:cNvSpPr/>
          <p:nvPr/>
        </p:nvSpPr>
        <p:spPr>
          <a:xfrm flipH="1">
            <a:off x="3090908" y="5156193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AE1BD9E-ED2C-2962-5844-FF1B7DEAE99F}"/>
              </a:ext>
            </a:extLst>
          </p:cNvPr>
          <p:cNvCxnSpPr>
            <a:cxnSpLocks/>
          </p:cNvCxnSpPr>
          <p:nvPr/>
        </p:nvCxnSpPr>
        <p:spPr>
          <a:xfrm flipV="1">
            <a:off x="3087330" y="5151600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795B806-9C89-6555-16EC-AC8207B073AE}"/>
              </a:ext>
            </a:extLst>
          </p:cNvPr>
          <p:cNvCxnSpPr>
            <a:cxnSpLocks/>
          </p:cNvCxnSpPr>
          <p:nvPr/>
        </p:nvCxnSpPr>
        <p:spPr>
          <a:xfrm>
            <a:off x="5412928" y="515838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565700-F6BF-B9CF-9E1A-895C9CA29C2F}"/>
              </a:ext>
            </a:extLst>
          </p:cNvPr>
          <p:cNvCxnSpPr>
            <a:cxnSpLocks/>
          </p:cNvCxnSpPr>
          <p:nvPr/>
        </p:nvCxnSpPr>
        <p:spPr>
          <a:xfrm>
            <a:off x="3087143" y="5158386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3C565FB7-8594-54EA-1886-75663C91EA3D}"/>
              </a:ext>
            </a:extLst>
          </p:cNvPr>
          <p:cNvSpPr/>
          <p:nvPr/>
        </p:nvSpPr>
        <p:spPr>
          <a:xfrm flipH="1">
            <a:off x="5423976" y="4574560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B47107-EC1D-6C6C-C6CF-D533B656AE1F}"/>
              </a:ext>
            </a:extLst>
          </p:cNvPr>
          <p:cNvCxnSpPr>
            <a:cxnSpLocks/>
          </p:cNvCxnSpPr>
          <p:nvPr/>
        </p:nvCxnSpPr>
        <p:spPr>
          <a:xfrm flipH="1" flipV="1">
            <a:off x="5414968" y="457807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9E608CF-407B-CA41-C8B2-98038C5D2B35}"/>
              </a:ext>
            </a:extLst>
          </p:cNvPr>
          <p:cNvCxnSpPr>
            <a:cxnSpLocks/>
          </p:cNvCxnSpPr>
          <p:nvPr/>
        </p:nvCxnSpPr>
        <p:spPr>
          <a:xfrm>
            <a:off x="6181572" y="456504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7498F4F-F6E4-A442-0FD7-D3B0D1F3AF51}"/>
              </a:ext>
            </a:extLst>
          </p:cNvPr>
          <p:cNvCxnSpPr>
            <a:cxnSpLocks/>
          </p:cNvCxnSpPr>
          <p:nvPr/>
        </p:nvCxnSpPr>
        <p:spPr>
          <a:xfrm>
            <a:off x="5412963" y="457371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35D8EF-F4E1-2646-8A91-C0A4C38FB1F6}"/>
              </a:ext>
            </a:extLst>
          </p:cNvPr>
          <p:cNvCxnSpPr>
            <a:cxnSpLocks/>
          </p:cNvCxnSpPr>
          <p:nvPr/>
        </p:nvCxnSpPr>
        <p:spPr>
          <a:xfrm>
            <a:off x="3085141" y="4862378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F0E1158-A695-5E5D-D630-89C4F0945B83}"/>
              </a:ext>
            </a:extLst>
          </p:cNvPr>
          <p:cNvGrpSpPr/>
          <p:nvPr/>
        </p:nvGrpSpPr>
        <p:grpSpPr>
          <a:xfrm>
            <a:off x="4602621" y="4565043"/>
            <a:ext cx="45719" cy="296189"/>
            <a:chOff x="3509152" y="253612"/>
            <a:chExt cx="45719" cy="29618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4CDAB6C-F71A-EFC0-C834-78FB3346365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6D7E793-0F5E-F97F-2DF4-D96872E2434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877D363A-1699-0251-E4EB-BA3E3BB87F31}"/>
              </a:ext>
            </a:extLst>
          </p:cNvPr>
          <p:cNvSpPr/>
          <p:nvPr/>
        </p:nvSpPr>
        <p:spPr>
          <a:xfrm flipH="1">
            <a:off x="6952783" y="4568854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E51BF81-FD43-D8F5-726D-022D827B7D19}"/>
              </a:ext>
            </a:extLst>
          </p:cNvPr>
          <p:cNvCxnSpPr>
            <a:cxnSpLocks/>
          </p:cNvCxnSpPr>
          <p:nvPr/>
        </p:nvCxnSpPr>
        <p:spPr>
          <a:xfrm>
            <a:off x="7722721" y="456528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1E49B03-7FD7-AE3A-7902-F3A8BC03A107}"/>
              </a:ext>
            </a:extLst>
          </p:cNvPr>
          <p:cNvCxnSpPr>
            <a:cxnSpLocks/>
          </p:cNvCxnSpPr>
          <p:nvPr/>
        </p:nvCxnSpPr>
        <p:spPr>
          <a:xfrm>
            <a:off x="6953760" y="4569850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B7EDBFA-E6A9-B910-CFDE-1F8927240E49}"/>
              </a:ext>
            </a:extLst>
          </p:cNvPr>
          <p:cNvCxnSpPr>
            <a:cxnSpLocks/>
          </p:cNvCxnSpPr>
          <p:nvPr/>
        </p:nvCxnSpPr>
        <p:spPr>
          <a:xfrm>
            <a:off x="8494452" y="397476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3F235C6-8059-D973-8D49-454A7F6BE4EB}"/>
              </a:ext>
            </a:extLst>
          </p:cNvPr>
          <p:cNvCxnSpPr/>
          <p:nvPr/>
        </p:nvCxnSpPr>
        <p:spPr>
          <a:xfrm>
            <a:off x="9266302" y="397476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380CB85-32D1-5123-8BDD-2831184F094E}"/>
              </a:ext>
            </a:extLst>
          </p:cNvPr>
          <p:cNvCxnSpPr>
            <a:cxnSpLocks/>
          </p:cNvCxnSpPr>
          <p:nvPr/>
        </p:nvCxnSpPr>
        <p:spPr>
          <a:xfrm flipV="1">
            <a:off x="849733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84FC6B1-ABBB-94B4-BC1C-A6310E13F1FD}"/>
              </a:ext>
            </a:extLst>
          </p:cNvPr>
          <p:cNvCxnSpPr>
            <a:cxnSpLocks/>
          </p:cNvCxnSpPr>
          <p:nvPr/>
        </p:nvCxnSpPr>
        <p:spPr>
          <a:xfrm flipV="1">
            <a:off x="926844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/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blipFill>
                <a:blip r:embed="rId2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/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835D9F9-E3D6-DF1D-9751-87FD9E5116F8}"/>
              </a:ext>
            </a:extLst>
          </p:cNvPr>
          <p:cNvGrpSpPr/>
          <p:nvPr/>
        </p:nvGrpSpPr>
        <p:grpSpPr>
          <a:xfrm>
            <a:off x="6144527" y="5162025"/>
            <a:ext cx="45719" cy="296189"/>
            <a:chOff x="3509152" y="253612"/>
            <a:chExt cx="45719" cy="296189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C19E68D-A5D0-3819-0114-CA4BECE5324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E1FF7DD-C8DB-28FD-3936-31C42061D9C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E5D53-F636-BF46-A438-A69E31FE80CB}"/>
              </a:ext>
            </a:extLst>
          </p:cNvPr>
          <p:cNvGrpSpPr/>
          <p:nvPr/>
        </p:nvGrpSpPr>
        <p:grpSpPr>
          <a:xfrm>
            <a:off x="6144491" y="4870175"/>
            <a:ext cx="45719" cy="296189"/>
            <a:chOff x="3509152" y="253612"/>
            <a:chExt cx="45719" cy="29618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190EF6C-6DE8-7C70-4196-8187971CB9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576E4DB-B2E1-6AC3-5E98-9D27032C734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EE0F5FA-D35C-4235-36BD-F894039BD7FA}"/>
              </a:ext>
            </a:extLst>
          </p:cNvPr>
          <p:cNvSpPr/>
          <p:nvPr/>
        </p:nvSpPr>
        <p:spPr>
          <a:xfrm flipH="1">
            <a:off x="6207403" y="4868944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5E966D5-EA3E-6C0E-F002-A4A6FDF54A20}"/>
              </a:ext>
            </a:extLst>
          </p:cNvPr>
          <p:cNvCxnSpPr>
            <a:cxnSpLocks/>
          </p:cNvCxnSpPr>
          <p:nvPr/>
        </p:nvCxnSpPr>
        <p:spPr>
          <a:xfrm flipV="1">
            <a:off x="6200390" y="486123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6A51F05-E086-9EAC-ED00-24F2AF79E2CD}"/>
              </a:ext>
            </a:extLst>
          </p:cNvPr>
          <p:cNvCxnSpPr>
            <a:cxnSpLocks/>
          </p:cNvCxnSpPr>
          <p:nvPr/>
        </p:nvCxnSpPr>
        <p:spPr>
          <a:xfrm>
            <a:off x="6198448" y="4862378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F83B9D5-23DB-8359-174E-B227EE25A6AF}"/>
              </a:ext>
            </a:extLst>
          </p:cNvPr>
          <p:cNvCxnSpPr>
            <a:cxnSpLocks/>
          </p:cNvCxnSpPr>
          <p:nvPr/>
        </p:nvCxnSpPr>
        <p:spPr>
          <a:xfrm>
            <a:off x="7719766" y="486894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60F48D2-8CAB-DA4E-8E58-9CCBA276C9CE}"/>
              </a:ext>
            </a:extLst>
          </p:cNvPr>
          <p:cNvSpPr/>
          <p:nvPr/>
        </p:nvSpPr>
        <p:spPr>
          <a:xfrm flipH="1">
            <a:off x="8500119" y="4572076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3DC757B-C86D-4BC0-A748-0CA855DC913A}"/>
              </a:ext>
            </a:extLst>
          </p:cNvPr>
          <p:cNvCxnSpPr>
            <a:cxnSpLocks/>
          </p:cNvCxnSpPr>
          <p:nvPr/>
        </p:nvCxnSpPr>
        <p:spPr>
          <a:xfrm>
            <a:off x="9270057" y="456850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25A64E0-EB3A-0A46-F494-976F3BC24000}"/>
              </a:ext>
            </a:extLst>
          </p:cNvPr>
          <p:cNvCxnSpPr>
            <a:cxnSpLocks/>
          </p:cNvCxnSpPr>
          <p:nvPr/>
        </p:nvCxnSpPr>
        <p:spPr>
          <a:xfrm>
            <a:off x="8501096" y="4573072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AD73EE9-DC69-846E-B6AB-989CF900A037}"/>
              </a:ext>
            </a:extLst>
          </p:cNvPr>
          <p:cNvCxnSpPr>
            <a:cxnSpLocks/>
          </p:cNvCxnSpPr>
          <p:nvPr/>
        </p:nvCxnSpPr>
        <p:spPr>
          <a:xfrm>
            <a:off x="8494452" y="486120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4AA75-6CEF-ED37-0032-BA97EB3F85E0}"/>
              </a:ext>
            </a:extLst>
          </p:cNvPr>
          <p:cNvGrpSpPr/>
          <p:nvPr/>
        </p:nvGrpSpPr>
        <p:grpSpPr>
          <a:xfrm>
            <a:off x="6892035" y="4565721"/>
            <a:ext cx="45719" cy="296189"/>
            <a:chOff x="3509152" y="253612"/>
            <a:chExt cx="45719" cy="296189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6ED69B-7BAA-BFE6-F5C8-B47F1F0ECCA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612991E-3C01-E510-DD2E-74C3DF8C9B9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60B10D4-67C7-F13B-10EF-EF96BC092AB0}"/>
              </a:ext>
            </a:extLst>
          </p:cNvPr>
          <p:cNvCxnSpPr>
            <a:cxnSpLocks/>
          </p:cNvCxnSpPr>
          <p:nvPr/>
        </p:nvCxnSpPr>
        <p:spPr>
          <a:xfrm flipH="1" flipV="1">
            <a:off x="6947409" y="457396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7576311-E018-8321-2E65-AAC7E351C24A}"/>
              </a:ext>
            </a:extLst>
          </p:cNvPr>
          <p:cNvGrpSpPr/>
          <p:nvPr/>
        </p:nvGrpSpPr>
        <p:grpSpPr>
          <a:xfrm>
            <a:off x="8439290" y="4572679"/>
            <a:ext cx="45719" cy="296189"/>
            <a:chOff x="3509152" y="253612"/>
            <a:chExt cx="45719" cy="296189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C36540-AEB4-D03F-4A29-9C7058CC16F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51E9A47F-5673-14F5-C4A1-E4AF873F586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45A0444-71C0-33E6-16AC-1DB89DF639B3}"/>
              </a:ext>
            </a:extLst>
          </p:cNvPr>
          <p:cNvCxnSpPr>
            <a:cxnSpLocks/>
          </p:cNvCxnSpPr>
          <p:nvPr/>
        </p:nvCxnSpPr>
        <p:spPr>
          <a:xfrm flipH="1" flipV="1">
            <a:off x="8494745" y="457718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4A71E1E-FE89-B9CD-13EA-CF50D6A162D9}"/>
              </a:ext>
            </a:extLst>
          </p:cNvPr>
          <p:cNvGrpSpPr/>
          <p:nvPr/>
        </p:nvGrpSpPr>
        <p:grpSpPr>
          <a:xfrm>
            <a:off x="8439290" y="4872077"/>
            <a:ext cx="45719" cy="296189"/>
            <a:chOff x="3509152" y="253612"/>
            <a:chExt cx="45719" cy="29618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9A74AF29-5786-481A-5B0C-6EFC312C5B2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19AFF33-5B2B-571B-007E-3A827A0AF26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EE2306-0DCE-E503-13BB-4A7F413471B7}"/>
              </a:ext>
            </a:extLst>
          </p:cNvPr>
          <p:cNvSpPr/>
          <p:nvPr/>
        </p:nvSpPr>
        <p:spPr>
          <a:xfrm flipH="1">
            <a:off x="6209647" y="5163461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1F8D4AF7-A42F-7AB9-E005-2B9F54BED620}"/>
              </a:ext>
            </a:extLst>
          </p:cNvPr>
          <p:cNvCxnSpPr>
            <a:cxnSpLocks/>
          </p:cNvCxnSpPr>
          <p:nvPr/>
        </p:nvCxnSpPr>
        <p:spPr>
          <a:xfrm flipV="1">
            <a:off x="6200203" y="5161010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25689A5-7F96-CD90-B20D-B7E6028FDA91}"/>
              </a:ext>
            </a:extLst>
          </p:cNvPr>
          <p:cNvCxnSpPr>
            <a:cxnSpLocks/>
          </p:cNvCxnSpPr>
          <p:nvPr/>
        </p:nvCxnSpPr>
        <p:spPr>
          <a:xfrm flipV="1">
            <a:off x="3090909" y="5455339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9F8398-0537-E1C0-AE64-9751E1890347}"/>
              </a:ext>
            </a:extLst>
          </p:cNvPr>
          <p:cNvSpPr/>
          <p:nvPr/>
        </p:nvSpPr>
        <p:spPr>
          <a:xfrm flipH="1">
            <a:off x="7732491" y="5159015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076CBF7C-0497-FB44-9777-3E26516E7214}"/>
              </a:ext>
            </a:extLst>
          </p:cNvPr>
          <p:cNvCxnSpPr>
            <a:cxnSpLocks/>
          </p:cNvCxnSpPr>
          <p:nvPr/>
        </p:nvCxnSpPr>
        <p:spPr>
          <a:xfrm>
            <a:off x="6192161" y="5155954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BE785B6-4FE8-32D6-41E6-0E384D1885F3}"/>
              </a:ext>
            </a:extLst>
          </p:cNvPr>
          <p:cNvSpPr/>
          <p:nvPr/>
        </p:nvSpPr>
        <p:spPr>
          <a:xfrm flipH="1">
            <a:off x="6958304" y="5164712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5DA1ECA-1288-6B62-51E9-CF223A01D83F}"/>
              </a:ext>
            </a:extLst>
          </p:cNvPr>
          <p:cNvGrpSpPr/>
          <p:nvPr/>
        </p:nvGrpSpPr>
        <p:grpSpPr>
          <a:xfrm>
            <a:off x="9737955" y="4783223"/>
            <a:ext cx="45719" cy="296189"/>
            <a:chOff x="3509152" y="253612"/>
            <a:chExt cx="45719" cy="296189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7505AC-DE03-BA62-271B-63212F7FCF8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364BCCD2-57A2-62B8-37B4-07DCFEAD62A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/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/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/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6316" r="-5263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EE341B9-DC53-B2CD-555B-23F2C100752D}"/>
              </a:ext>
            </a:extLst>
          </p:cNvPr>
          <p:cNvCxnSpPr/>
          <p:nvPr/>
        </p:nvCxnSpPr>
        <p:spPr>
          <a:xfrm>
            <a:off x="9876228" y="3984094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7BD66DE-2AC4-CEBB-183D-8FDD30B557DC}"/>
              </a:ext>
            </a:extLst>
          </p:cNvPr>
          <p:cNvSpPr txBox="1"/>
          <p:nvPr/>
        </p:nvSpPr>
        <p:spPr>
          <a:xfrm>
            <a:off x="2346980" y="3619065"/>
            <a:ext cx="315355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B: With optimizations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E543E-8938-AA61-E814-73C2B4F6D98F}"/>
              </a:ext>
            </a:extLst>
          </p:cNvPr>
          <p:cNvCxnSpPr>
            <a:cxnSpLocks/>
          </p:cNvCxnSpPr>
          <p:nvPr/>
        </p:nvCxnSpPr>
        <p:spPr>
          <a:xfrm>
            <a:off x="9841986" y="8409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115BBF0-F270-912E-FD9B-01ED0D2E5606}"/>
              </a:ext>
            </a:extLst>
          </p:cNvPr>
          <p:cNvCxnSpPr/>
          <p:nvPr/>
        </p:nvCxnSpPr>
        <p:spPr>
          <a:xfrm>
            <a:off x="10624988" y="8409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3BE43B13-C7A1-4CBA-AB59-5A8946EB9600}"/>
              </a:ext>
            </a:extLst>
          </p:cNvPr>
          <p:cNvCxnSpPr>
            <a:cxnSpLocks/>
          </p:cNvCxnSpPr>
          <p:nvPr/>
        </p:nvCxnSpPr>
        <p:spPr>
          <a:xfrm>
            <a:off x="11396840" y="83160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/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blipFill>
                <a:blip r:embed="rId30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/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/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blipFill>
                <a:blip r:embed="rId32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58F52FC-B7F5-1D71-8A5C-698884671F4A}"/>
              </a:ext>
            </a:extLst>
          </p:cNvPr>
          <p:cNvCxnSpPr>
            <a:cxnSpLocks/>
          </p:cNvCxnSpPr>
          <p:nvPr/>
        </p:nvCxnSpPr>
        <p:spPr>
          <a:xfrm flipH="1" flipV="1">
            <a:off x="3049118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41C7393-775D-9DC1-CE86-1BC0ABBF088C}"/>
              </a:ext>
            </a:extLst>
          </p:cNvPr>
          <p:cNvCxnSpPr>
            <a:cxnSpLocks/>
          </p:cNvCxnSpPr>
          <p:nvPr/>
        </p:nvCxnSpPr>
        <p:spPr>
          <a:xfrm flipH="1" flipV="1">
            <a:off x="6915396" y="1446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EF505F86-26B5-CF55-04C9-743508068CF7}"/>
              </a:ext>
            </a:extLst>
          </p:cNvPr>
          <p:cNvCxnSpPr>
            <a:cxnSpLocks/>
          </p:cNvCxnSpPr>
          <p:nvPr/>
        </p:nvCxnSpPr>
        <p:spPr>
          <a:xfrm flipH="1" flipV="1">
            <a:off x="10624455" y="14526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B1DF358C-9FD6-B3A3-D0C7-94A768FFFA57}"/>
              </a:ext>
            </a:extLst>
          </p:cNvPr>
          <p:cNvCxnSpPr>
            <a:cxnSpLocks/>
          </p:cNvCxnSpPr>
          <p:nvPr/>
        </p:nvCxnSpPr>
        <p:spPr>
          <a:xfrm flipH="1" flipV="1">
            <a:off x="3831407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58C2338-EB9C-47A3-7EA8-0FA48CBB0699}"/>
              </a:ext>
            </a:extLst>
          </p:cNvPr>
          <p:cNvCxnSpPr>
            <a:cxnSpLocks/>
          </p:cNvCxnSpPr>
          <p:nvPr/>
        </p:nvCxnSpPr>
        <p:spPr>
          <a:xfrm flipH="1" flipV="1">
            <a:off x="3309881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E3DF97B6-C467-045F-8D82-5604F24AA000}"/>
              </a:ext>
            </a:extLst>
          </p:cNvPr>
          <p:cNvCxnSpPr>
            <a:cxnSpLocks/>
          </p:cNvCxnSpPr>
          <p:nvPr/>
        </p:nvCxnSpPr>
        <p:spPr>
          <a:xfrm flipH="1" flipV="1">
            <a:off x="3570644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D22C176B-BEFF-2634-BFF4-42F80623FBFD}"/>
              </a:ext>
            </a:extLst>
          </p:cNvPr>
          <p:cNvCxnSpPr>
            <a:cxnSpLocks/>
          </p:cNvCxnSpPr>
          <p:nvPr/>
        </p:nvCxnSpPr>
        <p:spPr>
          <a:xfrm flipH="1" flipV="1">
            <a:off x="4596358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3556242-2008-E3A3-AA4A-D8CEFF50AFFC}"/>
              </a:ext>
            </a:extLst>
          </p:cNvPr>
          <p:cNvCxnSpPr>
            <a:cxnSpLocks/>
          </p:cNvCxnSpPr>
          <p:nvPr/>
        </p:nvCxnSpPr>
        <p:spPr>
          <a:xfrm flipH="1" flipV="1">
            <a:off x="4074832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3716952-B0E6-E46F-1027-7E70A896621C}"/>
              </a:ext>
            </a:extLst>
          </p:cNvPr>
          <p:cNvCxnSpPr>
            <a:cxnSpLocks/>
          </p:cNvCxnSpPr>
          <p:nvPr/>
        </p:nvCxnSpPr>
        <p:spPr>
          <a:xfrm flipH="1" flipV="1">
            <a:off x="4335595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02696865-12BB-86AA-D548-58FCE8E9E43B}"/>
              </a:ext>
            </a:extLst>
          </p:cNvPr>
          <p:cNvCxnSpPr>
            <a:cxnSpLocks/>
          </p:cNvCxnSpPr>
          <p:nvPr/>
        </p:nvCxnSpPr>
        <p:spPr>
          <a:xfrm flipH="1" flipV="1">
            <a:off x="5383181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E119F766-5255-7C42-E6DF-5549978A6BF6}"/>
              </a:ext>
            </a:extLst>
          </p:cNvPr>
          <p:cNvCxnSpPr>
            <a:cxnSpLocks/>
          </p:cNvCxnSpPr>
          <p:nvPr/>
        </p:nvCxnSpPr>
        <p:spPr>
          <a:xfrm flipH="1" flipV="1">
            <a:off x="4861655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968622F5-FC46-C411-716A-EAEFB978F692}"/>
              </a:ext>
            </a:extLst>
          </p:cNvPr>
          <p:cNvCxnSpPr>
            <a:cxnSpLocks/>
          </p:cNvCxnSpPr>
          <p:nvPr/>
        </p:nvCxnSpPr>
        <p:spPr>
          <a:xfrm flipH="1" flipV="1">
            <a:off x="5122418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1E0AFCB-3695-F951-DA9B-BDE2E4A3585C}"/>
              </a:ext>
            </a:extLst>
          </p:cNvPr>
          <p:cNvCxnSpPr>
            <a:cxnSpLocks/>
          </p:cNvCxnSpPr>
          <p:nvPr/>
        </p:nvCxnSpPr>
        <p:spPr>
          <a:xfrm flipH="1" flipV="1">
            <a:off x="6136980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B53B513-8945-0023-0EAA-F275CC5FE572}"/>
              </a:ext>
            </a:extLst>
          </p:cNvPr>
          <p:cNvCxnSpPr>
            <a:cxnSpLocks/>
          </p:cNvCxnSpPr>
          <p:nvPr/>
        </p:nvCxnSpPr>
        <p:spPr>
          <a:xfrm flipH="1" flipV="1">
            <a:off x="5626606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401745D5-9081-0260-C3C2-1B5B1E27FFF1}"/>
              </a:ext>
            </a:extLst>
          </p:cNvPr>
          <p:cNvCxnSpPr>
            <a:cxnSpLocks/>
          </p:cNvCxnSpPr>
          <p:nvPr/>
        </p:nvCxnSpPr>
        <p:spPr>
          <a:xfrm flipH="1" flipV="1">
            <a:off x="5887369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AA927BA1-54BE-CE58-92A7-BFFFF0467085}"/>
              </a:ext>
            </a:extLst>
          </p:cNvPr>
          <p:cNvCxnSpPr>
            <a:cxnSpLocks/>
          </p:cNvCxnSpPr>
          <p:nvPr/>
        </p:nvCxnSpPr>
        <p:spPr>
          <a:xfrm flipH="1" flipV="1">
            <a:off x="6394582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4C96ADD9-5A79-635E-9A08-12975108B19C}"/>
              </a:ext>
            </a:extLst>
          </p:cNvPr>
          <p:cNvCxnSpPr>
            <a:cxnSpLocks/>
          </p:cNvCxnSpPr>
          <p:nvPr/>
        </p:nvCxnSpPr>
        <p:spPr>
          <a:xfrm flipH="1" flipV="1">
            <a:off x="7176871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A6C67ED-D05F-D7B1-A627-9DB2E5628E3F}"/>
              </a:ext>
            </a:extLst>
          </p:cNvPr>
          <p:cNvCxnSpPr>
            <a:cxnSpLocks/>
          </p:cNvCxnSpPr>
          <p:nvPr/>
        </p:nvCxnSpPr>
        <p:spPr>
          <a:xfrm flipH="1" flipV="1">
            <a:off x="6655345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D55B7D1D-21E1-542E-1CC4-13CB9D3E4C24}"/>
              </a:ext>
            </a:extLst>
          </p:cNvPr>
          <p:cNvCxnSpPr>
            <a:cxnSpLocks/>
          </p:cNvCxnSpPr>
          <p:nvPr/>
        </p:nvCxnSpPr>
        <p:spPr>
          <a:xfrm flipH="1" flipV="1">
            <a:off x="6916108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1611C1F8-F4D6-E97B-DFF7-B970790BDBF1}"/>
              </a:ext>
            </a:extLst>
          </p:cNvPr>
          <p:cNvCxnSpPr>
            <a:cxnSpLocks/>
          </p:cNvCxnSpPr>
          <p:nvPr/>
        </p:nvCxnSpPr>
        <p:spPr>
          <a:xfrm flipH="1" flipV="1">
            <a:off x="7941822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9CF1075-B477-D1EE-7FB8-CEBCB533949E}"/>
              </a:ext>
            </a:extLst>
          </p:cNvPr>
          <p:cNvCxnSpPr>
            <a:cxnSpLocks/>
          </p:cNvCxnSpPr>
          <p:nvPr/>
        </p:nvCxnSpPr>
        <p:spPr>
          <a:xfrm flipH="1" flipV="1">
            <a:off x="7420296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F5771D2D-A3C3-327D-BE14-7CD2A4FD6143}"/>
              </a:ext>
            </a:extLst>
          </p:cNvPr>
          <p:cNvCxnSpPr>
            <a:cxnSpLocks/>
          </p:cNvCxnSpPr>
          <p:nvPr/>
        </p:nvCxnSpPr>
        <p:spPr>
          <a:xfrm flipH="1" flipV="1">
            <a:off x="7681059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57A195EA-564C-A9AD-7E2A-331CCD97C6DB}"/>
              </a:ext>
            </a:extLst>
          </p:cNvPr>
          <p:cNvCxnSpPr>
            <a:cxnSpLocks/>
          </p:cNvCxnSpPr>
          <p:nvPr/>
        </p:nvCxnSpPr>
        <p:spPr>
          <a:xfrm flipH="1" flipV="1">
            <a:off x="8728645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60FFD3A-1085-81A8-A823-5C3DFF1F6B45}"/>
              </a:ext>
            </a:extLst>
          </p:cNvPr>
          <p:cNvCxnSpPr>
            <a:cxnSpLocks/>
          </p:cNvCxnSpPr>
          <p:nvPr/>
        </p:nvCxnSpPr>
        <p:spPr>
          <a:xfrm flipH="1" flipV="1">
            <a:off x="8207119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4ED64C6-B032-7052-AB8A-B5ACF18EC326}"/>
              </a:ext>
            </a:extLst>
          </p:cNvPr>
          <p:cNvCxnSpPr>
            <a:cxnSpLocks/>
          </p:cNvCxnSpPr>
          <p:nvPr/>
        </p:nvCxnSpPr>
        <p:spPr>
          <a:xfrm flipH="1" flipV="1">
            <a:off x="8467882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B884A38C-3D6D-5E7A-FE76-56C73FD16114}"/>
              </a:ext>
            </a:extLst>
          </p:cNvPr>
          <p:cNvCxnSpPr>
            <a:cxnSpLocks/>
          </p:cNvCxnSpPr>
          <p:nvPr/>
        </p:nvCxnSpPr>
        <p:spPr>
          <a:xfrm flipH="1" flipV="1">
            <a:off x="9437836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0006C24-D9E1-8156-1E53-345C9FD43F01}"/>
              </a:ext>
            </a:extLst>
          </p:cNvPr>
          <p:cNvCxnSpPr>
            <a:cxnSpLocks/>
          </p:cNvCxnSpPr>
          <p:nvPr/>
        </p:nvCxnSpPr>
        <p:spPr>
          <a:xfrm flipH="1" flipV="1">
            <a:off x="8972070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90B28A-B4C5-E8E3-0BFA-3E6628545904}"/>
              </a:ext>
            </a:extLst>
          </p:cNvPr>
          <p:cNvCxnSpPr>
            <a:cxnSpLocks/>
          </p:cNvCxnSpPr>
          <p:nvPr/>
        </p:nvCxnSpPr>
        <p:spPr>
          <a:xfrm flipH="1" flipV="1">
            <a:off x="9232833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6849C89B-319E-2B83-83A6-25DFAFD27434}"/>
              </a:ext>
            </a:extLst>
          </p:cNvPr>
          <p:cNvCxnSpPr>
            <a:cxnSpLocks/>
          </p:cNvCxnSpPr>
          <p:nvPr/>
        </p:nvCxnSpPr>
        <p:spPr>
          <a:xfrm flipH="1" flipV="1">
            <a:off x="10100465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5C6F71E-2D47-6D3E-F8CD-24049285A0C1}"/>
              </a:ext>
            </a:extLst>
          </p:cNvPr>
          <p:cNvCxnSpPr>
            <a:cxnSpLocks/>
          </p:cNvCxnSpPr>
          <p:nvPr/>
        </p:nvCxnSpPr>
        <p:spPr>
          <a:xfrm flipH="1" flipV="1">
            <a:off x="9839702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4A8BF0-A63C-573E-C112-F86FC46F6058}"/>
              </a:ext>
            </a:extLst>
          </p:cNvPr>
          <p:cNvCxnSpPr>
            <a:cxnSpLocks/>
          </p:cNvCxnSpPr>
          <p:nvPr/>
        </p:nvCxnSpPr>
        <p:spPr>
          <a:xfrm flipH="1" flipV="1">
            <a:off x="10887288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345D2F78-05D3-B49B-4C7E-7CF552639993}"/>
              </a:ext>
            </a:extLst>
          </p:cNvPr>
          <p:cNvCxnSpPr>
            <a:cxnSpLocks/>
          </p:cNvCxnSpPr>
          <p:nvPr/>
        </p:nvCxnSpPr>
        <p:spPr>
          <a:xfrm flipH="1" flipV="1">
            <a:off x="10365762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B7B4AD8-EB60-62C8-9272-9093E425D1A6}"/>
              </a:ext>
            </a:extLst>
          </p:cNvPr>
          <p:cNvCxnSpPr>
            <a:cxnSpLocks/>
          </p:cNvCxnSpPr>
          <p:nvPr/>
        </p:nvCxnSpPr>
        <p:spPr>
          <a:xfrm flipH="1" flipV="1">
            <a:off x="10626525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F649EE3C-7221-4EF1-A509-3F5AB8D29AE6}"/>
              </a:ext>
            </a:extLst>
          </p:cNvPr>
          <p:cNvCxnSpPr>
            <a:cxnSpLocks/>
          </p:cNvCxnSpPr>
          <p:nvPr/>
        </p:nvCxnSpPr>
        <p:spPr>
          <a:xfrm flipH="1" flipV="1">
            <a:off x="9642747" y="175089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66BB7A36-E6F1-35A1-5598-66223412CA0A}"/>
              </a:ext>
            </a:extLst>
          </p:cNvPr>
          <p:cNvCxnSpPr>
            <a:cxnSpLocks/>
          </p:cNvCxnSpPr>
          <p:nvPr/>
        </p:nvCxnSpPr>
        <p:spPr>
          <a:xfrm flipH="1" flipV="1">
            <a:off x="11175838" y="20404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7C2FF799-6897-17A4-C204-2D48923F1AA5}"/>
              </a:ext>
            </a:extLst>
          </p:cNvPr>
          <p:cNvSpPr/>
          <p:nvPr/>
        </p:nvSpPr>
        <p:spPr>
          <a:xfrm>
            <a:off x="2783697" y="138449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E50AB0B0-8874-B47D-422F-4ED7ACCCC341}"/>
              </a:ext>
            </a:extLst>
          </p:cNvPr>
          <p:cNvCxnSpPr>
            <a:cxnSpLocks/>
          </p:cNvCxnSpPr>
          <p:nvPr/>
        </p:nvCxnSpPr>
        <p:spPr>
          <a:xfrm flipH="1">
            <a:off x="3819832" y="14510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92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10764</TotalTime>
  <Words>1875</Words>
  <Application>Microsoft Office PowerPoint</Application>
  <PresentationFormat>Широкоэкранный</PresentationFormat>
  <Paragraphs>1094</Paragraphs>
  <Slides>23</Slides>
  <Notes>0</Notes>
  <HiddenSlides>2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31" baseType="lpstr">
      <vt:lpstr>Arial</vt:lpstr>
      <vt:lpstr>Calibri</vt:lpstr>
      <vt:lpstr>Calibri Light</vt:lpstr>
      <vt:lpstr>Cambria</vt:lpstr>
      <vt:lpstr>Cambria Math</vt:lpstr>
      <vt:lpstr>Consolas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234</cp:revision>
  <cp:lastPrinted>2024-06-05T11:48:30Z</cp:lastPrinted>
  <dcterms:created xsi:type="dcterms:W3CDTF">2024-01-08T10:43:46Z</dcterms:created>
  <dcterms:modified xsi:type="dcterms:W3CDTF">2026-10-04T15:36:47Z</dcterms:modified>
</cp:coreProperties>
</file>