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26" r:id="rId20"/>
    <p:sldId id="427" r:id="rId21"/>
    <p:sldId id="428" r:id="rId22"/>
    <p:sldId id="424" r:id="rId23"/>
    <p:sldId id="418" r:id="rId24"/>
    <p:sldId id="256" r:id="rId25"/>
    <p:sldId id="436" r:id="rId26"/>
    <p:sldId id="439" r:id="rId27"/>
    <p:sldId id="437" r:id="rId28"/>
    <p:sldId id="438" r:id="rId29"/>
    <p:sldId id="440" r:id="rId30"/>
    <p:sldId id="453" r:id="rId31"/>
    <p:sldId id="441" r:id="rId32"/>
    <p:sldId id="442" r:id="rId33"/>
    <p:sldId id="443" r:id="rId34"/>
    <p:sldId id="449" r:id="rId35"/>
    <p:sldId id="447" r:id="rId36"/>
    <p:sldId id="446" r:id="rId37"/>
    <p:sldId id="444" r:id="rId38"/>
    <p:sldId id="452" r:id="rId39"/>
    <p:sldId id="445" r:id="rId40"/>
    <p:sldId id="451" r:id="rId41"/>
    <p:sldId id="448" r:id="rId42"/>
    <p:sldId id="450" r:id="rId43"/>
  </p:sldIdLst>
  <p:sldSz cx="12192000" cy="6858000"/>
  <p:notesSz cx="6858000" cy="9144000"/>
  <p:defaultTextStyle>
    <a:defPPr>
      <a:defRPr lang="en-RU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E2E2"/>
    <a:srgbClr val="A6A6A6"/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6327"/>
  </p:normalViewPr>
  <p:slideViewPr>
    <p:cSldViewPr snapToGrid="0">
      <p:cViewPr>
        <p:scale>
          <a:sx n="400" d="100"/>
          <a:sy n="400" d="100"/>
        </p:scale>
        <p:origin x="-8040" y="-4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10/18/2026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9" Type="http://schemas.openxmlformats.org/officeDocument/2006/relationships/image" Target="../media/image111.png"/><Relationship Id="rId3" Type="http://schemas.openxmlformats.org/officeDocument/2006/relationships/image" Target="../media/image38.png"/><Relationship Id="rId21" Type="http://schemas.openxmlformats.org/officeDocument/2006/relationships/image" Target="../media/image97.png"/><Relationship Id="rId34" Type="http://schemas.openxmlformats.org/officeDocument/2006/relationships/image" Target="../media/image107.png"/><Relationship Id="rId42" Type="http://schemas.openxmlformats.org/officeDocument/2006/relationships/image" Target="../media/image114.png"/><Relationship Id="rId7" Type="http://schemas.openxmlformats.org/officeDocument/2006/relationships/image" Target="../media/image42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98.png"/><Relationship Id="rId33" Type="http://schemas.openxmlformats.org/officeDocument/2006/relationships/image" Target="../media/image106.png"/><Relationship Id="rId38" Type="http://schemas.openxmlformats.org/officeDocument/2006/relationships/image" Target="../media/image110.png"/><Relationship Id="rId2" Type="http://schemas.openxmlformats.org/officeDocument/2006/relationships/image" Target="../media/image37.png"/><Relationship Id="rId16" Type="http://schemas.openxmlformats.org/officeDocument/2006/relationships/image" Target="../media/image93.png"/><Relationship Id="rId20" Type="http://schemas.openxmlformats.org/officeDocument/2006/relationships/image" Target="../media/image55.png"/><Relationship Id="rId29" Type="http://schemas.openxmlformats.org/officeDocument/2006/relationships/image" Target="../media/image102.png"/><Relationship Id="rId4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88.png"/><Relationship Id="rId24" Type="http://schemas.openxmlformats.org/officeDocument/2006/relationships/image" Target="../media/image63.png"/><Relationship Id="rId32" Type="http://schemas.openxmlformats.org/officeDocument/2006/relationships/image" Target="../media/image105.png"/><Relationship Id="rId37" Type="http://schemas.openxmlformats.org/officeDocument/2006/relationships/image" Target="../media/image109.png"/><Relationship Id="rId40" Type="http://schemas.openxmlformats.org/officeDocument/2006/relationships/image" Target="../media/image112.png"/><Relationship Id="rId5" Type="http://schemas.openxmlformats.org/officeDocument/2006/relationships/image" Target="../media/image40.png"/><Relationship Id="rId15" Type="http://schemas.openxmlformats.org/officeDocument/2006/relationships/image" Target="../media/image92.png"/><Relationship Id="rId23" Type="http://schemas.openxmlformats.org/officeDocument/2006/relationships/image" Target="../media/image62.png"/><Relationship Id="rId28" Type="http://schemas.openxmlformats.org/officeDocument/2006/relationships/image" Target="../media/image101.png"/><Relationship Id="rId36" Type="http://schemas.openxmlformats.org/officeDocument/2006/relationships/image" Target="../media/image85.png"/><Relationship Id="rId10" Type="http://schemas.openxmlformats.org/officeDocument/2006/relationships/image" Target="../media/image45.png"/><Relationship Id="rId19" Type="http://schemas.openxmlformats.org/officeDocument/2006/relationships/image" Target="../media/image96.png"/><Relationship Id="rId31" Type="http://schemas.openxmlformats.org/officeDocument/2006/relationships/image" Target="../media/image104.png"/><Relationship Id="rId44" Type="http://schemas.openxmlformats.org/officeDocument/2006/relationships/image" Target="../media/image11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91.png"/><Relationship Id="rId22" Type="http://schemas.openxmlformats.org/officeDocument/2006/relationships/image" Target="../media/image61.png"/><Relationship Id="rId27" Type="http://schemas.openxmlformats.org/officeDocument/2006/relationships/image" Target="../media/image100.png"/><Relationship Id="rId30" Type="http://schemas.openxmlformats.org/officeDocument/2006/relationships/image" Target="../media/image103.png"/><Relationship Id="rId35" Type="http://schemas.openxmlformats.org/officeDocument/2006/relationships/image" Target="../media/image108.png"/><Relationship Id="rId43" Type="http://schemas.openxmlformats.org/officeDocument/2006/relationships/image" Target="../media/image1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46" Type="http://schemas.openxmlformats.org/officeDocument/2006/relationships/image" Target="../media/image161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1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50" Type="http://schemas.openxmlformats.org/officeDocument/2006/relationships/image" Target="../media/image210.png"/><Relationship Id="rId55" Type="http://schemas.openxmlformats.org/officeDocument/2006/relationships/image" Target="../media/image215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59" Type="http://schemas.openxmlformats.org/officeDocument/2006/relationships/image" Target="../media/image219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29" Type="http://schemas.openxmlformats.org/officeDocument/2006/relationships/image" Target="../media/image189.png"/><Relationship Id="rId41" Type="http://schemas.openxmlformats.org/officeDocument/2006/relationships/image" Target="../media/image201.png"/><Relationship Id="rId54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3" Type="http://schemas.openxmlformats.org/officeDocument/2006/relationships/image" Target="../media/image213.png"/><Relationship Id="rId58" Type="http://schemas.openxmlformats.org/officeDocument/2006/relationships/image" Target="../media/image218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49" Type="http://schemas.openxmlformats.org/officeDocument/2006/relationships/image" Target="../media/image209.png"/><Relationship Id="rId57" Type="http://schemas.openxmlformats.org/officeDocument/2006/relationships/image" Target="../media/image217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52" Type="http://schemas.openxmlformats.org/officeDocument/2006/relationships/image" Target="../media/image212.png"/><Relationship Id="rId60" Type="http://schemas.openxmlformats.org/officeDocument/2006/relationships/image" Target="../media/image22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48" Type="http://schemas.openxmlformats.org/officeDocument/2006/relationships/image" Target="../media/image208.png"/><Relationship Id="rId56" Type="http://schemas.openxmlformats.org/officeDocument/2006/relationships/image" Target="../media/image216.png"/><Relationship Id="rId8" Type="http://schemas.openxmlformats.org/officeDocument/2006/relationships/image" Target="../media/image168.png"/><Relationship Id="rId51" Type="http://schemas.openxmlformats.org/officeDocument/2006/relationships/image" Target="../media/image211.png"/><Relationship Id="rId3" Type="http://schemas.openxmlformats.org/officeDocument/2006/relationships/image" Target="../media/image16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56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59.png"/><Relationship Id="rId47" Type="http://schemas.openxmlformats.org/officeDocument/2006/relationships/image" Target="../media/image264.png"/><Relationship Id="rId50" Type="http://schemas.openxmlformats.org/officeDocument/2006/relationships/image" Target="../media/image267.png"/><Relationship Id="rId55" Type="http://schemas.openxmlformats.org/officeDocument/2006/relationships/image" Target="../media/image272.png"/><Relationship Id="rId63" Type="http://schemas.openxmlformats.org/officeDocument/2006/relationships/image" Target="../media/image280.png"/><Relationship Id="rId7" Type="http://schemas.openxmlformats.org/officeDocument/2006/relationships/image" Target="../media/image225.png"/><Relationship Id="rId2" Type="http://schemas.openxmlformats.org/officeDocument/2006/relationships/image" Target="../media/image162.png"/><Relationship Id="rId16" Type="http://schemas.openxmlformats.org/officeDocument/2006/relationships/image" Target="../media/image177.png"/><Relationship Id="rId20" Type="http://schemas.openxmlformats.org/officeDocument/2006/relationships/image" Target="../media/image237.png"/><Relationship Id="rId29" Type="http://schemas.openxmlformats.org/officeDocument/2006/relationships/image" Target="../media/image246.png"/><Relationship Id="rId41" Type="http://schemas.openxmlformats.org/officeDocument/2006/relationships/image" Target="../media/image258.png"/><Relationship Id="rId54" Type="http://schemas.openxmlformats.org/officeDocument/2006/relationships/image" Target="../media/image271.png"/><Relationship Id="rId6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2.png"/><Relationship Id="rId53" Type="http://schemas.openxmlformats.org/officeDocument/2006/relationships/image" Target="../media/image270.png"/><Relationship Id="rId58" Type="http://schemas.openxmlformats.org/officeDocument/2006/relationships/image" Target="../media/image275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0.png"/><Relationship Id="rId28" Type="http://schemas.openxmlformats.org/officeDocument/2006/relationships/image" Target="../media/image245.png"/><Relationship Id="rId36" Type="http://schemas.openxmlformats.org/officeDocument/2006/relationships/image" Target="../media/image253.png"/><Relationship Id="rId49" Type="http://schemas.openxmlformats.org/officeDocument/2006/relationships/image" Target="../media/image266.png"/><Relationship Id="rId57" Type="http://schemas.openxmlformats.org/officeDocument/2006/relationships/image" Target="../media/image274.png"/><Relationship Id="rId61" Type="http://schemas.openxmlformats.org/officeDocument/2006/relationships/image" Target="../media/image278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261.png"/><Relationship Id="rId52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image" Target="../media/image28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60.png"/><Relationship Id="rId48" Type="http://schemas.openxmlformats.org/officeDocument/2006/relationships/image" Target="../media/image265.png"/><Relationship Id="rId56" Type="http://schemas.openxmlformats.org/officeDocument/2006/relationships/image" Target="../media/image273.png"/><Relationship Id="rId64" Type="http://schemas.openxmlformats.org/officeDocument/2006/relationships/image" Target="../media/image281.png"/><Relationship Id="rId8" Type="http://schemas.openxmlformats.org/officeDocument/2006/relationships/image" Target="../media/image226.png"/><Relationship Id="rId51" Type="http://schemas.openxmlformats.org/officeDocument/2006/relationships/image" Target="../media/image268.png"/><Relationship Id="rId3" Type="http://schemas.openxmlformats.org/officeDocument/2006/relationships/image" Target="../media/image221.png"/><Relationship Id="rId12" Type="http://schemas.openxmlformats.org/officeDocument/2006/relationships/image" Target="../media/image230.png"/><Relationship Id="rId17" Type="http://schemas.openxmlformats.org/officeDocument/2006/relationships/image" Target="../media/image234.png"/><Relationship Id="rId25" Type="http://schemas.openxmlformats.org/officeDocument/2006/relationships/image" Target="../media/image242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3.png"/><Relationship Id="rId59" Type="http://schemas.openxmlformats.org/officeDocument/2006/relationships/image" Target="../media/image27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298.png"/><Relationship Id="rId50" Type="http://schemas.openxmlformats.org/officeDocument/2006/relationships/image" Target="../media/image300.png"/><Relationship Id="rId55" Type="http://schemas.openxmlformats.org/officeDocument/2006/relationships/image" Target="../media/image304.png"/><Relationship Id="rId63" Type="http://schemas.openxmlformats.org/officeDocument/2006/relationships/image" Target="../media/image312.png"/><Relationship Id="rId68" Type="http://schemas.openxmlformats.org/officeDocument/2006/relationships/image" Target="../media/image317.png"/><Relationship Id="rId76" Type="http://schemas.openxmlformats.org/officeDocument/2006/relationships/image" Target="../media/image325.png"/><Relationship Id="rId84" Type="http://schemas.openxmlformats.org/officeDocument/2006/relationships/image" Target="../media/image333.png"/><Relationship Id="rId7" Type="http://schemas.openxmlformats.org/officeDocument/2006/relationships/image" Target="../media/image225.png"/><Relationship Id="rId71" Type="http://schemas.openxmlformats.org/officeDocument/2006/relationships/image" Target="../media/image320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267.png"/><Relationship Id="rId53" Type="http://schemas.openxmlformats.org/officeDocument/2006/relationships/image" Target="../media/image303.png"/><Relationship Id="rId58" Type="http://schemas.openxmlformats.org/officeDocument/2006/relationships/image" Target="../media/image307.png"/><Relationship Id="rId66" Type="http://schemas.openxmlformats.org/officeDocument/2006/relationships/image" Target="../media/image315.png"/><Relationship Id="rId74" Type="http://schemas.openxmlformats.org/officeDocument/2006/relationships/image" Target="../media/image323.png"/><Relationship Id="rId79" Type="http://schemas.openxmlformats.org/officeDocument/2006/relationships/image" Target="../media/image328.png"/><Relationship Id="rId5" Type="http://schemas.openxmlformats.org/officeDocument/2006/relationships/image" Target="../media/image223.png"/><Relationship Id="rId61" Type="http://schemas.openxmlformats.org/officeDocument/2006/relationships/image" Target="../media/image310.png"/><Relationship Id="rId82" Type="http://schemas.openxmlformats.org/officeDocument/2006/relationships/image" Target="../media/image331.png"/><Relationship Id="rId19" Type="http://schemas.openxmlformats.org/officeDocument/2006/relationships/image" Target="../media/image236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96.png"/><Relationship Id="rId48" Type="http://schemas.openxmlformats.org/officeDocument/2006/relationships/image" Target="../media/image299.png"/><Relationship Id="rId56" Type="http://schemas.openxmlformats.org/officeDocument/2006/relationships/image" Target="../media/image305.png"/><Relationship Id="rId64" Type="http://schemas.openxmlformats.org/officeDocument/2006/relationships/image" Target="../media/image313.png"/><Relationship Id="rId69" Type="http://schemas.openxmlformats.org/officeDocument/2006/relationships/image" Target="../media/image318.png"/><Relationship Id="rId77" Type="http://schemas.openxmlformats.org/officeDocument/2006/relationships/image" Target="../media/image326.png"/><Relationship Id="rId8" Type="http://schemas.openxmlformats.org/officeDocument/2006/relationships/image" Target="../media/image226.png"/><Relationship Id="rId51" Type="http://schemas.openxmlformats.org/officeDocument/2006/relationships/image" Target="../media/image301.png"/><Relationship Id="rId72" Type="http://schemas.openxmlformats.org/officeDocument/2006/relationships/image" Target="../media/image321.png"/><Relationship Id="rId80" Type="http://schemas.openxmlformats.org/officeDocument/2006/relationships/image" Target="../media/image329.png"/><Relationship Id="rId85" Type="http://schemas.openxmlformats.org/officeDocument/2006/relationships/image" Target="../media/image334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268.png"/><Relationship Id="rId59" Type="http://schemas.openxmlformats.org/officeDocument/2006/relationships/image" Target="../media/image308.png"/><Relationship Id="rId67" Type="http://schemas.openxmlformats.org/officeDocument/2006/relationships/image" Target="../media/image316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278.png"/><Relationship Id="rId62" Type="http://schemas.openxmlformats.org/officeDocument/2006/relationships/image" Target="../media/image311.png"/><Relationship Id="rId70" Type="http://schemas.openxmlformats.org/officeDocument/2006/relationships/image" Target="../media/image319.png"/><Relationship Id="rId75" Type="http://schemas.openxmlformats.org/officeDocument/2006/relationships/image" Target="../media/image324.png"/><Relationship Id="rId83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273.png"/><Relationship Id="rId57" Type="http://schemas.openxmlformats.org/officeDocument/2006/relationships/image" Target="../media/image306.png"/><Relationship Id="rId10" Type="http://schemas.openxmlformats.org/officeDocument/2006/relationships/image" Target="../media/image228.png"/><Relationship Id="rId31" Type="http://schemas.openxmlformats.org/officeDocument/2006/relationships/image" Target="../media/image248.png"/><Relationship Id="rId44" Type="http://schemas.openxmlformats.org/officeDocument/2006/relationships/image" Target="../media/image297.png"/><Relationship Id="rId52" Type="http://schemas.openxmlformats.org/officeDocument/2006/relationships/image" Target="../media/image302.png"/><Relationship Id="rId60" Type="http://schemas.openxmlformats.org/officeDocument/2006/relationships/image" Target="../media/image309.png"/><Relationship Id="rId65" Type="http://schemas.openxmlformats.org/officeDocument/2006/relationships/image" Target="../media/image314.png"/><Relationship Id="rId73" Type="http://schemas.openxmlformats.org/officeDocument/2006/relationships/image" Target="../media/image322.png"/><Relationship Id="rId78" Type="http://schemas.openxmlformats.org/officeDocument/2006/relationships/image" Target="../media/image327.png"/><Relationship Id="rId81" Type="http://schemas.openxmlformats.org/officeDocument/2006/relationships/image" Target="../media/image330.png"/><Relationship Id="rId86" Type="http://schemas.openxmlformats.org/officeDocument/2006/relationships/image" Target="../media/image335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321.png"/><Relationship Id="rId50" Type="http://schemas.openxmlformats.org/officeDocument/2006/relationships/image" Target="../media/image337.png"/><Relationship Id="rId55" Type="http://schemas.openxmlformats.org/officeDocument/2006/relationships/image" Target="../media/image342.png"/><Relationship Id="rId63" Type="http://schemas.openxmlformats.org/officeDocument/2006/relationships/image" Target="../media/image349.png"/><Relationship Id="rId68" Type="http://schemas.openxmlformats.org/officeDocument/2006/relationships/image" Target="../media/image315.png"/><Relationship Id="rId76" Type="http://schemas.openxmlformats.org/officeDocument/2006/relationships/image" Target="../media/image334.png"/><Relationship Id="rId7" Type="http://schemas.openxmlformats.org/officeDocument/2006/relationships/image" Target="../media/image225.png"/><Relationship Id="rId71" Type="http://schemas.openxmlformats.org/officeDocument/2006/relationships/image" Target="../media/image318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304.png"/><Relationship Id="rId53" Type="http://schemas.openxmlformats.org/officeDocument/2006/relationships/image" Target="../media/image340.png"/><Relationship Id="rId58" Type="http://schemas.openxmlformats.org/officeDocument/2006/relationships/image" Target="../media/image278.png"/><Relationship Id="rId66" Type="http://schemas.openxmlformats.org/officeDocument/2006/relationships/image" Target="../media/image351.png"/><Relationship Id="rId74" Type="http://schemas.openxmlformats.org/officeDocument/2006/relationships/image" Target="../media/image357.png"/><Relationship Id="rId79" Type="http://schemas.openxmlformats.org/officeDocument/2006/relationships/image" Target="../media/image359.png"/><Relationship Id="rId5" Type="http://schemas.openxmlformats.org/officeDocument/2006/relationships/image" Target="../media/image223.png"/><Relationship Id="rId61" Type="http://schemas.openxmlformats.org/officeDocument/2006/relationships/image" Target="../media/image347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303.png"/><Relationship Id="rId52" Type="http://schemas.openxmlformats.org/officeDocument/2006/relationships/image" Target="../media/image339.png"/><Relationship Id="rId60" Type="http://schemas.openxmlformats.org/officeDocument/2006/relationships/image" Target="../media/image346.png"/><Relationship Id="rId65" Type="http://schemas.openxmlformats.org/officeDocument/2006/relationships/image" Target="../media/image350.png"/><Relationship Id="rId73" Type="http://schemas.openxmlformats.org/officeDocument/2006/relationships/image" Target="../media/image356.png"/><Relationship Id="rId78" Type="http://schemas.openxmlformats.org/officeDocument/2006/relationships/image" Target="../media/image33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301.png"/><Relationship Id="rId48" Type="http://schemas.openxmlformats.org/officeDocument/2006/relationships/image" Target="../media/image329.png"/><Relationship Id="rId56" Type="http://schemas.openxmlformats.org/officeDocument/2006/relationships/image" Target="../media/image343.png"/><Relationship Id="rId64" Type="http://schemas.openxmlformats.org/officeDocument/2006/relationships/image" Target="../media/image310.png"/><Relationship Id="rId69" Type="http://schemas.openxmlformats.org/officeDocument/2006/relationships/image" Target="../media/image353.png"/><Relationship Id="rId77" Type="http://schemas.openxmlformats.org/officeDocument/2006/relationships/image" Target="../media/image358.png"/><Relationship Id="rId8" Type="http://schemas.openxmlformats.org/officeDocument/2006/relationships/image" Target="../media/image226.png"/><Relationship Id="rId51" Type="http://schemas.openxmlformats.org/officeDocument/2006/relationships/image" Target="../media/image338.png"/><Relationship Id="rId72" Type="http://schemas.openxmlformats.org/officeDocument/2006/relationships/image" Target="../media/image355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312.png"/><Relationship Id="rId59" Type="http://schemas.openxmlformats.org/officeDocument/2006/relationships/image" Target="../media/image345.png"/><Relationship Id="rId67" Type="http://schemas.openxmlformats.org/officeDocument/2006/relationships/image" Target="../media/image352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341.png"/><Relationship Id="rId62" Type="http://schemas.openxmlformats.org/officeDocument/2006/relationships/image" Target="../media/image348.png"/><Relationship Id="rId70" Type="http://schemas.openxmlformats.org/officeDocument/2006/relationships/image" Target="../media/image354.png"/><Relationship Id="rId75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336.png"/><Relationship Id="rId57" Type="http://schemas.openxmlformats.org/officeDocument/2006/relationships/image" Target="../media/image34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7.png"/><Relationship Id="rId18" Type="http://schemas.openxmlformats.org/officeDocument/2006/relationships/image" Target="../media/image346.png"/><Relationship Id="rId26" Type="http://schemas.openxmlformats.org/officeDocument/2006/relationships/image" Target="../media/image358.png"/><Relationship Id="rId39" Type="http://schemas.openxmlformats.org/officeDocument/2006/relationships/image" Target="../media/image386.png"/><Relationship Id="rId21" Type="http://schemas.openxmlformats.org/officeDocument/2006/relationships/image" Target="../media/image373.png"/><Relationship Id="rId34" Type="http://schemas.openxmlformats.org/officeDocument/2006/relationships/image" Target="../media/image381.png"/><Relationship Id="rId42" Type="http://schemas.openxmlformats.org/officeDocument/2006/relationships/image" Target="../media/image389.png"/><Relationship Id="rId47" Type="http://schemas.openxmlformats.org/officeDocument/2006/relationships/image" Target="../media/image394.png"/><Relationship Id="rId50" Type="http://schemas.openxmlformats.org/officeDocument/2006/relationships/image" Target="../media/image249.png"/><Relationship Id="rId55" Type="http://schemas.openxmlformats.org/officeDocument/2006/relationships/image" Target="../media/image400.png"/><Relationship Id="rId7" Type="http://schemas.openxmlformats.org/officeDocument/2006/relationships/image" Target="../media/image363.png"/><Relationship Id="rId12" Type="http://schemas.openxmlformats.org/officeDocument/2006/relationships/image" Target="../media/image339.png"/><Relationship Id="rId17" Type="http://schemas.openxmlformats.org/officeDocument/2006/relationships/image" Target="../media/image370.png"/><Relationship Id="rId25" Type="http://schemas.openxmlformats.org/officeDocument/2006/relationships/image" Target="../media/image316.png"/><Relationship Id="rId33" Type="http://schemas.openxmlformats.org/officeDocument/2006/relationships/image" Target="../media/image380.png"/><Relationship Id="rId38" Type="http://schemas.openxmlformats.org/officeDocument/2006/relationships/image" Target="../media/image385.png"/><Relationship Id="rId46" Type="http://schemas.openxmlformats.org/officeDocument/2006/relationships/image" Target="../media/image393.png"/><Relationship Id="rId2" Type="http://schemas.openxmlformats.org/officeDocument/2006/relationships/image" Target="../media/image360.png"/><Relationship Id="rId16" Type="http://schemas.openxmlformats.org/officeDocument/2006/relationships/image" Target="../media/image369.png"/><Relationship Id="rId20" Type="http://schemas.openxmlformats.org/officeDocument/2006/relationships/image" Target="../media/image372.png"/><Relationship Id="rId29" Type="http://schemas.openxmlformats.org/officeDocument/2006/relationships/image" Target="../media/image333.png"/><Relationship Id="rId41" Type="http://schemas.openxmlformats.org/officeDocument/2006/relationships/image" Target="../media/image388.png"/><Relationship Id="rId54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1" Type="http://schemas.openxmlformats.org/officeDocument/2006/relationships/image" Target="../media/image338.png"/><Relationship Id="rId24" Type="http://schemas.openxmlformats.org/officeDocument/2006/relationships/image" Target="../media/image376.png"/><Relationship Id="rId32" Type="http://schemas.openxmlformats.org/officeDocument/2006/relationships/image" Target="../media/image379.png"/><Relationship Id="rId37" Type="http://schemas.openxmlformats.org/officeDocument/2006/relationships/image" Target="../media/image384.png"/><Relationship Id="rId40" Type="http://schemas.openxmlformats.org/officeDocument/2006/relationships/image" Target="../media/image387.png"/><Relationship Id="rId45" Type="http://schemas.openxmlformats.org/officeDocument/2006/relationships/image" Target="../media/image392.png"/><Relationship Id="rId53" Type="http://schemas.openxmlformats.org/officeDocument/2006/relationships/image" Target="../media/image399.png"/><Relationship Id="rId58" Type="http://schemas.openxmlformats.org/officeDocument/2006/relationships/image" Target="../media/image402.png"/><Relationship Id="rId5" Type="http://schemas.openxmlformats.org/officeDocument/2006/relationships/image" Target="../media/image326.png"/><Relationship Id="rId15" Type="http://schemas.openxmlformats.org/officeDocument/2006/relationships/image" Target="../media/image273.png"/><Relationship Id="rId23" Type="http://schemas.openxmlformats.org/officeDocument/2006/relationships/image" Target="../media/image375.png"/><Relationship Id="rId28" Type="http://schemas.openxmlformats.org/officeDocument/2006/relationships/image" Target="../media/image334.png"/><Relationship Id="rId36" Type="http://schemas.openxmlformats.org/officeDocument/2006/relationships/image" Target="../media/image383.png"/><Relationship Id="rId49" Type="http://schemas.openxmlformats.org/officeDocument/2006/relationships/image" Target="../media/image396.png"/><Relationship Id="rId57" Type="http://schemas.openxmlformats.org/officeDocument/2006/relationships/image" Target="../media/image401.png"/><Relationship Id="rId10" Type="http://schemas.openxmlformats.org/officeDocument/2006/relationships/image" Target="../media/image366.png"/><Relationship Id="rId19" Type="http://schemas.openxmlformats.org/officeDocument/2006/relationships/image" Target="../media/image371.png"/><Relationship Id="rId31" Type="http://schemas.openxmlformats.org/officeDocument/2006/relationships/image" Target="../media/image378.png"/><Relationship Id="rId44" Type="http://schemas.openxmlformats.org/officeDocument/2006/relationships/image" Target="../media/image391.png"/><Relationship Id="rId52" Type="http://schemas.openxmlformats.org/officeDocument/2006/relationships/image" Target="../media/image398.png"/><Relationship Id="rId4" Type="http://schemas.openxmlformats.org/officeDocument/2006/relationships/image" Target="../media/image362.png"/><Relationship Id="rId9" Type="http://schemas.openxmlformats.org/officeDocument/2006/relationships/image" Target="../media/image365.png"/><Relationship Id="rId14" Type="http://schemas.openxmlformats.org/officeDocument/2006/relationships/image" Target="../media/image368.png"/><Relationship Id="rId22" Type="http://schemas.openxmlformats.org/officeDocument/2006/relationships/image" Target="../media/image374.png"/><Relationship Id="rId27" Type="http://schemas.openxmlformats.org/officeDocument/2006/relationships/image" Target="../media/image332.png"/><Relationship Id="rId30" Type="http://schemas.openxmlformats.org/officeDocument/2006/relationships/image" Target="../media/image377.png"/><Relationship Id="rId35" Type="http://schemas.openxmlformats.org/officeDocument/2006/relationships/image" Target="../media/image382.png"/><Relationship Id="rId43" Type="http://schemas.openxmlformats.org/officeDocument/2006/relationships/image" Target="../media/image390.png"/><Relationship Id="rId48" Type="http://schemas.openxmlformats.org/officeDocument/2006/relationships/image" Target="../media/image395.png"/><Relationship Id="rId56" Type="http://schemas.openxmlformats.org/officeDocument/2006/relationships/image" Target="../media/image251.png"/><Relationship Id="rId8" Type="http://schemas.openxmlformats.org/officeDocument/2006/relationships/image" Target="../media/image364.png"/><Relationship Id="rId51" Type="http://schemas.openxmlformats.org/officeDocument/2006/relationships/image" Target="../media/image397.png"/><Relationship Id="rId3" Type="http://schemas.openxmlformats.org/officeDocument/2006/relationships/image" Target="../media/image3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9.png"/><Relationship Id="rId13" Type="http://schemas.openxmlformats.org/officeDocument/2006/relationships/image" Target="../media/image414.png"/><Relationship Id="rId18" Type="http://schemas.openxmlformats.org/officeDocument/2006/relationships/image" Target="../media/image419.png"/><Relationship Id="rId26" Type="http://schemas.openxmlformats.org/officeDocument/2006/relationships/image" Target="../media/image427.png"/><Relationship Id="rId3" Type="http://schemas.openxmlformats.org/officeDocument/2006/relationships/image" Target="../media/image404.png"/><Relationship Id="rId21" Type="http://schemas.openxmlformats.org/officeDocument/2006/relationships/image" Target="../media/image422.png"/><Relationship Id="rId7" Type="http://schemas.openxmlformats.org/officeDocument/2006/relationships/image" Target="../media/image408.png"/><Relationship Id="rId12" Type="http://schemas.openxmlformats.org/officeDocument/2006/relationships/image" Target="../media/image413.png"/><Relationship Id="rId17" Type="http://schemas.openxmlformats.org/officeDocument/2006/relationships/image" Target="../media/image418.png"/><Relationship Id="rId25" Type="http://schemas.openxmlformats.org/officeDocument/2006/relationships/image" Target="../media/image426.png"/><Relationship Id="rId2" Type="http://schemas.openxmlformats.org/officeDocument/2006/relationships/image" Target="../media/image403.png"/><Relationship Id="rId16" Type="http://schemas.openxmlformats.org/officeDocument/2006/relationships/image" Target="../media/image417.png"/><Relationship Id="rId20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7.png"/><Relationship Id="rId11" Type="http://schemas.openxmlformats.org/officeDocument/2006/relationships/image" Target="../media/image412.png"/><Relationship Id="rId24" Type="http://schemas.openxmlformats.org/officeDocument/2006/relationships/image" Target="../media/image425.png"/><Relationship Id="rId5" Type="http://schemas.openxmlformats.org/officeDocument/2006/relationships/image" Target="../media/image406.png"/><Relationship Id="rId15" Type="http://schemas.openxmlformats.org/officeDocument/2006/relationships/image" Target="../media/image416.png"/><Relationship Id="rId23" Type="http://schemas.openxmlformats.org/officeDocument/2006/relationships/image" Target="../media/image424.png"/><Relationship Id="rId28" Type="http://schemas.openxmlformats.org/officeDocument/2006/relationships/image" Target="../media/image402.png"/><Relationship Id="rId10" Type="http://schemas.openxmlformats.org/officeDocument/2006/relationships/image" Target="../media/image411.png"/><Relationship Id="rId19" Type="http://schemas.openxmlformats.org/officeDocument/2006/relationships/image" Target="../media/image420.png"/><Relationship Id="rId4" Type="http://schemas.openxmlformats.org/officeDocument/2006/relationships/image" Target="../media/image405.png"/><Relationship Id="rId9" Type="http://schemas.openxmlformats.org/officeDocument/2006/relationships/image" Target="../media/image410.png"/><Relationship Id="rId14" Type="http://schemas.openxmlformats.org/officeDocument/2006/relationships/image" Target="../media/image415.png"/><Relationship Id="rId22" Type="http://schemas.openxmlformats.org/officeDocument/2006/relationships/image" Target="../media/image423.png"/><Relationship Id="rId27" Type="http://schemas.openxmlformats.org/officeDocument/2006/relationships/image" Target="../media/image4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48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52.png"/><Relationship Id="rId3" Type="http://schemas.openxmlformats.org/officeDocument/2006/relationships/image" Target="../media/image448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39.png"/><Relationship Id="rId5" Type="http://schemas.openxmlformats.org/officeDocument/2006/relationships/image" Target="../media/image433.png"/><Relationship Id="rId10" Type="http://schemas.openxmlformats.org/officeDocument/2006/relationships/image" Target="../media/image438.png"/><Relationship Id="rId4" Type="http://schemas.openxmlformats.org/officeDocument/2006/relationships/image" Target="../media/image450.png"/><Relationship Id="rId9" Type="http://schemas.openxmlformats.org/officeDocument/2006/relationships/image" Target="../media/image437.png"/><Relationship Id="rId14" Type="http://schemas.openxmlformats.org/officeDocument/2006/relationships/image" Target="../media/image4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9.png"/><Relationship Id="rId3" Type="http://schemas.openxmlformats.org/officeDocument/2006/relationships/image" Target="../media/image455.png"/><Relationship Id="rId7" Type="http://schemas.openxmlformats.org/officeDocument/2006/relationships/image" Target="../media/image458.png"/><Relationship Id="rId2" Type="http://schemas.openxmlformats.org/officeDocument/2006/relationships/image" Target="../media/image4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7.png"/><Relationship Id="rId5" Type="http://schemas.openxmlformats.org/officeDocument/2006/relationships/image" Target="../media/image456.png"/><Relationship Id="rId4" Type="http://schemas.openxmlformats.org/officeDocument/2006/relationships/image" Target="../media/image433.png"/><Relationship Id="rId9" Type="http://schemas.openxmlformats.org/officeDocument/2006/relationships/image" Target="../media/image4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7.png"/><Relationship Id="rId3" Type="http://schemas.openxmlformats.org/officeDocument/2006/relationships/image" Target="../media/image462.png"/><Relationship Id="rId7" Type="http://schemas.openxmlformats.org/officeDocument/2006/relationships/image" Target="../media/image466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5" Type="http://schemas.openxmlformats.org/officeDocument/2006/relationships/image" Target="../media/image464.png"/><Relationship Id="rId4" Type="http://schemas.openxmlformats.org/officeDocument/2006/relationships/image" Target="../media/image4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9.png"/><Relationship Id="rId2" Type="http://schemas.openxmlformats.org/officeDocument/2006/relationships/image" Target="../media/image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70.png"/><Relationship Id="rId4" Type="http://schemas.openxmlformats.org/officeDocument/2006/relationships/image" Target="../media/image4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13" Type="http://schemas.openxmlformats.org/officeDocument/2006/relationships/image" Target="../media/image479.png"/><Relationship Id="rId18" Type="http://schemas.openxmlformats.org/officeDocument/2006/relationships/image" Target="../media/image315.png"/><Relationship Id="rId3" Type="http://schemas.openxmlformats.org/officeDocument/2006/relationships/image" Target="../media/image473.png"/><Relationship Id="rId21" Type="http://schemas.openxmlformats.org/officeDocument/2006/relationships/image" Target="../media/image358.png"/><Relationship Id="rId7" Type="http://schemas.openxmlformats.org/officeDocument/2006/relationships/image" Target="../media/image476.png"/><Relationship Id="rId12" Type="http://schemas.openxmlformats.org/officeDocument/2006/relationships/image" Target="../media/image306.png"/><Relationship Id="rId17" Type="http://schemas.openxmlformats.org/officeDocument/2006/relationships/image" Target="../media/image352.png"/><Relationship Id="rId2" Type="http://schemas.openxmlformats.org/officeDocument/2006/relationships/image" Target="../media/image472.png"/><Relationship Id="rId16" Type="http://schemas.openxmlformats.org/officeDocument/2006/relationships/image" Target="../media/image351.png"/><Relationship Id="rId20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png"/><Relationship Id="rId11" Type="http://schemas.openxmlformats.org/officeDocument/2006/relationships/image" Target="../media/image478.png"/><Relationship Id="rId5" Type="http://schemas.openxmlformats.org/officeDocument/2006/relationships/image" Target="../media/image267.png"/><Relationship Id="rId15" Type="http://schemas.openxmlformats.org/officeDocument/2006/relationships/image" Target="../media/image310.png"/><Relationship Id="rId23" Type="http://schemas.openxmlformats.org/officeDocument/2006/relationships/image" Target="../media/image482.png"/><Relationship Id="rId10" Type="http://schemas.openxmlformats.org/officeDocument/2006/relationships/image" Target="../media/image369.png"/><Relationship Id="rId19" Type="http://schemas.openxmlformats.org/officeDocument/2006/relationships/image" Target="../media/image480.png"/><Relationship Id="rId4" Type="http://schemas.openxmlformats.org/officeDocument/2006/relationships/image" Target="../media/image474.png"/><Relationship Id="rId9" Type="http://schemas.openxmlformats.org/officeDocument/2006/relationships/image" Target="../media/image477.png"/><Relationship Id="rId14" Type="http://schemas.openxmlformats.org/officeDocument/2006/relationships/image" Target="../media/image349.png"/><Relationship Id="rId22" Type="http://schemas.openxmlformats.org/officeDocument/2006/relationships/image" Target="../media/image48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85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38.png"/><Relationship Id="rId5" Type="http://schemas.openxmlformats.org/officeDocument/2006/relationships/image" Target="../media/image487.png"/><Relationship Id="rId10" Type="http://schemas.openxmlformats.org/officeDocument/2006/relationships/image" Target="../media/image437.png"/><Relationship Id="rId4" Type="http://schemas.openxmlformats.org/officeDocument/2006/relationships/image" Target="../media/image486.png"/><Relationship Id="rId9" Type="http://schemas.openxmlformats.org/officeDocument/2006/relationships/image" Target="../media/image4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11" Type="http://schemas.openxmlformats.org/officeDocument/2006/relationships/image" Target="../media/image439.png"/><Relationship Id="rId5" Type="http://schemas.openxmlformats.org/officeDocument/2006/relationships/image" Target="../media/image488.png"/><Relationship Id="rId10" Type="http://schemas.openxmlformats.org/officeDocument/2006/relationships/image" Target="../media/image438.png"/><Relationship Id="rId4" Type="http://schemas.openxmlformats.org/officeDocument/2006/relationships/image" Target="../media/image487.png"/><Relationship Id="rId9" Type="http://schemas.openxmlformats.org/officeDocument/2006/relationships/image" Target="../media/image4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92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39.png"/><Relationship Id="rId5" Type="http://schemas.openxmlformats.org/officeDocument/2006/relationships/image" Target="../media/image490.png"/><Relationship Id="rId10" Type="http://schemas.openxmlformats.org/officeDocument/2006/relationships/image" Target="../media/image438.png"/><Relationship Id="rId4" Type="http://schemas.openxmlformats.org/officeDocument/2006/relationships/image" Target="../media/image489.png"/><Relationship Id="rId9" Type="http://schemas.openxmlformats.org/officeDocument/2006/relationships/image" Target="../media/image437.png"/><Relationship Id="rId14" Type="http://schemas.openxmlformats.org/officeDocument/2006/relationships/image" Target="../media/image4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7.png"/><Relationship Id="rId13" Type="http://schemas.openxmlformats.org/officeDocument/2006/relationships/image" Target="../media/image497.png"/><Relationship Id="rId3" Type="http://schemas.openxmlformats.org/officeDocument/2006/relationships/image" Target="../media/image484.png"/><Relationship Id="rId7" Type="http://schemas.openxmlformats.org/officeDocument/2006/relationships/image" Target="../media/image449.png"/><Relationship Id="rId12" Type="http://schemas.openxmlformats.org/officeDocument/2006/relationships/image" Target="../media/image496.png"/><Relationship Id="rId2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5.png"/><Relationship Id="rId11" Type="http://schemas.openxmlformats.org/officeDocument/2006/relationships/image" Target="../media/image440.png"/><Relationship Id="rId5" Type="http://schemas.openxmlformats.org/officeDocument/2006/relationships/image" Target="../media/image495.png"/><Relationship Id="rId15" Type="http://schemas.openxmlformats.org/officeDocument/2006/relationships/image" Target="../media/image499.png"/><Relationship Id="rId10" Type="http://schemas.openxmlformats.org/officeDocument/2006/relationships/image" Target="../media/image439.png"/><Relationship Id="rId4" Type="http://schemas.openxmlformats.org/officeDocument/2006/relationships/image" Target="../media/image485.png"/><Relationship Id="rId9" Type="http://schemas.openxmlformats.org/officeDocument/2006/relationships/image" Target="../media/image438.png"/><Relationship Id="rId14" Type="http://schemas.openxmlformats.org/officeDocument/2006/relationships/image" Target="../media/image4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0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3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image" Target="../media/image50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7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1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8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8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4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20.png"/><Relationship Id="rId5" Type="http://schemas.openxmlformats.org/officeDocument/2006/relationships/image" Target="../media/image449.png"/><Relationship Id="rId10" Type="http://schemas.openxmlformats.org/officeDocument/2006/relationships/image" Target="../media/image5010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4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10.png"/><Relationship Id="rId15" Type="http://schemas.openxmlformats.org/officeDocument/2006/relationships/image" Target="../media/image511.png"/><Relationship Id="rId10" Type="http://schemas.openxmlformats.org/officeDocument/2006/relationships/image" Target="../media/image499.png"/><Relationship Id="rId4" Type="http://schemas.openxmlformats.org/officeDocument/2006/relationships/image" Target="../media/image509.png"/><Relationship Id="rId9" Type="http://schemas.openxmlformats.org/officeDocument/2006/relationships/image" Target="../media/image510.png"/><Relationship Id="rId14" Type="http://schemas.openxmlformats.org/officeDocument/2006/relationships/image" Target="../media/image50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9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4.png"/><Relationship Id="rId2" Type="http://schemas.openxmlformats.org/officeDocument/2006/relationships/image" Target="../media/image5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blipFill>
                <a:blip r:embed="rId2"/>
                <a:stretch>
                  <a:fillRect l="-34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6000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349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8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20" y="5223639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8" y="5221047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7" y="4670159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9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70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2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2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1" y="346352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5" y="346352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2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blipFill>
                <a:blip r:embed="rId7"/>
                <a:stretch>
                  <a:fillRect l="-12766" r="-638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5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30" y="1219362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9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4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2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4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2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1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6" y="5528867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blipFill>
                <a:blip r:embed="rId15"/>
                <a:stretch>
                  <a:fillRect l="-32353" r="-29412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blipFill>
                <a:blip r:embed="rId16"/>
                <a:stretch>
                  <a:fillRect l="-31429" r="-25714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blipFill>
                <a:blip r:embed="rId1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blipFill>
                <a:blip r:embed="rId22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blipFill>
                <a:blip r:embed="rId23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blipFill>
                <a:blip r:embed="rId24"/>
                <a:stretch>
                  <a:fillRect l="-14894" r="-425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blipFill>
                <a:blip r:embed="rId25"/>
                <a:stretch>
                  <a:fillRect l="-8308" t="-33333" r="-17231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4" y="353203"/>
            <a:ext cx="1304844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blipFill>
                <a:blip r:embed="rId26"/>
                <a:stretch>
                  <a:fillRect l="-4362" t="-24074" r="-3393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8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blipFill>
                <a:blip r:embed="rId2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blipFill>
                <a:blip r:embed="rId2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blipFill>
                <a:blip r:embed="rId30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blipFill>
                <a:blip r:embed="rId3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blipFill>
                <a:blip r:embed="rId3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blipFill>
                <a:blip r:embed="rId3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5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blipFill>
                <a:blip r:embed="rId36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6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blipFill>
                <a:blip r:embed="rId14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blipFill>
                <a:blip r:embed="rId1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blipFill>
                <a:blip r:embed="rId1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blipFill>
                <a:blip r:embed="rId2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blipFill>
                <a:blip r:embed="rId2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3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9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2" y="76799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8" y="1348106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blipFill>
                <a:blip r:embed="rId3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blipFill>
                <a:blip r:embed="rId3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blipFill>
                <a:blip r:embed="rId3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7"/>
            <a:ext cx="1283300" cy="47487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br>
              <a:rPr lang="en-RU" sz="2117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blipFill>
                <a:blip r:embed="rId4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blipFill>
                <a:blip r:embed="rId4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4039626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339024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9" y="4624245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4286" r="-571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blipFill>
                <a:blip r:embed="rId49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6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5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51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/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/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364" t="-8264" r="-3030"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4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blipFill>
                <a:blip r:embed="rId53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6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3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2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blipFill>
                <a:blip r:embed="rId1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blipFill>
                <a:blip r:embed="rId1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25"/>
                <a:stretch>
                  <a:fillRect l="-11321" r="-377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blipFill>
                <a:blip r:embed="rId2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9" y="3589288"/>
            <a:ext cx="1132563" cy="55637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4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9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blipFill>
                <a:blip r:embed="rId31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blipFill>
                <a:blip r:embed="rId3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blipFill>
                <a:blip r:embed="rId3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blipFill>
                <a:blip r:embed="rId34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5" y="2582248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36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6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6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5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2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7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blipFill>
                <a:blip r:embed="rId41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blipFill>
                <a:blip r:embed="rId42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blipFill>
                <a:blip r:embed="rId43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7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676036" cy="27943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2117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44"/>
                  <a:stretch>
                    <a:fillRect l="-1603" r="-64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20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4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6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3462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041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5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9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7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70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5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8" y="108613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/>
                  <a:t> job completed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RU" sz="1550" dirty="0"/>
                  <a:t> has not</a:t>
                </a:r>
                <a:br>
                  <a:rPr lang="en-RU" sz="1550" dirty="0"/>
                </a:br>
                <a:r>
                  <a:rPr lang="en-RU" sz="1550" dirty="0"/>
                  <a:t>interfered with any </a:t>
                </a:r>
                <a:r>
                  <a:rPr lang="en-RU" sz="1550"/>
                  <a:t>other job</a:t>
                </a:r>
                <a:r>
                  <a:rPr lang="en-RU" sz="1550" dirty="0"/>
                  <a:t>;</a:t>
                </a:r>
              </a:p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3115" t="-7143" r="-984" b="-15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6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5" y="3487492"/>
            <a:ext cx="2853086" cy="257932"/>
            <a:chOff x="1150602" y="5360033"/>
            <a:chExt cx="2853086" cy="2579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0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200" r="-800" b="-219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3" y="1678079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4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6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8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2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8" y="1676396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8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3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6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7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4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2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5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11538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blipFill>
                <a:blip r:embed="rId28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blipFill>
                <a:blip r:embed="rId3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blipFill>
                <a:blip r:embed="rId3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blipFill>
                <a:blip r:embed="rId38"/>
                <a:stretch>
                  <a:fillRect l="-12500" r="-6250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801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blipFill>
                <a:blip r:embed="rId4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5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5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2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6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20" y="5004536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8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4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2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5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8" y="5289858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7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8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blipFill>
                <a:blip r:embed="rId43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32432" r="-54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5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8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/>
                  <a:t> job violates</a:t>
                </a:r>
                <a:br>
                  <a:rPr lang="en-RU" sz="1550" dirty="0"/>
                </a:br>
                <a:r>
                  <a:rPr lang="en-RU" sz="1550" dirty="0"/>
                  <a:t>the interference</a:t>
                </a:r>
                <a:br>
                  <a:rPr lang="en-RU" sz="1550" dirty="0"/>
                </a:br>
                <a:r>
                  <a:rPr lang="en-RU" sz="1550" dirty="0"/>
                  <a:t>condition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6"/>
                <a:stretch>
                  <a:fillRect l="-8333" t="-7627" r="-375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4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6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30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7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4" y="2384756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3" y="2362811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5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5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5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3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4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700" y="2359153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5" y="2362811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8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9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1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50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8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6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2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1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3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40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9" y="5706269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1" y="5709926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8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5" y="5698953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80" y="5717699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3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blipFill>
                <a:blip r:embed="rId4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6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1" y="106611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3" y="104940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5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9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1" y="105628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5" y="105786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4" y="105644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3" y="1045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8" y="105828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3" y="2251067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blipFill>
                <a:blip r:embed="rId19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6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9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blipFill>
                <a:blip r:embed="rId32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blipFill>
                <a:blip r:embed="rId3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blipFill>
                <a:blip r:embed="rId35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3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37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38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4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blipFill>
                <a:blip r:embed="rId39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blipFill>
                <a:blip r:embed="rId40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blipFill>
                <a:blip r:embed="rId41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blipFill>
                <a:blip r:embed="rId42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blipFill>
                <a:blip r:embed="rId43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blipFill>
                <a:blip r:embed="rId44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blipFill>
                <a:blip r:embed="rId45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blipFill>
                <a:blip r:embed="rId46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blipFill>
                <a:blip r:embed="rId47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blipFill>
                <a:blip r:embed="rId48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blipFill>
                <a:blip r:embed="rId49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blipFill>
                <a:blip r:embed="rId50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blipFill>
                <a:blip r:embed="rId5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blipFill>
                <a:blip r:embed="rId52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blipFill>
                <a:blip r:embed="rId53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blipFill>
                <a:blip r:embed="rId54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blipFill>
                <a:blip r:embed="rId5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blipFill>
                <a:blip r:embed="rId56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5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blipFill>
                <a:blip r:embed="rId58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blipFill>
                <a:blip r:embed="rId59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60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6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70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9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5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1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2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600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6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2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6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7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blipFill>
                <a:blip r:embed="rId33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blipFill>
                <a:blip r:embed="rId40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8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blipFill>
                <a:blip r:embed="rId41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7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blipFill>
                <a:blip r:embed="rId42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blipFill>
                <a:blip r:embed="rId43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1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blipFill>
                <a:blip r:embed="rId44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blipFill>
                <a:blip r:embed="rId45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9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blipFill>
                <a:blip r:embed="rId46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80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blipFill>
                <a:blip r:embed="rId47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3287043" y="4257665"/>
            <a:ext cx="1157364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blipFill>
                <a:blip r:embed="rId48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49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blipFill>
                <a:blip r:embed="rId50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blipFill>
                <a:blip r:embed="rId52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30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blipFill>
                <a:blip r:embed="rId53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2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2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4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57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blipFill>
                <a:blip r:embed="rId58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blipFill>
                <a:blip r:embed="rId5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blipFill>
                <a:blip r:embed="rId6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blipFill>
                <a:blip r:embed="rId61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blipFill>
                <a:blip r:embed="rId63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6"/>
            <a:ext cx="1271605" cy="634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blipFill>
                <a:blip r:embed="rId43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blipFill>
                <a:blip r:embed="rId4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5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blipFill>
                <a:blip r:embed="rId46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blipFill>
                <a:blip r:embed="rId4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blipFill>
                <a:blip r:embed="rId48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blipFill>
                <a:blip r:embed="rId49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blipFill>
                <a:blip r:embed="rId5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5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blipFill>
                <a:blip r:embed="rId5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5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blipFill>
                <a:blip r:embed="rId5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5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blipFill>
                <a:blip r:embed="rId5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5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6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6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blipFill>
                <a:blip r:embed="rId6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6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blipFill>
                <a:blip r:embed="rId6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blipFill>
                <a:blip r:embed="rId6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blipFill>
                <a:blip r:embed="rId6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6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blipFill>
                <a:blip r:embed="rId6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blipFill>
                <a:blip r:embed="rId6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𝑒𝑐𝑘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blipFill>
                <a:blip r:embed="rId7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7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blipFill>
                <a:blip r:embed="rId7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8" y="5960809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blipFill>
                <a:blip r:embed="rId74"/>
                <a:stretch>
                  <a:fillRect l="-2405" r="-687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7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blipFill>
                <a:blip r:embed="rId76"/>
                <a:stretch>
                  <a:fillRect l="-8511" t="-26667" r="-922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9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7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70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𝑖𝑙𝑒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7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blipFill>
                <a:blip r:embed="rId79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8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1" y="456037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3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1" y="510061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8" y="538572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4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6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9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7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blipFill>
                <a:blip r:embed="rId8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blipFill>
                <a:blip r:embed="rId8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90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5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86" name="Овал 285"/>
          <p:cNvSpPr/>
          <p:nvPr/>
        </p:nvSpPr>
        <p:spPr>
          <a:xfrm>
            <a:off x="7337653" y="4330153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1" y="3955741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4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blipFill>
                <a:blip r:embed="rId86"/>
                <a:stretch>
                  <a:fillRect l="-1633" t="-6667" r="-122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9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800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blipFill>
                <a:blip r:embed="rId50"/>
                <a:stretch>
                  <a:fillRect l="-8861" r="-25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9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3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5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5" y="5748742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9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7" y="4626240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40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1" y="4622225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5" y="4663776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5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𝑖𝑛𝑖𝑡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5" y="173542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0288" cy="1019036"/>
            <a:chOff x="7063995" y="5406726"/>
            <a:chExt cx="4800288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/>
                </a:p>
              </p:txBody>
            </p:sp>
          </mc:Choice>
          <mc:Fallback xmlns="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851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sz="2117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while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2117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405" r="-687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6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3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75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06" b="-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357" t="-18750" b="-468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2000" t="-23077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10256" t="-17857" b="-46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3213" t="-15152" r="-1606" b="-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6838" t="-22222" r="-1709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30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4" y="322603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31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20,50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 l="-1744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l="-16071" r="-17857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30303" r="-27273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l="-17857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 l="-17857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34783" t="-3846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8" y="1378668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20,50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7241" t="-3846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0690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36364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4783" t="-3846" r="-4348" b="-26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4688" r="-3125"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753" r="-565" b="-23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902D444-EB24-5439-1C91-B7A8897D73D2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A244039-536E-3F53-91D5-07DB7B0B15AE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B353CD0D-C2A9-9421-DDF6-FAA490407C64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A09ED082-77F9-0D42-01AE-26395D1ED8A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B4DF6FE-DE51-667C-4415-0108D11D66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42A34909-6574-F47A-26AF-69A9599155B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AF14256-FFC8-BBE9-4D4A-75945737904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295ACD7-6EEF-FE94-DC6E-98A8E4D2691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ADCBA74-368B-74DA-28B8-FE864699A9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B2977340-A4C0-F3E8-B42D-9998A10516D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5C51473A-77ED-0CEA-44B9-EA8E03198525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7E5928A-B05C-65BB-7770-37D5287A3C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B35E239-56F3-D187-AD80-9B74F922FF94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0283ED-E5E7-2CEB-BCFE-FF8518C8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9B1BD1B-EEF8-5465-B433-DDD99C76B6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D915CA84-1CD7-C811-EC42-8A9F5702339F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1E33C63-57ED-7D9C-FC4E-20771BD0880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433FFE5-0FB7-8219-D919-1B4B3755235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690D903F-C098-9A3F-AEFF-6BFBA6FD6AE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81DF15FD-F117-CC0F-8002-ED01152B7AE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7D971E04-4F1F-72D3-CDDC-C920D66387E3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4F63881-1315-9EC4-24E5-B11226327A98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B02194B-F3A7-7406-A96C-E26AE02EA38D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D8027D1-B722-A717-9D39-868670D2268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EF735C42-6A9F-2C59-31D7-CA7BC2FFDA16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B6946781-49FC-093F-92EB-1167FD541601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9C7C6186-FD52-0E77-A028-9263C28E708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D3D9B0E8-F7B5-B783-D16A-8B91888D8526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EBD8AF5-4B78-07B1-F5FD-75EFD6090F37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B4BEFA-C2C9-51FB-FFB4-4A47B8D8150F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25DEE07-74D2-5D0E-8C28-22DDC66B3F45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F78360B-73D9-6069-1F2F-20A9703706D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2723E808-843E-24BF-F203-442211BFAAC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34ACB6E-DBBD-5A71-2CA2-A89E2988B077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AED72AB-BCC3-4D6D-86DA-6B9D763ED06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28D301-6F71-14A4-6C58-6D393F5915B5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55F3C01E-ACAD-D6B4-6DE7-A1A70364E9C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70D5729-A7D7-07AC-692C-12433314D29D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2ABC46D-48F0-6ED8-EDA9-45185CC8C43C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BFAE7996-1EC3-909D-0F76-E3963AEB5756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95E47BD4-39A8-9A87-742D-2A996A4A7A12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68A2AB4E-8B86-BE90-F658-1CFCD16B7650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FB03ACAD-6E4A-6091-BA4B-4AF13C60D60C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EA16B822-2A2C-55CF-CD15-7AC66BAB0578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412BC1E3-657B-F805-6670-55A81096ACCC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1821E8D-8000-75BD-B356-9FCB81595C2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A9358286-2A32-936E-9AFA-4655A3D18409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56D708C-DB5C-5FAF-6462-4367B3023ED8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D08A091-B948-EB83-A654-CB78ACB461CA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92820AF-6A24-4CCC-2EAA-1800DFAF0A6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0B5D6789-9832-EF06-DF67-C89A9C159171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CEB50A0-E836-2AB1-D2EB-089B52FB3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2BE5EE65-4446-CBBF-DD1E-320EB03EF7D2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FE77102-48E5-AB52-2914-BBB77DA39EF3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FEDD0C8E-84EA-9941-FF71-46F29EDE8EB9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9E669DF-8FB7-BE65-B40D-5345D2E2D06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FA309F7B-06CC-2C3A-B88E-34AB23B232C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375254D1-66A9-A36A-603C-F8DAA9163CFA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3C857AA-3BB6-2ACE-01C8-A06FCB41E1C0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EF604A2-BC68-2AAE-3BE6-09C2CA3C213F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40F7AC3-2ACC-7B94-3C91-2D5641BE3CC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B7467924-D58D-496E-1B87-F1013FF9FDBB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E555228-327E-32D6-2940-2FCF276D0BB1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15DD4961-AEDC-FAD9-ADF3-0DF6E24C1EB1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9B97876-7A11-E54F-49B2-7DA5670D02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B10207C3-6749-0F76-6B01-D4B889B2DF5C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4695F976-5ECE-7D87-F5CE-3DFD36592866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A45FC85-5A9D-EDD1-7886-CAA9CFF8FEA9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2,2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305FF42-D153-4CDA-DCA6-AC5E2FCE6107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DE208E06-CB5D-07B6-F4B8-E3DD7C0E23D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3C14A0-6F8D-1CBE-301D-746E7A102F15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970C71D-8629-6163-54C8-3E23AC82D2A7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60F4F2B-32F3-D6B8-A039-0AED2AE7740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DD4B9564-C939-4975-F1DD-69A4C1947D33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A0A8CA60-08AD-9457-02B9-D637C53AA7E4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CC0AD98F-6E19-1E4C-2BEB-E60A24FC5156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D91D918-E060-C04B-9AB7-AEBB4CCF125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9922DAD-4CC1-974A-B659-B8E87C507E8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4C1297C4-E1EB-5297-09DC-1A09F80E218E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7C08533-646B-19BD-0720-1442B191AF1D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023AD43-DA12-990A-537E-C02A76494FDC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2E80AE-CCFB-AAAE-9825-D5B0EEB0BB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9450B03-75C9-BEE1-9FBF-535C6C8F6848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377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8AAF5-B8E2-76AC-4204-CB2267F1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3C91F105-B43E-898E-1C81-237BF23F044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ECB16C9-FDE5-1228-F86B-C4D26E3D3426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7CB83DBD-B02B-29E6-5EF4-F3459A70F99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6CF5C18-FD90-5D1E-651E-FF29BA90FCC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7E2D177-5BE1-69E7-4348-044272E9011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B1AF8E68-0F7C-9CA7-2E65-B815841A81D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FE27715B-A29A-24AD-F178-902104EA0DFA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3151889-E85D-DB67-D3B3-EEA2E7A0818F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4A15AB21-191C-C0B2-8A51-E0425FDAB431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7E88230D-DB42-5A13-A33E-BAD5E86101F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90ABA7C-50E0-13E9-ED88-E3C386641515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AFD4BF2-DBF4-A38C-5916-04F5ADEDB97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D8B9A25-B8FB-B965-07D1-9AD8B6C7856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0E2B25E0-9687-7151-6625-C2B5DD44E0AB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506AE4E7-4F69-20B5-FC49-EB2B2463FF78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566373B-2E7E-A593-4C27-4035075E50D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6AAACCC-7648-7501-CA33-E51BA1D7B86E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05CC2D63-F140-B2C3-9A93-02324295BB70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544A5D0A-2FDB-0AB8-78A3-0653D801A16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7F7103D6-8378-5721-8D84-80FEF9AC8451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C7B8B75-009F-2C2E-8BE3-91470CCFE11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6400B1-9F66-4BC2-EF85-5A60B1A9AD0B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D781BF-5CCF-5FB0-48FA-3A196B54589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616ADFC0-6D78-34F1-7804-23B38B28C60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5F024B29-03A5-0096-FC8E-DD5C06E3E67D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26B3D23-0DD5-9A1C-244A-A86D7EEDAD2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5D8FB009-F5E7-07FD-6B4B-FD15F0AF0ED5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5E82062-0A6E-457B-DA36-552B31863E36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07A4DFDA-700F-C58F-A5BC-2DD064346EE3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35A4FBE-0E4A-F1E4-EDF0-1BBE8F2B721A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E43A212-24C9-23AA-C97E-24FCA5118A3B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3B1C0D4-F99D-6FA1-F59B-17BF798C9FF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131BE066-4F85-C452-C321-61DB6973FE55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D82493A3-9881-0041-D521-9E04D3EACC5B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BE034A-5856-3381-D9A0-B730E30B3110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854CA68-8197-4AEC-DA32-9C9383174C5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D8E7302B-6F34-0EB7-E506-E2DCC265FCB9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54DCA93-FDC8-5CFF-756D-311B3231CEBD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1F4BB0F2-3098-ECE3-C2BD-5E1FB0C899B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A28272D-9EDD-3000-08E3-A7A6E35F39A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FB5B216-6DC2-5630-F87F-089A4A3A0566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C2F6E74-1881-701A-FEE4-52D93C8F428A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60D8EF4B-B946-17FA-0081-384A8F3D950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AAA77ACA-31C2-F5D3-0847-3B7A7C43FCA2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6C2DAC2-F1D3-F959-7101-5B7BB428EA52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534C110B-C00E-1041-C20F-7549187A5D28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5243079-BEAD-1A71-212F-B61AB3D9275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0B6077CF-2833-C330-1339-97A407E2FCD5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28AC4DCB-A269-2321-F2EB-01AAD7488CB0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722911-BD4B-78CC-9662-12C41CC879A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11BDC6D-4A35-3D6F-0F6A-C80D7D16105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B6AA150-CF2E-D60F-01BF-B41673D04A9A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19633125-8825-E42A-3558-B643B0CE9CBD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3E9734E-56D9-364C-3A19-2E6962EA0F8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CF5964E-69F5-BA12-3C73-EF735D95B854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AAF91B7-80DB-CA10-92A5-3BE21E6ADEFE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BC4E946C-1B62-78E2-9327-C8F05CE3DF18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82712D8-C5CD-BB22-2FD3-E0D7ECBBDC71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0E9BC3E-80FD-0795-DCEB-BDD695FB1FB3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D67B0AAA-830F-D684-6AA1-A007695E5CB3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A83C58F-4406-38F2-D7FF-217E264C8B6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E07CEAE-2F55-2A64-800C-A1E1A3BFB30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D2133A50-3531-E434-A967-617ED8640F8C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7B69B589-23A9-159F-C030-F22489472758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4163331-A660-2997-ABCE-BB815C6E22D5}"/>
              </a:ext>
            </a:extLst>
          </p:cNvPr>
          <p:cNvCxnSpPr>
            <a:cxnSpLocks/>
          </p:cNvCxnSpPr>
          <p:nvPr/>
        </p:nvCxnSpPr>
        <p:spPr>
          <a:xfrm>
            <a:off x="5814914" y="14160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64B405F-D127-CEB4-8E77-1C48FE578C99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EB4EC6AB-052F-D757-1A79-819448D3F2D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493F08E-E111-BCDF-C9CD-506F5D22468B}"/>
              </a:ext>
            </a:extLst>
          </p:cNvPr>
          <p:cNvSpPr>
            <a:spLocks noGrp="1"/>
          </p:cNvSpPr>
          <p:nvPr/>
        </p:nvSpPr>
        <p:spPr>
          <a:xfrm>
            <a:off x="5816611" y="2413000"/>
            <a:ext cx="273097" cy="379411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E50D826-AB1A-95E6-7C91-3533D17CCA1F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72C62C89-4572-5E68-BDA8-AF99A0D2D45D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D666A947-56E1-4767-3CB5-D82845BA96C2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19662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B7A5C5-8CF5-4DCC-72AB-368039A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BF206E4-1B62-B7D8-480C-F945C7933A80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AF380F3-3010-D72D-F625-0E1AABB0DB43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C4FEA609-76DD-6B69-9202-2217FCB158A9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3F16A54B-75A0-0DB8-2B2E-94E506BA15A1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3D064B1D-8F3E-9F6E-1F22-32834BD47209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7412FE70-C628-0A30-99E4-CFC96543088B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2AD5B09E-9A88-3A8A-A2F4-B551F8ECB6B7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4B6E2B72-8C61-7103-565D-608C77A2412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B70D334-5A58-FE5F-1C5B-DBC0BAAE8CCF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E4F529D-CC4D-7B5C-58C3-A4397AAF1E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F4DD131-BC99-6E40-4F63-41843240B1B4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07DF6AA-1589-71C1-51AF-2F515814A41D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A7D596F-A7E8-BCB3-B0F2-548BA714E9A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BD4E92EA-0AF0-F40A-ED26-8A4059516C89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CC95582-38D9-6131-4322-E24161EEDB0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9A8F5B88-4E87-4587-114A-406CF19FAF3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44A121C4-5DF4-D835-CEDA-002D74FBA8D1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DC8B0E8-725D-1064-A01C-08101F0B47D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1CED344E-4A15-8263-3F57-4DF64C4A9373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B71322DB-69B9-C6A8-C379-3777685C7112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E053CE5-67ED-72CF-41F5-7A6C4F83572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76A6118F-7853-8891-F2C2-BF720B843030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4213F6-5D99-C3C1-D08D-010FBB7CCC3F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7BC42714-2F07-4E49-E828-9E7BA46A678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0FEFB06-F7E5-FCB9-535B-BEC825D83DF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3985564-035C-6910-A2D5-233958CA4A0E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7F742477-5AEE-D673-42A5-FBC49C060169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3A494808-0ABF-5456-4BEB-975B706A4FE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AF998D06-E1C2-E39E-25E6-7BABD91AC284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68EF034E-60EF-AA1A-29A6-EAA63D71FFA5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9B8B412-58AB-7CC7-D66B-9E795254A786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96009BC-2FE4-F108-517F-30E98AA941C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D4A9E29A-9CFE-1D40-E887-F87614CBCF6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E6F170-B9DE-3EA8-F6A0-EBB15DA3465D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495091-295B-0D40-0859-1D69403152CC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262D935-1CD9-8E9B-48AA-7317E31771B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874F05C-7A7A-FF0A-6DBA-7F93948CE1AA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972667A3-239B-4A8B-286D-9F1FFBF555A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6784C98E-FC98-D470-0A61-151E6B7C291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0404F-A55E-247A-8B30-DD6D0CA6EE7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99DE4D00-8805-D9F6-D85F-DFD1DFB46077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6245D70-C69F-0075-58A5-0C2A65EDA9E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342FC3F-61AB-9D5D-1536-27EDBE6ECB9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62B3F1AE-6160-2C0D-CD84-065DB8C7847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FB21DBCE-C0FD-3EB7-7F4D-C2A232544B5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B649B8F2-3D21-F6EA-8DAE-03AEE6BD3F57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5A0A6F3-BE55-2D2C-4F52-C1DD1B084A1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950D441B-C89A-402F-A863-0FDF8C7F142C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B3DF1F8F-48BA-C006-9485-A42DFA0F921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2D95EB25-A51B-CCBE-A153-D004497D20B3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EA84F8A-E131-8942-79A4-916D80DBAA2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32CF270F-9484-CD66-4D71-4855B35746E0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8B156AB1-9B9F-903E-4C28-4423943687B4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85CE95F-F681-3E81-F341-82E20F27C15D}"/>
              </a:ext>
            </a:extLst>
          </p:cNvPr>
          <p:cNvSpPr>
            <a:spLocks noGrp="1"/>
          </p:cNvSpPr>
          <p:nvPr/>
        </p:nvSpPr>
        <p:spPr>
          <a:xfrm>
            <a:off x="10318260" y="264797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2,2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A6B9C2F0-0741-CF35-2193-A4F38C7F605A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4D3F787F-5D70-D96B-D1DC-3F1C87C9BA27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50FC0EC0-C1B4-63B5-6ACE-7703193EB8C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4610451-B33C-EB3E-5E32-DA6C2FD3A24A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065461D-FFB2-7BF4-AB1F-5204099303E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AB1C3825-A40D-29EB-BA9D-FEE804CF4BF9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4024F97-D34B-8E61-E361-A24C8C6903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9225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91454EF-B6C3-765A-6362-00507F14D60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04D9321-A247-EA0B-A618-C2FDD5937439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B4E3E2D-B9F2-9149-28AA-750301267AD4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6E4314FA-4B74-790F-0057-5733C66BF094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5AE0F7-C9A5-14B9-A76E-479B0A96F25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596DAD2-572D-C3DC-F06E-1CDD5F9795AE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AAA1CC0-CFC9-E13C-D8BF-7274094A53E9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1F15D5-5357-3697-8D0A-95EDAAF88AE7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9344F628-350C-1CCF-CCCD-2E00C669B660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BE2FA8CD-9A6A-A8A8-0615-9EC304D9C6DD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14965105-6630-C606-A439-436179C852B4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7E1BB200-306D-7F19-8557-D79AA569C8FA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BA6FAF1B-82DA-02C5-F154-1FE70D1B05E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49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8BAF-C021-A42D-642D-280FA816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897A65D2-C99B-2B71-273B-13906130F7E5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995180A-AF79-C68D-BF10-C17440E2BAD1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6F1EA6C-5A8F-1F4F-9908-EC713F45ACE8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C07AB72E-78B4-B9A2-9F0E-A1DDACE682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A6EC1277-40E5-2F95-D36B-66870BBCE78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5EEE474-A5C3-6A0A-096C-18FB015D819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EB94221B-4677-1C97-236F-FC2B76B96BC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A0BBC921-6092-E363-D90A-62A7BA2808F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6DF0079-1D21-2E64-C292-BB0070ACD229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3962162-2135-F9FE-A62F-0F6EA16BBB8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0396D4E-4C69-0BDB-DC80-0C28B8535F47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A09A2338-2222-9165-6AC3-2D68C88A962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FD5670D-FBD0-BAB0-0CD2-7FD8F9C3D93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13CC1F2A-5F65-0FEB-96BE-4B21F0B87F3A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734EEDF-4B00-F1C5-3675-48EF7FB53E5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FE7EC5A-C579-1E26-F8D7-03806439B92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CAE979F3-93E7-6587-7982-0AAEDF4EDCA2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5FA6B93-67C1-DC43-E279-F7981CCF95DC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6E89538-5B41-3622-8BBA-E44FF19CE905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085A4387-07B0-FFEE-BF13-6B8608995D89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CA0A163-4D2A-5DE2-CC4D-573BAFE4B9A7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BBD2FBFA-710E-E7D3-1F8E-7056BDE4868F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94E1352-E633-FEE6-8294-5C7794DA320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D5967A0-9263-0272-C7E9-9A38902A82D1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77ED34F-53A0-CA73-5A22-DB520064BCE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19305D1E-C42D-4DA6-C51D-C238A0E1EFE9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01875B87-B203-C598-1BA1-956236956DAD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2BDD6F7-66CA-ED9E-1DDB-27CCD6FE056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8867BC45-0868-E383-7794-9EC250C5633F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8E1D8A3A-15D2-4570-5251-8D8EC539C7B0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AADAF9A8-B433-45EC-903D-F3DCE797C46A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4BBB56-4B00-BF5A-2F33-4DB1332A9FF8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01311EF8-8286-3CFF-B099-8D919FFFB1E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4C5DDC8-5EC6-39F5-0A4B-A2A2029E9EF2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865C428-4E27-0923-BEFD-A5682296ACA4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A7FC719-5661-441C-C04E-B8FCE47BDB6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FFF14B3-56BE-8DB0-C521-B5586D9EDC13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37C908B-94DE-516D-6D36-2BB5EFD3747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F390532E-8BAC-042F-89D6-9F4839A6B36A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7DDF65FC-8C76-FCBF-802E-A31CE45A6E4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50B6A67A-4167-0DCC-5A3F-E7EDEBD466B1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255D72EF-E1DF-66A1-B8BE-949E95BE5D84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E755B3C-E8A0-3C14-924A-AB0CE8947EF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EE5D3A56-9E8D-8757-6504-A8A50477B9F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84F03F5-6177-E66F-5104-867D4D7EA9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61ADFAD-830D-C3DB-6723-9D3BE2D96FE5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4C9FF0-522E-D0C4-35C9-7AE335ACD6E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8E5B2F55-9A67-D16D-F429-A474534851A1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88AFAC1-D282-A443-F05A-31546B9ED00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D8E161-4C86-E6B3-796F-E7300C8A27C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2379A6E-63F6-5032-78CE-FC635DEE7ED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4FF9EAA6-2FDC-AD13-9EAC-9FCC73F0626D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7C79539-A9A4-FFDF-8548-599EA1BE7122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7761338-F4DC-2137-DF8D-7E913E863B9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DBD39F10-9304-DAE5-B77E-958BDEBA4263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16F5706-5BF2-E363-3516-1D799C63031A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1B3ED121-EF09-6569-7EFA-DB58D300B44D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86B0BD7-347C-F2CC-5911-98FF0FB8A36F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5506124-7391-5404-1DBC-AE73365DCD4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FB0B70E2-9A1A-FC91-09CE-E1C30D233692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B115ADF-9CD8-79EE-E03C-EA50B6B6064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CE6D7690-BFFE-75B9-81F7-66FC3F8999B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5D74C0E-AB9B-AF23-2244-554ADD22937D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A7217CD-7352-3B9D-DE6C-B81EFC5E3D9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36D8538-DC05-1456-577D-FD2B72BA953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2A6219D-7D99-D0BD-8867-7C443F3F8B9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26B777B-8057-6BFC-9A84-6E959061E68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CB404B2-4F50-5733-1D9C-B9F996C80EE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7D2C331-86DA-61FD-1FC4-71210CBF0936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CB16F5-451B-FC65-4DB2-0F8E38347A6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3846717E-12D1-C870-7A01-C760D00ACFBB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FE27F281-8D56-7CDB-901F-9FCF6B9C5A56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FFF0E596-20A6-11F2-710E-EA783BBE79C9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E2106D3B-07DA-04D7-C82A-92322856E1D3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16394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85BB-0F2B-091D-6D29-24998D5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94B59CB4-6F96-E69C-070B-77ED213E1D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4000AF-88E1-6A23-8FBB-C2F97F3331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E33C1F0-41A8-EB84-B463-B1713A02E97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94D7812-C547-0CB3-EDA5-54F0095982AE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7F29213-DBB1-DCC6-BC56-37A44011EBE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7825578-41D8-9DB8-0113-014876D79FEF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7E27562-98A5-3E43-BFC1-AEDCE5F1428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0FAB84-93AA-670B-86BC-7274C1C0755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935224B-B6FE-E200-968B-34A473BBA1D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9CE4F18-4780-E184-CE8E-7E0FF058A5C7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D8A2104-02FB-83D8-1DB8-20B5479EB8D2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917FE82-EC9C-6BD3-E7A1-1CD947BB3191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9352EC3-ED17-8FAE-04B3-64E5C69C1B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1535642-EB9B-4543-112F-6C73246A7C0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E28ABF76-5DA2-DA8C-FBB5-F04AFB6CF63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982C7AC-8DAC-2AC0-87B4-74FA722160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B0ED0397-2222-2576-3FF5-AB376BE8980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8F6B184-7BBA-A311-7173-E31F14025F4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B445F4A-FA4A-EEED-4D3F-D877DDA836B1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9B26744-0FEC-BA84-A85B-D56BB06ABA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4CB5F2C-0C8D-B8C6-93B8-E174AE8F60D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9739905-79B7-CDCD-7170-C2E39D406E1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7AB7E29-48E9-D380-8979-6C38341DD49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98BA84FC-CF64-289D-C44D-77F0651CC06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DF4714B-F678-535F-8704-18F01BFD05E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3A9FA1E-67F8-BFD7-6136-40F4A24D4CE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9CE622A-0AF5-0130-A0FA-13D4893F0AD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2DAE3A1-7408-D4EA-3A0F-A40B9AB876E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8E8AD6F-B41B-47A3-1E04-52D3D5D5D312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57A440D-BB87-143B-3115-A9CEA5D7F33C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9BE929D-C5CA-BEC4-B2AA-B34207FFDA0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A7F4CA0-95B1-4A0C-A905-BCDB74A9B18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D981BC3-001E-112F-E50E-1C23D75D9D28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C00000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96DC9806-80EB-257F-D02A-F0C12A7F04F0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B1567F45-3A91-B00E-A387-5AB1B7390EB4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7834ED9E-D298-E99A-8066-4036FD7DF1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BF75FB75-FE07-CD13-AC69-BB9E36D7BAA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C9ADD97D-E89A-DAD8-A5BA-7204F9E7B9F3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D78236A-4CF2-CA84-8B4A-ECD463E31C4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1CD0037-990C-60C4-F45E-6BC44C9D30F1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2F216F77-DE9A-D9AD-2733-1A3B3810F69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37604C26-436C-CEEE-E209-8DB193D62F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D5D00BE-D847-C87C-3F39-B1DC267D004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772AF57-8C1C-4C68-7D87-3133EA33C4E4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E54A1F3B-9A86-37CC-378B-F8A5259E815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C76D125F-A15B-DB2E-B6F1-83D553C9C90A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ECA091D3-275C-8E4D-F52F-9811040AE327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558D05D8-6346-5713-F894-DEA17A76767B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B6F7C999-23C2-2F4A-94AB-4FD2E45BC990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2140953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536ED-430E-1891-2C41-E0099EC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AF98A46-6853-92EE-6D70-68257538CAF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E1133B5-BEC7-58BF-7252-ED4F91A06FF5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E62DB40-CA45-7A18-0A8C-8D443C78DF2A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422497C0-D67F-704B-31CB-B022031606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975C0E7-41D4-0D89-12AE-3851F7DA53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A67ABC50-EC25-6729-4196-15EE2DDB051D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54BF35B-0077-F91C-2A0D-9F1EF1FA8CA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98F5D838-25BB-8062-902B-210379E2257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B4AC127-56C8-70F4-FBCF-EABB25FB00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5CDC62E1-4D00-4458-D8A5-3A8DD03DDA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B0256B4-7A0C-C8A1-298E-62BBAE1DAADC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08ADF55-BA88-A167-D78E-2664E453ED5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9E53AD3-9EA9-F7F3-5DA4-0B9DB60661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276DDCB0-8AE9-0995-C12B-A0644ED829E2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D225E9-46FA-0454-B556-6C778C63A6FB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0D360612-6D0E-B272-5F5F-B53498C5148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4685D9A-5DB0-8851-8655-BD1EAE0D5E30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EB49386-5D53-F09D-7461-55F5D74276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102CB59-9B52-A434-3A26-7B05BEB78D8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A3F2E82-3EA5-C409-3165-664FC0F27D37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5E5D99D-0799-909C-F043-35DC3074251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95776B1-0AD5-F2D9-325C-3E1B25F9129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481E67E-0487-1409-2B5E-1A85AC03BB56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E38AFDE0-BCFF-53E4-2897-BC03EB4FD981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F536D014-9208-0910-444F-E88B55D6CC7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D370E48-AF81-F81A-8C29-91701D0EEFEF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765BA269-B200-97E3-06A6-D5FAD614160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494C33F-C21D-0384-10A9-A6467C5E29EC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31AAA0A7-A444-D68A-640D-09CEC88211F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8CC603F-A795-A607-9606-B862980E1EAD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212AB5D1-BF8D-1D19-3111-96D7E4D0D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7585B11B-0465-9F80-362E-4D0C70BB1BC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909C215-7E0B-463F-B84B-5EC86707B32C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F458599-6AEF-5AA9-C61E-CF304C5ACC5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427697C1-091C-2F1C-8648-F44F7BCFFD9E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39E95A7-B319-263D-AD65-D5506947D3EE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A21F0A0-7448-4861-64EE-FACDC85240D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4D40F17-E72D-C45F-A1E4-20280EC4B7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EB1E7D5-CD5A-CAEE-EFA4-30049D79DC47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146BB1C3-D524-5A6F-B5B8-A06F3F3F7EA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95D0BA8-C5B6-FC05-EDE5-95957730CFA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7A8136-3743-0C34-8A8E-99FAF52A614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FB37BCD2-7521-F95C-02BD-0FBA4D8E5C33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013ED02-A48F-8321-A7C6-B760BB1746AA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4A706C30-D570-F782-4016-4ED1CC969DAA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0A842099-333E-F371-9B9E-C1B1980AE093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86C47C53-2B7F-CB25-FE07-5E285E880C7E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2668DAE1-C1A7-930C-42EA-A23F97AAE5A3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3041623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8D3F0-6B2B-4894-EC25-43BD69EF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A924FCB6-B8A3-0E5D-4F63-555F518A2AF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D8FFB79-3471-6BA0-1C86-117CA863D72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66FC752-4502-FE91-C6B3-903EF98D8CC0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5E54ECD-0830-D154-A438-253B4156E7C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005FDEF6-018B-6014-3A64-94D5ECE2ECB8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C26F8AED-CA97-F7D2-982E-92E846338045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4D1EEAA9-1A91-0D1E-FD4E-FA636B8911D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37DC7179-0708-EBFC-FEFC-6DCF4840DA0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6C58052-E8BD-ECCD-326A-80FAD425DBC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DE1B564-65E1-D30A-6D5A-41DED249A9FC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8BEC3C4D-E704-78FB-0805-AF90E5CDD94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B9CE25B-55AB-5F8F-8855-42FE217179F0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9835F47-7324-B5B9-1C26-C74E3EF40E7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635739B-5689-5E0E-270D-C96A92EA2A9E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DFA9B3D-A790-B31A-ABFF-5F71FA0B64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9574A96-32CD-3A75-CF7E-EE0740B319F0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32D7F78-3049-525D-7B30-8EB2BE7FCD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70BAC13-5A55-3A94-CF63-083D45B2295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D005757-322C-5C2D-9BBA-3B074F8AD09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0EF0A07B-E5E2-E8D0-D24D-5D7FC9DC85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C9E8025-4A3F-B92B-596D-8F628EC9CA1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5610D7BC-0BE3-5695-C1F2-C8151EB5C7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775008A-7925-A4C3-0388-30D1BA8B807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876F0977-2EF4-D54C-12C0-5D1B2FE001D3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A0A29D7-44E9-69B6-5EB6-A0BC5428ACB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92548B4-FE17-6D30-C41B-23237D12583A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A5DFE2-E196-53A6-72E4-25DA5ED37A4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EED44B5-C82C-04D0-9D8D-721D80CB85D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1B064CF-7CD3-94AD-ACFC-ED79B4A41563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373992F2-7575-20CD-1640-0DBB0FC000F8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07256B07-91B4-E05D-B7C3-FF42E3E09D4F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1707E41-E5DD-FB55-6FBC-763C25E59231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3D0265C-8EE8-939E-0F79-A3F434AE00D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BD2E6D1-5A3B-AEE9-080E-74A416C02065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10DBF86A-4B16-F1E4-2DC9-35E0874AD4A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/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/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48A13F4-503C-62D0-C17E-019CB946F4E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EBC3AAD-3EE5-A8C0-ABFE-4C8BAADF0A5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1130A0D-A941-458C-02B2-A9BC4F6131E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F9040B6-DE8D-FDCB-F478-8FDF7E833B29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6F47A5EC-5012-5498-9608-145EEBBD4817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64CFA33-7105-3D5A-DC2B-15B3B3315FF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reeform 1">
            <a:extLst>
              <a:ext uri="{FF2B5EF4-FFF2-40B4-BE49-F238E27FC236}">
                <a16:creationId xmlns:a16="http://schemas.microsoft.com/office/drawing/2014/main" id="{A68D3E57-4B61-A88D-2F9D-3DB30E6545CD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4" name="Rectangle 769">
            <a:extLst>
              <a:ext uri="{FF2B5EF4-FFF2-40B4-BE49-F238E27FC236}">
                <a16:creationId xmlns:a16="http://schemas.microsoft.com/office/drawing/2014/main" id="{F7A47FF3-7C01-9CFB-168C-6C9640A56FD9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/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5E764F75-4FFA-2F97-DCB6-2A01A35B7670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7A2B3FA4-6C54-15D1-FF29-CBB7613FD752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/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6643FC90-CAEC-DE1B-EE38-9CD27C19A0C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6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5" y="1422401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1" y="566739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4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blipFill>
                <a:blip r:embed="rId6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20" y="1250951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blipFill>
                <a:blip r:embed="rId7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blipFill>
                <a:blip r:embed="rId8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1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400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blipFill>
                <a:blip r:embed="rId9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8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8" y="348238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40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6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6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1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4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9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2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8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5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3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30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5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166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117" b="1" dirty="0"/>
              <a:t>Chunked EDF</a:t>
            </a:r>
            <a:endParaRPr lang="en-RU" sz="2117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1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blipFill>
                <a:blip r:embed="rId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8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2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4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blipFill>
                <a:blip r:embed="rId5"/>
                <a:stretch>
                  <a:fillRect l="-7273" r="-3636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20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6" y="281555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2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6" y="281683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7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3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6" y="3477750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6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3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8"/>
            <a:ext cx="304268" cy="418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6" y="3849730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8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blipFill>
                <a:blip r:embed="rId6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6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861" r="-2532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861" r="-2532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95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333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2000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614" t="-15152" r="-1606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897" t="-22222" r="-2586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7759" t="-22222" r="-1724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23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418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117" dirty="0">
              <a:solidFill>
                <a:srgbClr val="BBBEBF"/>
              </a:solidFill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90" y="1010653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 dirty="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 dirty="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00B9D-88C4-964F-C63F-8B5B103C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654FC01E-20C1-C3A6-9630-71550F78DEE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8A72D2C6-1CBF-DF3A-8F51-2775DF59DF3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82C2F242-8355-6209-237A-4A0E66EE5CCF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AB3EFB5-9772-8207-869C-172C6628FD4C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DCA33D0-5424-4ECD-876B-B05DF95A4F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B124E87D-8BB6-1F33-23F6-B684ACF3C96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F3FBBC5-2E70-971D-0022-CF949F7B215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E94B30-3D68-D5CD-F9D3-610F6F252E6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D3000A81-0E15-2C2E-D642-006920E989F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F86D3CC-66DF-5B25-8958-1A5A9BE8CB07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E04D77-84FF-2331-966C-D798011A3F73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D9AD0ADA-209C-0DE5-763F-3A8CDC4C929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E4A0EEC5-A4D9-5521-62CD-AABADFC331E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60D4C7B7-DEE3-FDA7-4BBB-437EA742AA72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B5190929-3400-BDF5-4E8B-EEEBAD8CFAD1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1FD1D97-DFBA-3575-68E3-1CE48FDA641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C4A8E7E-63E5-6BAA-5546-CEABB37CFB5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3CBFDB4-DF92-9149-78F8-1FE22735299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609C01F-43B4-F0BF-EDD6-BF6F058352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55C07AB-CD3F-30C3-1010-CA906D81801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3D397D-C646-7B1B-E0A7-DAFE881240B7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BA46CD9-6712-FAAC-FF79-E5FB40CC2AF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EFA8CB6-7836-38E7-5F82-FB798FC00CB0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924C3BB-04E4-1E1D-65E2-E1937741738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16B788F-57B0-8859-A665-C0B7E58C6B5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288CD94-FE27-D2F7-65A9-A0E91D70C1F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614CE5A-E7B5-DA9F-A063-A901BE8068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0425430-67DB-B62C-B7F9-9879338D5B78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8B3C7A4-5578-2485-3920-FF7605C1EEB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91D60BC7-62A8-0661-5BCF-DF4A83BA385B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E7D7A47-3938-A99E-30EE-91308E7C93A8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7B9CDB9-05BC-2599-2C0D-7BA313B37CF3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DCFEB0A-E63E-E02D-5EA0-B79A1F00630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72E3768-965D-34CC-E242-6FCD0734F463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B9548CD-274F-7110-CDF7-9F99DDA118F4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4E613A59-8A88-805A-65C4-92C8E0CD08E0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C701E701-9237-3854-06D6-74610B7FFD8B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5607518B-6EB8-4FCF-6582-BE71A470B769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5C110DC6-89D9-10B0-0DE4-6D8B3BC44DD8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2AFDCE2-66FA-3263-B9BB-E6CD1AC566A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60D377D-1F54-01C4-1983-9810C4561737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B51B003-6F9A-7F46-C73A-1BB74D2A2BBB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10BB9FC-A4C9-907A-313F-0B1D152DC55E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4BECB37C-E512-9727-0ADE-B6E856CA257D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093C14C-6F70-157B-01D9-BDDA7A7C520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D160ACA-8FEC-B0CF-81AB-672D258DFDF0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7DDD774-C47D-75FE-729A-57EBF193B441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24EE893D-798F-A948-3901-AC51C7040CC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83FA5978-04AC-DD4A-D513-4D5E4CCB250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C7740D00-EA62-6642-4EF3-BC8360197AE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D838AEDB-98BA-D72E-8B7E-CE0AFFE43891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BFBF755-D5E8-B7A5-074F-DBD1C3188659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815533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A9EF-719E-BE9F-17E2-059A65B93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5AFFE613-2CC6-6FC0-9AB8-95E4BF63C3CD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6DDA7F-D5D8-244E-CF2D-1F1AED60CA8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2E91E7D-D5EF-3386-1D35-1E733D760CFB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193FC4C-9962-17AD-890B-3B2E34A9AD23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DAAA6E59-1D39-E58F-96E1-946DB04E027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EDA2F04-4827-A03A-DF61-C8A337721504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B45F3AB-0B7D-AC61-D95A-ED7A220CAEF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F5965D8-7DFF-6013-7B0B-DEAC4253D6EA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6C99EAD-D0FC-F346-8417-7F54E69A88D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EA8DD86-5C39-7435-2CB0-83733D842B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2A13794-A5CE-2894-47DA-E199BD9E0354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132BDA5E-6ABB-A78E-AEFD-2105DEFBB79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0D85BE-6E88-BF72-10B5-A001775C6D2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C42CB47-E02C-8D6B-2D14-B92CE8C658A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101877D-862E-0233-256E-9B00BC93035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301040-CB7D-01B2-68AE-C2BED56577C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EC578AE-9AB1-3B6C-DC85-8AE065B382C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C20964C0-3930-6324-095E-BEF982585F4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72A7D2D-E3C2-435E-FD8A-642549044F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CA75707F-6C13-0C3F-C11F-F452C9B52722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CF29357F-67DD-FB1C-72E3-962366AA03C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102BC487-97D7-8B1C-21ED-B8DC4530021B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01405F8-290A-D1A1-DFFC-7C3DE8707133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3AFEB12-B8D2-1C6E-1109-6C41874D23AD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860E2242-3833-AB9E-415A-9A8ADB9210E9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3FE4C19-B024-937E-4C5D-B924E67C842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D1261455-6637-5337-ADF1-D754DD7D725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A81F00A-C1AB-81BD-1896-3F077668C48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7B0037D-DBC9-5083-674E-2C2F08F2F47A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58789743-B0E6-1353-DEF9-CED29A5C74F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FC160597-04ED-C0C6-AF2F-9DC0C9F8300E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99E16C92-3D65-467C-9AD5-D56E2FC98CC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A604940A-3C42-1E00-0D19-914B4F51C40B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C7FC9CEE-2F71-2129-72DD-798F154B08A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3C2FA0F8-B3A6-D354-8863-723EB95A8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E6C63E3E-DCF5-D5E8-6AF1-F79DC6B1485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51AA017-8EA2-4B26-B176-B596A5A3A8F2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ED12866-7682-6246-6B13-F01F9E023EB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4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33FB7888-F776-F29C-229D-1833DBDA0BAA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FEB9439-1B03-2775-E904-1703E6E8818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544A9BF-59E2-16A9-B296-3BF9B989C1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8E72A0FB-BC5A-F9D9-3C7C-77E9179102D6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D64F0191-B9A2-93BE-B098-785A59EE8533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7200A7EE-BC43-A255-2E48-B9847FA1666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A4C446F-FDF2-3271-CD81-FA614932F705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10BE643-A6B3-4690-9BCD-3250BCC988A1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DE7C96C-91AA-BE46-ED1D-8DD64565DBCF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63F26CC4-7A53-4A0F-C9C9-EF0C0D31FE7F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04F3B608-2E53-07BD-965C-030BE064D7E9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FE6A1E7E-758C-2389-89E1-716694E53F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5C6FB8CA-FAF6-2A1C-D92B-938D9AF4177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7D5686A2-DF62-4954-E7FB-06CBC0B7BA77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0D05D3FF-4179-DED0-0D64-40E4821B6DAE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49029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19DF-2E89-AD07-9B2D-C61685608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81A9D74B-83AC-0DF5-973E-B604E7BFF33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C23D1D0F-EDB9-DE76-7DBB-55B339CE5161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24A77E03-E13B-57D1-7875-CC0B7085F356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0AC7A9B4-FEA0-BC32-7162-57F676DFC97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082B000-26E6-E711-3976-FBB5405139D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9CAE846-6255-47DC-C6D7-66AED97219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59ED4522-2DFA-2287-F9D8-ED81E2A328E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B0BB02F-6272-E566-EE61-4807DCD2978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DD11DDA9-28BA-B59F-E75C-BD3B0E3EA0C6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8E2207DD-0CEC-C3F3-E502-775EF6CE90C0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C02BE21-C677-AACB-8343-A16F3E8A303D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B50581E-DD44-3BB1-9BF8-B6ABAACF2225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712034E-9CAA-F10E-BC0A-A2059012C56B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0755EC4F-65EA-6348-C8C1-8D01A76E597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8656586-1E86-E403-585D-259BC74EE04A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48FA8F-02D6-D1EF-14D7-FCA22C61028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2BA6A8-4D35-F683-CB46-F4011A9EA79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404DD3EC-B6D8-908A-03A7-14E7EE69C4F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2C32075B-C761-71CE-B4C2-99C53D108DF8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D25EE881-5B2A-B728-245F-67174263B24F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3E77E27-7260-8583-7208-85447344D1F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6E84991-56BB-BB7B-FFD2-7796DC6B4D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2C6B0D9-369E-FAF9-493F-53F0A680FC1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A72F5A2-392B-E077-4802-CABB2F498E9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51D7B7-CC46-D418-0962-56120D8A72C6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DBE219F-C4A9-139F-1B93-A2EE82F7AAF9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20094B2F-0EF8-CFCC-30C2-ED9850AEA2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AA86661-69B8-C10E-FE1D-391A29C895E3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DCB7ADF-BE5A-541E-71CA-77FA343566C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70A151A-FA09-EC82-B999-97945A22957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6F66503-7DA5-EF60-A21F-5D325F984B7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EADFE73-8B74-95DA-6A8E-1C03B971072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AE33EC2-73AC-B006-3599-EBCF5C169367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F235442-A794-0FCA-FC52-A801C55CE986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46B5E757-433D-E1E4-3337-2133196C5157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CBE9753-B7D8-0837-DFAB-85279F73444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8D0DE08-3754-D9DC-78B7-A46A2BA27669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/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/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/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11AD3FC-F19D-7B80-93D1-3C74B1BE584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94B4355-0ABE-E246-A269-498114D82375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952B37CB-BD9C-3098-16BA-935B12EF227E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FF5E06CC-E7EC-055A-73EA-6BF699769812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DFA5B4A-3A4F-BA4C-E2B2-2F677C3EAB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04D605F-2F06-430C-CDF8-F4407BB33BB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F758A6F0-9B9B-EB42-0C0F-D7AFAFD1B71D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/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C38F7D3F-DA7B-D9C7-4983-8E78D5565747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3C3E684D-CC95-4E16-210C-1E5C933DC37C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/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D995D8D9-6861-64E2-CF17-1455AE51449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6141763F-CD2E-6A6A-DDC8-F8EC8EF76EA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9D80A8B-B3C5-BD3E-8459-7294C6A8FBA3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570BB542-AEE9-6CDB-2341-262E417EA0C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FE2805D6-D703-2AC5-AA6C-28A758C8D19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BE7BEF1-671C-7789-5B5F-426D81E5158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4E159B11-E791-340B-BA66-DFA6A76CE7F1}"/>
              </a:ext>
            </a:extLst>
          </p:cNvPr>
          <p:cNvCxnSpPr>
            <a:cxnSpLocks/>
          </p:cNvCxnSpPr>
          <p:nvPr/>
        </p:nvCxnSpPr>
        <p:spPr>
          <a:xfrm>
            <a:off x="875982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B75CFCBA-519C-5B6D-019F-073EDFA5C9A0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5A53-5412-0B69-585B-4E0D90E7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56FD717-8277-B5E8-DEC8-15CBE719A35F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5438AD4-97FC-FCAA-C578-723F1BB03ED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38FF6DB9-DECC-6B87-CC22-2254C7235786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2D57B5F-67D5-F4CA-EB38-04E91A63705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3E8BD45-A212-1606-A564-1AC81F9E0A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63D96A4E-01FB-FC65-B9AD-A63B7C6C00E2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D3B79638-AADC-1E1D-640F-5C008B70834B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D6813EB-8A99-4913-35F4-93C391B05988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D4177-9722-F3B6-C19E-5907F9A545B7}"/>
              </a:ext>
            </a:extLst>
          </p:cNvPr>
          <p:cNvSpPr txBox="1"/>
          <p:nvPr/>
        </p:nvSpPr>
        <p:spPr>
          <a:xfrm>
            <a:off x="8910261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1B5F6B-1FE5-FBF5-3A16-0E503CACD6FA}"/>
              </a:ext>
            </a:extLst>
          </p:cNvPr>
          <p:cNvSpPr txBox="1"/>
          <p:nvPr/>
        </p:nvSpPr>
        <p:spPr>
          <a:xfrm>
            <a:off x="9462923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1" name="Правая фигурная скобка 90">
            <a:extLst>
              <a:ext uri="{FF2B5EF4-FFF2-40B4-BE49-F238E27FC236}">
                <a16:creationId xmlns:a16="http://schemas.microsoft.com/office/drawing/2014/main" id="{8AE474AB-0F07-BF2A-8E2A-6509A9CBBC6A}"/>
              </a:ext>
            </a:extLst>
          </p:cNvPr>
          <p:cNvSpPr/>
          <p:nvPr/>
        </p:nvSpPr>
        <p:spPr>
          <a:xfrm rot="16200000">
            <a:off x="9366825" y="1620217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/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A693E-6B46-9348-9435-590A82705DB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1D4AF8D-5D98-182E-0B06-F59F4BC9DDC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68F2219-465F-D9B2-2B0B-8BF1ACF0AA6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0D85BCE-C4E3-BBE6-69EF-4E2DAF994583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CE3110B6-36A2-4155-34FC-DE181062B59E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F8BF12-9347-1FE1-908D-E459DB49303A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C721454-09A2-F3A3-E7AC-120DBD9E732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7335E3F-F8C7-682F-821F-7479FB59AFF7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069F361E-CB6B-10BF-7F41-FAA0678DBD68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C1ACDEC7-F361-0444-4039-8083A7F08846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88AD1CE-CEA4-1DF5-00CB-6484A2E810D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1D3F308-B244-2FCA-06D5-C3BBFF1A5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5C65615C-8E34-80DE-8B38-26DF543160A1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20837A2-2CF9-439B-D960-46630BE886B6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3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4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6CB4462-F022-B79A-1EF6-180FF314764F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32B36E8-C4B7-1832-8CDF-AF62715A473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967643-6BE4-9F6B-8299-DBB062B0040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38B2C88-A988-E895-AB80-2CF7EB21E56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33AF6FAF-59CE-2C9B-DB72-B5AE41B5CB1F}"/>
              </a:ext>
            </a:extLst>
          </p:cNvPr>
          <p:cNvSpPr/>
          <p:nvPr/>
        </p:nvSpPr>
        <p:spPr>
          <a:xfrm flipH="1">
            <a:off x="6355433" y="1423315"/>
            <a:ext cx="134087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846A418-5672-50BE-F8DE-59CA31F081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011D024-C9DB-5F52-3EC6-D5AD7C97600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BBE2024F-221C-A656-9121-2F17ADE0009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4835C37-4F17-0F77-D340-1DFD3C7A287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3278E8C-0B32-4319-0F6D-BDEF640CEF6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5166CD-CFEB-5996-86F2-2C6307E83B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2180C50-E71A-D2E9-8228-19B38CB03E9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E1F2947-5AEC-11BF-67EC-B6CD678F4BA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902FFA66-837E-441C-88F1-4A17194511B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FBDDE17-550C-57EA-3C41-B255A07739E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106CCB7-54EE-4DC7-42DD-306E69A5BCC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06DA941-7BA7-A747-D61B-22CA42C8EC8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4F99E69-4FF0-3EE4-69F2-074BEE14E02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1825D2A-CA86-3406-E35E-CA4489559343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C364A147-7B58-FA60-C233-4E8769A0DDB1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EDDAC3F1-EC24-4917-2092-8AE3B53A9AC0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915C79A-5F56-31D3-1EDE-81DB23378813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8BC4119-BE2F-440E-4E72-7EA3CF652DF4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/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blipFill>
                <a:blip r:embed="rId5"/>
                <a:stretch>
                  <a:fillRect l="-20000" r="-5714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3C4623A-82FA-2F9D-8E05-66C71D33C71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57445B-A118-612F-4023-CEC24CB6D01C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C4A1593-6FB0-4833-EE0D-36C5978CB84C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7C3A755-5A00-50D3-C8C0-CB11B71D63E0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A18E680-946B-AB0E-2654-EB7D81BA59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1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2B9A34D-0732-B1B7-0A86-333972511370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74037E13-7C3B-463C-D9DB-7D309FD665DC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2A746C87-E502-BF47-B181-A42716A00B6E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0C03A15-0311-F0EB-2560-462E99ED1D1B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D7B442A5-DEF7-9754-FEB3-D750B73CD02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EB3AC212-5974-A265-9E1C-A22B06D66BD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2C5E2A03-88CA-4039-FD08-B4FA3FC6FA1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2FBB74BE-F1B6-8C03-F66F-75792C0DBD5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24B326BB-F5C7-1CAA-E0C5-5D393CD6FD05}"/>
              </a:ext>
            </a:extLst>
          </p:cNvPr>
          <p:cNvCxnSpPr>
            <a:cxnSpLocks/>
          </p:cNvCxnSpPr>
          <p:nvPr/>
        </p:nvCxnSpPr>
        <p:spPr>
          <a:xfrm>
            <a:off x="875347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C6E4283C-21E8-F3F5-843F-EF23ED4C7BB5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604B82-17FD-4284-90F4-9EAE0F49E343}"/>
              </a:ext>
            </a:extLst>
          </p:cNvPr>
          <p:cNvSpPr txBox="1"/>
          <p:nvPr/>
        </p:nvSpPr>
        <p:spPr>
          <a:xfrm>
            <a:off x="3495916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C3421-E63B-B8A4-235F-C47E6AFC881A}"/>
              </a:ext>
            </a:extLst>
          </p:cNvPr>
          <p:cNvSpPr txBox="1"/>
          <p:nvPr/>
        </p:nvSpPr>
        <p:spPr>
          <a:xfrm>
            <a:off x="4048578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53" name="Правая фигурная скобка 52">
            <a:extLst>
              <a:ext uri="{FF2B5EF4-FFF2-40B4-BE49-F238E27FC236}">
                <a16:creationId xmlns:a16="http://schemas.microsoft.com/office/drawing/2014/main" id="{8B218AE7-42D7-8B7A-8AC1-F3BCEF8CCE50}"/>
              </a:ext>
            </a:extLst>
          </p:cNvPr>
          <p:cNvSpPr/>
          <p:nvPr/>
        </p:nvSpPr>
        <p:spPr>
          <a:xfrm rot="16200000">
            <a:off x="3952480" y="1632959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/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blipFill>
                <a:blip r:embed="rId12"/>
                <a:stretch>
                  <a:fillRect l="-42857" r="-48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1">
            <a:extLst>
              <a:ext uri="{FF2B5EF4-FFF2-40B4-BE49-F238E27FC236}">
                <a16:creationId xmlns:a16="http://schemas.microsoft.com/office/drawing/2014/main" id="{4B6A7ECE-EC7A-CC97-4DF6-70EA1DE5944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EA19765-9A9C-C2FA-44AA-D76BBC9FEEB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5" name="Правая фигурная скобка 64">
            <a:extLst>
              <a:ext uri="{FF2B5EF4-FFF2-40B4-BE49-F238E27FC236}">
                <a16:creationId xmlns:a16="http://schemas.microsoft.com/office/drawing/2014/main" id="{8E04DE71-050D-1B6E-466C-2DA8BD1B7672}"/>
              </a:ext>
            </a:extLst>
          </p:cNvPr>
          <p:cNvSpPr/>
          <p:nvPr/>
        </p:nvSpPr>
        <p:spPr>
          <a:xfrm rot="16200000">
            <a:off x="5444426" y="524195"/>
            <a:ext cx="199070" cy="1613262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5B8083-F94D-849D-C244-AB45D0D60CC3}"/>
              </a:ext>
            </a:extLst>
          </p:cNvPr>
          <p:cNvSpPr txBox="1"/>
          <p:nvPr/>
        </p:nvSpPr>
        <p:spPr>
          <a:xfrm>
            <a:off x="4855467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722425-BDD6-A4A1-A297-F60BB470ECF2}"/>
              </a:ext>
            </a:extLst>
          </p:cNvPr>
          <p:cNvSpPr txBox="1"/>
          <p:nvPr/>
        </p:nvSpPr>
        <p:spPr>
          <a:xfrm>
            <a:off x="5398255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A42A72-6250-259E-9654-181ECF97BF18}"/>
              </a:ext>
            </a:extLst>
          </p:cNvPr>
          <p:cNvSpPr txBox="1"/>
          <p:nvPr/>
        </p:nvSpPr>
        <p:spPr>
          <a:xfrm>
            <a:off x="5926514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E91C33-03E8-D39A-4D1C-83BC22CE2391}"/>
              </a:ext>
            </a:extLst>
          </p:cNvPr>
          <p:cNvSpPr txBox="1"/>
          <p:nvPr/>
        </p:nvSpPr>
        <p:spPr>
          <a:xfrm>
            <a:off x="6471474" y="240613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5A2CF1-F9B6-1550-E620-D5C3F6961A00}"/>
              </a:ext>
            </a:extLst>
          </p:cNvPr>
          <p:cNvSpPr txBox="1"/>
          <p:nvPr/>
        </p:nvSpPr>
        <p:spPr>
          <a:xfrm>
            <a:off x="7017934" y="2413386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7" name="Правая фигурная скобка 76">
            <a:extLst>
              <a:ext uri="{FF2B5EF4-FFF2-40B4-BE49-F238E27FC236}">
                <a16:creationId xmlns:a16="http://schemas.microsoft.com/office/drawing/2014/main" id="{A08DB182-3B68-585F-41AA-7366A0020D85}"/>
              </a:ext>
            </a:extLst>
          </p:cNvPr>
          <p:cNvSpPr/>
          <p:nvPr/>
        </p:nvSpPr>
        <p:spPr>
          <a:xfrm rot="16200000">
            <a:off x="6928503" y="1648182"/>
            <a:ext cx="199070" cy="133654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/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blipFill>
                <a:blip r:embed="rId1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83C4D970-3E1A-FF9E-BD17-C808F4DEB204}"/>
              </a:ext>
            </a:extLst>
          </p:cNvPr>
          <p:cNvSpPr txBox="1"/>
          <p:nvPr/>
        </p:nvSpPr>
        <p:spPr>
          <a:xfrm>
            <a:off x="7820963" y="142347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/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blipFill>
                <a:blip r:embed="rId14"/>
                <a:stretch>
                  <a:fillRect l="-33898" r="-1525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Правая фигурная скобка 84">
            <a:extLst>
              <a:ext uri="{FF2B5EF4-FFF2-40B4-BE49-F238E27FC236}">
                <a16:creationId xmlns:a16="http://schemas.microsoft.com/office/drawing/2014/main" id="{9241C341-FF8B-E49E-599E-C5AFBF657077}"/>
              </a:ext>
            </a:extLst>
          </p:cNvPr>
          <p:cNvSpPr/>
          <p:nvPr/>
        </p:nvSpPr>
        <p:spPr>
          <a:xfrm rot="16200000">
            <a:off x="8012523" y="911377"/>
            <a:ext cx="199070" cy="81793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43398DFC-4F27-1335-07DB-92FF602D298E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5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3E2AD54-7663-BD06-1F7D-57FD4A81D922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379EFFD5-205F-745F-1057-F7BE73D55634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04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4F8A-ACC5-DF1B-0ED5-40284942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4E2806B2-27A8-8227-2D1F-256FA3143BBE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3BFCF25-6CB2-CD88-CEAE-030D51B75D3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E7820303-FEA9-6768-C599-DBFB3E5BF44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16E686F-B79D-46E0-32DF-284E7051E0F2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169DE025-978C-A88E-33E4-1C5914D7734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B4ABA36-7DE1-0D1A-9E0F-DD857014CB9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02E5B7A-9E88-C105-7147-F60561BDC56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4AEFDEF-E85B-C95A-829A-FCB2104243D7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0AC9755-C767-AAD6-4EFC-54DE99793DDA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CA7100C0-0E79-400C-1DA1-52523DDDFA1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A7C256C3-2B23-3CFB-5F2F-60BC8A43100E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5D6287C-7923-579B-62B8-75C4EAB9698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CA43A0C-F1F7-BD10-A594-BACB4E6A706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93B1F643-9DE3-9941-D692-CE1C67485734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3D124CA-2A79-7FC4-31B7-6A70AFA8461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E4F9671-8924-04FC-7D47-5A3121248A0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3FE43CA-718A-DA15-5709-2B4F78FB4859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230525B-8A34-B5E6-BBB8-A2E19FB2B21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BA35C4-315D-18A2-E286-6D2C5AB957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6F230637-5D6B-23E6-EB32-78D58EF1059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279EEB1-52E5-C26E-F8DC-83F92971091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CC830E3-0C45-D990-2DDA-4DEE603E76E5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9E8EADB-0294-730D-68DB-05987B30A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BE31840D-36D8-DB37-DA6C-717B5781FE7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46C28F38-341A-F420-61D6-98CD43305DC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1BD6863-6A6E-DB77-6F63-840B280D839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B4A6D256-BA29-514E-E2B7-2AF28C684FF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22C9447-D3DB-CD6C-7B17-BD4313A9D902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CE07F9E-5609-148B-4FCD-B73726CDC3A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BE1530F-39A2-B716-26D7-E67B0C315C99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61D6479-FBC1-7656-47B2-86876802B6F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B20AB82A-8D99-D0F9-9BF0-A2EE573880C8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307BF1E-0E47-2F0F-C07A-D35412C59CB5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E2E054A0-8E26-82C1-D3D4-53DB8F698A3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6D77AA8-4329-5E53-1A53-37CCE48642AA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F4237B7-CE0C-7CAE-51BE-60761BE082F1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blurRad="177800" dist="1016000" dir="10800000">
              <a:srgbClr val="C00000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6396BE2F-8C2B-1100-6C7B-37D7D2390172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FD5FC29-A3FC-AB2E-B64F-8CE98BA1126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17D04BD-A350-7B69-DA00-B61B4878C0D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67FEF48-42D2-1A8D-2D3D-060936E1CC9D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A88CF44-B539-23BE-1015-97F1BD7240D7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4713B8E-0AA8-74C4-74A3-BA895C624D2F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0ECFA8-ECF7-7B5B-BCCE-E82216FD678B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70F9A93-268F-9851-C9AF-8482D0F27DD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1B695101-FA5D-BF9E-A261-680A53300A62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48BE5164-BF9F-8D74-655A-ED942328FDA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603EEA84-74C2-1EC5-F06C-F8E5832A06F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3BFF855B-700A-7F26-2CDA-5B1B91FC38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75C41728-335D-F20D-20D4-B7B1D6BE2F9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96F67B9F-3F33-BA86-1E03-9A87AF619156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" name="Straight Connector 90">
            <a:extLst>
              <a:ext uri="{FF2B5EF4-FFF2-40B4-BE49-F238E27FC236}">
                <a16:creationId xmlns:a16="http://schemas.microsoft.com/office/drawing/2014/main" id="{4ED3FF31-7CBB-2156-32E5-8B4701C3DFF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DB6A198-A2BA-DC97-1764-D452605EFAC6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BF30C6-62D9-97E4-8729-3398C22F3E84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07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EA63-0DC7-8BDD-4945-BCF03DBAA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0004978-261A-F00D-F384-DBF02B91C52F}"/>
              </a:ext>
            </a:extLst>
          </p:cNvPr>
          <p:cNvSpPr>
            <a:spLocks noGrp="1"/>
          </p:cNvSpPr>
          <p:nvPr/>
        </p:nvSpPr>
        <p:spPr>
          <a:xfrm flipH="1">
            <a:off x="3559786" y="2834607"/>
            <a:ext cx="3571200" cy="5556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C3AF51B1-06E4-A110-BA09-4D29298BC423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7C550-A612-4943-A686-D0FC7D1DC4E0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4F7926B-65E7-CED3-394F-23D53B9FA928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3D5E2E6-8AD1-90C1-E8E1-2B1587F671BB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D6B7F04-C221-FC40-CDF5-1DF4EC7DF33A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7266930-0579-B45B-E486-F221E9BDA746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79BC068-4FCB-3276-D6D8-4DC34F159B56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E26D2B2-D328-051A-CB32-A869160E98BC}"/>
              </a:ext>
            </a:extLst>
          </p:cNvPr>
          <p:cNvSpPr>
            <a:spLocks noGrp="1"/>
          </p:cNvSpPr>
          <p:nvPr/>
        </p:nvSpPr>
        <p:spPr>
          <a:xfrm>
            <a:off x="5518081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7BDB82A7-1ED5-CF93-9555-1E340A7919C0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569B616-7FFF-90C9-4D00-C691F0C35E99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16FB24-D850-35C7-1427-2E43632D7BFB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96CA7267-CEB6-DCFB-FFC0-66D8B61F139D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7E9539-6516-D1AD-D665-C4EF42F53B00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8" name="execution task 1">
            <a:extLst>
              <a:ext uri="{FF2B5EF4-FFF2-40B4-BE49-F238E27FC236}">
                <a16:creationId xmlns:a16="http://schemas.microsoft.com/office/drawing/2014/main" id="{EB21A9DF-422E-BA0D-1A17-906C8E5C147A}"/>
              </a:ext>
            </a:extLst>
          </p:cNvPr>
          <p:cNvSpPr>
            <a:spLocks noGrp="1"/>
          </p:cNvSpPr>
          <p:nvPr/>
        </p:nvSpPr>
        <p:spPr>
          <a:xfrm>
            <a:off x="3461067" y="233938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taskA()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C55542A-23A9-3564-7AF3-1319B11DA2B6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0C9901C8-03BC-2070-6226-A44A1EBF03A2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210A3E-BB38-5F3A-E824-52AE21F3DE01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3375FDA0-6900-6E65-68D1-BBEEA773FE20}"/>
              </a:ext>
            </a:extLst>
          </p:cNvPr>
          <p:cNvSpPr>
            <a:spLocks noGrp="1"/>
          </p:cNvSpPr>
          <p:nvPr/>
        </p:nvSpPr>
        <p:spPr>
          <a:xfrm>
            <a:off x="4978138" y="2599367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5102576A-91ED-DB5E-C9BB-B5B3A7ADE5E5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1" name="job 1">
            <a:extLst>
              <a:ext uri="{FF2B5EF4-FFF2-40B4-BE49-F238E27FC236}">
                <a16:creationId xmlns:a16="http://schemas.microsoft.com/office/drawing/2014/main" id="{A718B918-4A95-C2FF-0646-83A8E4E4C7E4}"/>
              </a:ext>
            </a:extLst>
          </p:cNvPr>
          <p:cNvSpPr>
            <a:spLocks noGrp="1"/>
          </p:cNvSpPr>
          <p:nvPr/>
        </p:nvSpPr>
        <p:spPr>
          <a:xfrm>
            <a:off x="5521359" y="2358228"/>
            <a:ext cx="807829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505235D8-1D4E-9218-F9E9-F313B95E72B3}"/>
              </a:ext>
            </a:extLst>
          </p:cNvPr>
          <p:cNvSpPr>
            <a:spLocks noGrp="1"/>
          </p:cNvSpPr>
          <p:nvPr/>
        </p:nvSpPr>
        <p:spPr>
          <a:xfrm>
            <a:off x="6330705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7F546FB-8372-A2FA-A461-8E13F473CC7C}"/>
              </a:ext>
            </a:extLst>
          </p:cNvPr>
          <p:cNvCxnSpPr>
            <a:cxnSpLocks/>
            <a:endCxn id="57" idx="0"/>
          </p:cNvCxnSpPr>
          <p:nvPr/>
        </p:nvCxnSpPr>
        <p:spPr>
          <a:xfrm flipV="1">
            <a:off x="4166236" y="2834607"/>
            <a:ext cx="2964750" cy="860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execution task 1">
            <a:extLst>
              <a:ext uri="{FF2B5EF4-FFF2-40B4-BE49-F238E27FC236}">
                <a16:creationId xmlns:a16="http://schemas.microsoft.com/office/drawing/2014/main" id="{F34A8B57-8C12-CE39-14FE-1463219B732C}"/>
              </a:ext>
            </a:extLst>
          </p:cNvPr>
          <p:cNvSpPr>
            <a:spLocks noGrp="1"/>
          </p:cNvSpPr>
          <p:nvPr/>
        </p:nvSpPr>
        <p:spPr>
          <a:xfrm>
            <a:off x="3461067" y="258936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taskB()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23930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6490-AF71-8B95-BEB3-44B4212AF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047D6E29-9AB8-EE76-78E7-18695BA896C0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8853A36F-8BF7-BB0F-AC7A-26BC33552EF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18F9394F-B27F-3C0C-EE82-94CACBC1A92C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1ED1F35D-45CA-EA44-7EFA-BDCF4B7F3C79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8A38708D-6446-B2EF-23C9-C7E8209EEE66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6AC3169D-75AC-292F-13A6-35831F723E9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6013CC0B-57C7-438C-2BD0-7FA0528D8B2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558A2FA-FF16-49CC-BAFF-5151A02E7B4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FC92A78-5CFD-BAD0-EF5B-4C999AE5BE5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891F3116-3CF0-6CFA-78F9-B00B2FF5A42B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B228DB4-971E-D1AA-7C01-1934BFCE590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2058EC1-6AC8-D449-ECA9-F4AA47CCC803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2075308-084B-1696-963F-DAE29470B5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C9D5F77-16A2-C5AF-E5E3-DE65EBC1C531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95CA569-7CB7-50F4-B647-148848344EA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E4094C4-D88F-4EEF-86E2-740C3A36EC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E882818-8455-168E-6ECA-B48C219D908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6721ABB-8620-F847-6C3B-2FA6D922B67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66ADDB-8AA7-9270-11E3-5AB3309641C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1B67067-67B5-0793-6B8C-90EB036D2CE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16FB3A7-F698-7674-9A30-E404B460D73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0F8E95-5AFE-E789-7398-DEBB5F385B01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E09DBBF-F215-E977-7F79-24FB8B0F845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4A449C36-EDDD-8EE8-4691-AE0FBE35E97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DC68A8E0-F6DE-3876-5C39-2B68FDA0F22B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2123701-79B5-73E7-1C7C-6086FED8E0D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C713B3B-EB89-A958-78B4-3D42E78A805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D81342C1-5510-9908-AA9F-ECA16553403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576A593-E3D9-3286-E480-7902D375213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829037-3964-DC17-8FCD-45934B0EC49C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D3A559-5E55-FE13-EF83-B14AC413015E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05A12FFC-1668-6441-5876-15CAEC6513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CF61404-BCEF-6E5D-1378-F9418D39570A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00D77A5-F91A-A385-C41A-B1E27A6200FD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385F566-37B8-3D0D-8779-0DFEE9BF97D4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E812587-ABF8-39CB-EE36-186B531DF8B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2892DCCE-15A7-9546-A975-DD8EEFA40EED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5D8FE0D-CCB4-C7D3-17F7-2D3B43C0D2F0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D072474-777D-3984-A4E4-836247473C22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A1EE84BE-E517-A833-97B2-2F633832DCF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835103C7-AB52-4120-2846-B48FD4941E48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40EF21F-5621-CDC7-2189-8B1A6DF96B5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18880D2-CCF5-500C-949F-D96201BE6FCA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EC4F0E53-E291-90AC-066F-61D0F8C737B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8240E992-F158-5507-F20A-5080C542CB32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30499585-81BE-64B6-F1DE-CD3D25574EB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B43F5093-4B6F-D602-4A33-454AAA6E481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4A4E5065-6E28-2575-9DF4-9B11132CD65A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5A70945A-8661-9A4F-99B3-6308C78B33B2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B9DAB9EB-1181-97CF-BCC5-124D81F8C832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CBA0AD4-3CA2-9E47-61E8-35A536D2AB0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7EA206CD-8B34-5E41-C379-4680E7424CB1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60909A7C-BA6B-5514-FED6-E1BA9126AB75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D7D23D5-2635-5865-A911-542A22BF1AEA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1841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C3AF7-5F13-CF0F-B386-79EF2F92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46648F7-00DB-7922-37E4-DF9F5172A729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CD6F34F-72EC-9A87-EDB3-BCF0C900B75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CB3A253A-5D7D-5EC4-DF38-43F30D44764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45B1E397-FAE1-6FD8-8CC7-1875C556000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8642CFD1-04E0-25AF-9CB7-7D2C0E87D5A7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2423B733-F850-05DA-C7B1-0C8DD5A8995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BAA1BD0D-27DB-A82D-1D40-EF9DBE8DFB61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087F533D-4DAF-A3F4-B0ED-2AD6D04C3295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7EA8E33F-66A6-945C-AF68-212AB978317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04512F7-BD2F-4795-3921-79C6D98C624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74432BB-6AD7-5F10-EB62-23E6281C2C6D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AE545AD-8347-1572-5364-719428D7C1BA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92E03C26-532B-3B12-7C6C-A5F59120F682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B2FDA6-E647-295B-2F2A-E4E6A72B24BC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655643A-725E-4954-532C-39E61D9F5E8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2DE7979-B8C4-263A-E593-21A11526D425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B9B12C3F-8428-6C89-1FB1-5EA84A763F25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7732B875-73C6-F9CF-0C2B-B43898502830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37D404F-4583-9F67-3399-A06196D52774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98966B5-974F-AA6E-611D-6E30CE2ED24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323F2C7C-8F66-0286-D5B8-6015447E6FD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A7C991FA-1EFC-BCA1-FF6E-8B7345F37CC2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89EFC2A-337A-F5B3-B823-9ABC294E28C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29757AB-DC17-CE04-B90C-21D7DE00D13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F7ADEECF-53C2-3CD2-B9E5-9ECD3938BEF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35D68A43-43DA-B079-8EC5-67B9C5D8AE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D61B9DC-35AE-59D8-CFC0-848B9A3F23B5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D687368-759D-2544-A037-F509A1AD3B20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3DAF782-24B3-2BF3-2D86-F6F4C173133C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3A9AE84-497C-4328-F377-D1DC12C08334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703E87DA-69A8-15BA-6476-330388D05C7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AE4B23D-0B3D-3BB8-DCCF-74FC3B8B7DA6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33330600-B443-3B1D-7EB4-4A7D0D783B4A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099108B-95D9-9EC2-A1F2-7EDC52E57C3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1576CAA-977B-B6CA-7A93-D10CBB1502C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7FA21E3-303C-2D66-649C-BA57E8D0F40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C8F3B291-AD3E-607D-1CC7-C0D9BE12B9B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3CEB763-E11E-9099-93BA-F8F77B0894C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BB3F0A6-4B51-3937-1F3C-039701A42AF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EBCC082A-A444-C788-B807-9EEBA11E138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1DBA23B-C8B0-8965-28D9-6B4B1D4CC5E2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A5B54A9-8D91-CCFD-AA47-B18A326423D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DCEFDCF-3750-29AD-5FB9-ADE5CABC63BD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5DB6325-2F21-EC09-A808-C82B39DBD15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CE7E166-89C7-318D-B78F-18F101537D85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B9D34D61-9D7A-40BB-86D2-21EDC08EAB7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1948C7C8-92BE-6515-0B83-7AB4F270854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F7E1F9A-5215-644D-2438-D2392A05D29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60D11E68-DD45-E5AD-23BE-7728F46CA361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36EA81D-7A98-3903-A673-35421D43ED4F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6070D79-F2B4-92DD-E632-4E8DCCEDFB9C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2F651E1-5A9B-6F5C-10F3-F69F9A692BFB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D48CFD35-06FA-E444-711C-FFDAC5EDF95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46A99CB-BD82-EE8A-92B4-99A7BD31323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69241DD3-DA26-9F1F-834A-76EEF75DE8A3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CBFA4F61-E021-C0A8-A078-0A4FDC84AFE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7FCA846B-491E-9EB9-91D1-1C09CDCD890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108E2DC3-C91A-40A3-EA24-7476C8CDB1D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9F4BC4-5DED-43F8-A876-9D5787111AF3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782E27C4-55BD-9EA3-780C-DE345A1E3B34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DFB4E79-5449-E7DF-7B8F-84BF3A444AD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AE063D0A-055F-6196-3874-7DF733B01D0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CB02168-7646-F1EA-8AA8-4D243AA53235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2EAFEC31-D9FA-F463-633C-3954AFF5F1D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6251BF6D-4978-7A7D-CB23-0F3913B0C4D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215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2B2E0-A8CF-1C39-3CA0-1C5D4E28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8BFA2394-4529-FF35-7FBF-FB4DB6550A86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D280918D-384A-E584-7B69-F6F3CCD8294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DEAFA015-A1A4-BB5A-38CF-0CBE19812AC5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26BA44E-ADD0-914D-3BBB-0524ED64DA50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1A52088-C9DE-FBD4-31EA-2011EF2D36F7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D183376-7DAB-032E-34B7-0BAC0E809BAE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1E75FBE-9E72-3ACB-BF06-5F6E2707D2D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52730BC-4FA2-806D-6C04-C2AFE2A67CF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1C3AE2B-C283-5B6C-30C6-A551D30F83C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B7656AD-18F4-77AE-22A9-B56A7506E0D5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49F4C9-CB4B-5146-0BB6-B2D97463FD9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166B03-2453-E924-41D9-069AFB33680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89BE3483-AEAB-0351-839A-70C1FC03A392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4A925B3-C46F-0A42-8638-EED8A5DFC33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A45D4324-7C88-732B-1FAC-FC1BFC92D05E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88CFC43-D533-4536-81E1-88D67958823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1A3F8A97-1B11-9A9A-8693-6F97A94363A2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E06824B-D77D-45CC-AB09-E9169C5ABD3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E86C36-EB0B-79CB-C0C2-D30B80CB0A2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ED7A819-20FC-74E4-0C4F-2895592B521C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89D5392E-19F6-BA3F-9526-6201BBEC02D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1239CDE-5FFA-813E-E991-38E4EAAA1CF8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DAE6D5A-0406-D785-5045-282A09E6158E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D312B69-3932-1F44-3271-69F6EDEE91BA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7BBAE8B-BCF4-1F4B-C568-43BBC1697B3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D7365E3-26EE-FD93-BFBD-A6BA1F205FC7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A2ED35A-A9E1-93FA-BDF3-52D62B69DD9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475D894-AFAB-0DF3-B543-6FB32E43E4B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024DB2-4037-1DFC-E848-37D0BFEB15D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58943A-CB95-427F-CE4A-E27372830EF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31B44EC-8B5E-0E9F-BD51-D8F5029D7835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AB23AC1-8E62-0EE9-DD1D-E82BE1DDA8F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FA5875F1-0DBF-616A-0F18-4CAAB27D1081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2BEFA4-A436-A931-421C-DFD38E1DDF10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4362B62-4E45-78BB-96AD-12A74768D875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79500" dir="10800000">
              <a:srgbClr val="C00000">
                <a:alpha val="79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514C898B-968A-E520-C4F3-A56243D9288D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EAAEEF6C-1A9B-8FAA-CB59-930A6D78BDC3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FB89AB5-ECD0-67A9-E678-37C64DCC94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6AA24BC-EECE-5C1E-EBCF-1CF012030319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341E5D1-71C1-51F2-DB42-5AF517F9E43F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924D62A-9513-0F2C-0CE7-EFF8AAFDB976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88E43E-CEC3-671D-63AB-9546429DF6DD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2851E1B-FD99-C7F3-8495-8F779ABB1927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CB26AEA-8315-CD2C-F7A5-B0741F2BDF65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524A959-12CA-8188-749E-FBAEAFC4D2C0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8E945DC4-0D74-6090-F2D8-FE9E402EC49D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28758EBB-991C-A1FB-08E5-7ACCD3C6E8A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4249E68E-9F93-80BA-93DA-E7FCD0BFBB0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2A1C4D6C-5357-D664-098A-1095BE4099F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E01A1D9-8E80-3300-2FC1-EB8F18BC7F84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580F78-897A-121A-0D77-966D2060DCC8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25B6CBF-C072-7A00-9DD4-F7DA7169EC09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C712C528-B724-8E81-8943-6A8C09229892}"/>
              </a:ext>
            </a:extLst>
          </p:cNvPr>
          <p:cNvSpPr/>
          <p:nvPr/>
        </p:nvSpPr>
        <p:spPr>
          <a:xfrm flipH="1">
            <a:off x="5802296" y="2378076"/>
            <a:ext cx="251621" cy="20348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/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blipFill>
                <a:blip r:embed="rId14"/>
                <a:stretch>
                  <a:fillRect l="-5161" r="-129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2354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2750-C04D-09C3-4786-099547F8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FE896E0-6AC3-4FE0-8B76-D06D15139F94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740A9F3-ABF8-B82E-455B-356AA1C02E9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4C83E53-ED73-CF19-0C4B-4A8257AC61F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37D5849-8676-86E6-DF12-DB16E1D17E9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728E5A-3055-EC5C-2E61-4E21E1B5CC9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5A022015-9B42-077F-3203-47D24A390CA4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3D37F96C-1DA4-BA20-6FB2-5163DC61CE05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BBE89D38-1BE0-70D7-E779-ABBE142F4B84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0951CF2-7443-C6CD-669E-B012CDE0CF2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1C93A05-DCAF-D76B-991D-86F30C83082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C53CF8D-B464-A666-D4A6-E7FE8B00DCA9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BE93E44-299B-672C-3B9C-1E366A1ED29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615FD4D0-FF31-7ECB-6740-9A647D6AE00A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BB3D45E-75D5-D93B-CAA0-BD4518F2654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A76683B-1652-FC95-EDDA-E519A605DDC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C5DB3504-7B97-0C36-D3B3-AD30D2D4ED7D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1034F875-7DF4-3D20-73B8-9C9259B1D3EE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EE9541BE-51CC-FB4B-8793-DBDED25656BF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C3F08E8-8CC2-B7F3-B62A-5D45FEF6A3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143B6FF-DFC9-DB69-BEAE-823EBCBE6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26E13E7E-B598-5B57-0C91-B318F22334FF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4308B9E7-46CA-9DA9-F618-1C0095F86E19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D24982FE-F4C5-A409-312E-1A0D1078706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BF104E5-2DAA-9B2D-C13F-9DECBC35EE4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7BE8266-368B-8933-1F1E-AA79D444F6A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25DD055-C979-136B-63F8-6634D25F934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71CFF9C-C21A-9CDC-6BEA-82970F73C9CC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3F84966-C442-4634-2F21-0D3F1E8CA79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E9FD0C8-5D2F-AF94-FEA8-07682C2F4DE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9A4E831-0D87-E203-F0B7-5D3B5418F6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6F0153B-3054-EE0C-13E6-CAADB5F4C2A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DEE341D-D256-176D-6008-A73C60A64E4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3D6D4AE-810A-F79D-FC43-ED5D6FA7F20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6D5885-8159-9DF5-6691-0E32D707D41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435580C-F987-5130-A62A-402C3B0BBE9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0265683-2D21-6BD1-EDA6-3667EA97B53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F4D365AD-9182-D3C2-C9EF-A53A24556F7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D31BFB6-833A-D22A-58F8-458D7D937A40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6F3C492D-52EB-ABA4-B718-E7B0595B97D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FB1D02F-05EE-3E6B-8C07-3E29618853B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8DF57E-01AF-5315-472C-785DF6EA178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8C660E5E-9E6F-DE61-8D41-D0BCA9A05710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BB4FB037-3C13-7515-E1E3-76B463C6269B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47A6A526-A6A1-96C1-169D-42CD7422F300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F8F92DF-BA79-8716-AE57-E8EF7A1474E4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D3BE546-354F-2C03-AEA3-2BB5C86E460A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F3F5E67-E02A-35F7-C619-08D8697160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A31CCC4-732F-7472-8371-DB76D572E86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75095D8-5562-0762-4F1E-6E3C14BD00D3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B4A6D81-F45E-DC93-E7E2-7E2EC4D4E300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7EAADD7-C343-538C-9AA4-FCD1FF2F770E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91B26537-333C-6183-AAF0-EBB2393FB54D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FF6DBAF-9952-C19D-5110-EB687AAC879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A5D16E53-4F80-0DD8-FCE6-6000994D1582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89182723-07F6-B4E9-D2FE-C4F1EE0A7B9C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17378A40-47D9-A8AF-77E9-B18B6FC141D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DD38BAD7-EC03-108F-57EE-79F8A7160F2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ED49040B-9FEB-F88A-12A9-E3C2D4ACD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E54633-89F5-24DE-80A3-53689219CB9A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657A7CC2-79F5-9851-2106-3A8623E3F9C1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9F0DC1B-17A1-93A5-0F98-D59471475D95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B8C1C5E0-8B69-987F-D238-6AEBBBA5F4E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641B5649-A773-28F6-E5F0-5D565C836B9B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FC03F575-7694-3FBB-7BBD-FA7AC584039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9DE586F-DB11-E9AC-062F-12D474D69619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Правая фигурная скобка 37">
            <a:extLst>
              <a:ext uri="{FF2B5EF4-FFF2-40B4-BE49-F238E27FC236}">
                <a16:creationId xmlns:a16="http://schemas.microsoft.com/office/drawing/2014/main" id="{E3C57919-787F-BE7B-47F5-7A2C370AF957}"/>
              </a:ext>
            </a:extLst>
          </p:cNvPr>
          <p:cNvSpPr/>
          <p:nvPr/>
        </p:nvSpPr>
        <p:spPr>
          <a:xfrm rot="16200000">
            <a:off x="4909631" y="1043873"/>
            <a:ext cx="199070" cy="545863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89172-DA20-7A41-7741-00A67961665C}"/>
              </a:ext>
            </a:extLst>
          </p:cNvPr>
          <p:cNvSpPr txBox="1"/>
          <p:nvPr/>
        </p:nvSpPr>
        <p:spPr>
          <a:xfrm>
            <a:off x="4848636" y="93759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607566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-set parame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18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blipFill>
                <a:blip r:embed="rId3"/>
                <a:stretch>
                  <a:fillRect b="-146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Units and chunk duration">
            <a:extLst>
              <a:ext uri="{FF2B5EF4-FFF2-40B4-BE49-F238E27FC236}">
                <a16:creationId xmlns:a16="http://schemas.microsoft.com/office/drawing/2014/main" id="{EDD06330-CD8A-4AD1-8179-A91E2996B096}"/>
              </a:ext>
            </a:extLst>
          </p:cNvPr>
          <p:cNvSpPr>
            <a:spLocks noGrp="1"/>
          </p:cNvSpPr>
          <p:nvPr/>
        </p:nvSpPr>
        <p:spPr>
          <a:xfrm>
            <a:off x="2000251" y="3429000"/>
            <a:ext cx="8191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defPPr>
          </a:lstStyle>
          <a:p>
            <a: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pP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All times in </a:t>
            </a:r>
            <a:r>
              <a:rPr sz="1500" dirty="0" err="1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ms.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 For (c), </a:t>
            </a:r>
            <a:r>
              <a:rPr lang="en-US"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Maximum chunk duration: 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Δ = 4 ms</a:t>
            </a:r>
          </a:p>
        </p:txBody>
      </p:sp>
    </p:spTree>
    <p:extLst>
      <p:ext uri="{BB962C8B-B14F-4D97-AF65-F5344CB8AC3E}">
        <p14:creationId xmlns:p14="http://schemas.microsoft.com/office/powerpoint/2010/main" val="1251172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5D4F-8E32-4E66-E119-3D676ABA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2785B174-6707-7530-0317-591FD3319C58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C342DA7-D649-C9F1-ECB8-A6B3883F9D9F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742B7C45-A12F-7C8F-2A28-3F72F3E104F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3AD4EA2-2D0C-0FCA-87A5-6451C349B751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C171A6-047C-F573-3AAD-0BD1604FBC3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D4E77B2E-B0AE-FD88-83D8-BC61B94219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0D10940-FA24-440E-99B2-8A6D01ACB7E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518B1D7A-FF2D-6969-6985-7C06890E747D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50AF8C28-434E-2668-EC28-BE2DE07CB999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4355582D-B65B-AF34-C189-073B5199BCD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97B4E70-F95C-1D02-0CF2-2A2C3F16C9E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23B241F-C1AC-C12B-A365-FB8BB2B808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2274009-F3BE-D26B-FA8F-548B177FD168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1B2D076-8594-DEA8-3299-BF623C54CD3F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E30C668-F586-DA98-6961-B4F8761113F3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C58AC0B-9002-4F0C-D716-84243FC75CB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C5D76DE-7BE5-CF51-75D7-8C7EABA81E01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F9E5540-15A2-F111-98E7-65ABF6EBB33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A8E81CF-B8AC-598D-BED8-7D866A467BB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B0C23E3-4B49-CDFA-5421-AF83FE26162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7D22D3E-C40F-A828-9786-72D5DF92588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F0D490B-09B3-13DC-2E9E-86DCB790CD2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9045DD5-817C-B9D4-1E69-E514FD3865BA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8589285-BDDD-C96B-CE89-6BA23CE26C8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8A61704-40EF-B261-0A43-B29E273F5818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8BD22C8-B4FB-7366-90D4-E84A66425CDE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068B60A-952A-71BC-896B-75B5F96D569C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C3D5F7F-4FF8-D2F7-A3DF-1DF1EDF05FD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114A5B5-F938-2CC6-9E8D-46068645FA3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5DF4FB1-9F1C-94ED-86FC-EAF91F2FE59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C4FBB02-1B91-1E65-ACA2-CC94CAE1630F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FA6191D-CC9A-1618-BF87-EBC46BDAF9D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58F94C0-E624-3830-1E24-1D55AC3DB56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42081E5A-4D5A-C15E-6AEB-D794506342B6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EB2935C-BC16-3E74-B800-844872A4A82C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F06ACC63-0D11-BDF4-9E24-D4A9B7D39AE7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8EF9DAD-BCFE-3585-442D-BA194F321227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151D1297-4908-DEDD-1BB1-71F69C6F030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38620C-307A-B6D8-2BB1-69047A8EB330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4F078F4-26F6-3D1F-7418-EE9DC7F9E62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E0108D5-B460-400A-D011-FC95A8FF1FC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C309851-39BB-E809-9AFB-56513CEA670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90C3886-A68F-34D5-55E6-A97E28EE182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84DDFAF-F79D-0EB3-B284-BEA6E29B2BC6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3A1BBC70-78A0-09E5-7522-0D6A9C97D31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3E8FA7F-3FBB-9C37-F941-2510D125B28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10098693" y="1419224"/>
            <a:chExt cx="90602" cy="37101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B42EE2FB-FB40-7947-B5AB-47D7E43E2D0B}"/>
                </a:ext>
              </a:extLst>
            </p:cNvPr>
            <p:cNvSpPr/>
            <p:nvPr/>
          </p:nvSpPr>
          <p:spPr>
            <a:xfrm flipH="1">
              <a:off x="10098693" y="1419224"/>
              <a:ext cx="90602" cy="362956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175B9A57-D092-E25B-A566-FA6D7E5156E3}"/>
                </a:ext>
              </a:extLst>
            </p:cNvPr>
            <p:cNvCxnSpPr>
              <a:cxnSpLocks/>
            </p:cNvCxnSpPr>
            <p:nvPr/>
          </p:nvCxnSpPr>
          <p:spPr>
            <a:xfrm>
              <a:off x="10143993" y="1419224"/>
              <a:ext cx="0" cy="37101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ABF0D124-E060-0318-80D5-EF0F8A72A66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D4E9D1A2-15E5-1834-16E5-B84F7ACEE891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7F916688-CC08-3259-6499-F33CE5B5A0AA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8FB93C4-CF24-4715-FC78-A0E7136ECC7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FAB4A555-C68A-D302-003C-7B8F9A74D4B8}"/>
              </a:ext>
            </a:extLst>
          </p:cNvPr>
          <p:cNvSpPr/>
          <p:nvPr/>
        </p:nvSpPr>
        <p:spPr>
          <a:xfrm flipH="1">
            <a:off x="5825333" y="2420755"/>
            <a:ext cx="228581" cy="16080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/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blipFill>
                <a:blip r:embed="rId13"/>
                <a:stretch>
                  <a:fillRect l="-13636" r="-454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7626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E92-E9F0-1519-1E37-D620CFE2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62D11109-BA3F-4147-0D8C-D1924665961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0760B6B1-8693-3BDD-41EF-F8397316A7A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76706780-9BAD-BFDF-2E18-C6DC7B6E1B54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225EA468-CC65-1154-0E97-4EC3FF89055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C2559A2-4416-916D-BD17-0C146D8BC75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4C63C8-FD4C-B197-AEB3-38E4BB571D96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6480BFA-732E-6B5F-B9D3-83B498EF4F73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69897862-C44C-710A-8DB4-2B310387C966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4B1796B-02D3-D8E9-BA30-B83C4C4A133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D9D73D9-ADDD-2ACF-648F-6758296944B9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1C97D0F-DED9-7321-450C-B318BC37B5E1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E6CE5D4-DD40-8D78-607A-0EF670530786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8456CA0-6307-EEBB-FC59-43E21B9F0EF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759F56CD-5C0A-B148-F859-316506A1954B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96D75D-6777-330D-3978-43117302207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F357F25-EBD1-8FDD-A7F9-A8713DE62E7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8762C16-C433-4ADA-5119-45F4F13A5DC9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75E814A-A038-2AF2-A881-4E1EDA66DA8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F514354-CF9C-B4AE-9106-1AA7BA059AA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5FC5C7D-2043-17E6-2032-E74B1117E34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298D0CB-CC22-27C6-D9FC-DBE2AAE93E2C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28D6FCE-E4D8-6220-19A8-A33037C1E483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932DBF-D059-A359-3946-406700BEA27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A5D448F1-C0CB-1194-4ACF-06C80B17C1C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9BDA894-E501-D7D5-419D-8DA759D54AA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08C418A7-98E0-3A33-4B15-D9B246FF6156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6AF9DD7E-ED12-5502-0F01-BFF68309A78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5A2B933-9A01-271A-E47F-D270A5AEBCE4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92D5482-C451-24F9-FE82-885687E87DE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7074E6C-0FC9-E8E6-379D-8A00C6808FC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77FF11EA-0DEB-C4C6-E24F-ABCA0D345C28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0804FE4-7E94-4FA8-EF63-382617DD368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EFFA35EA-212C-F21B-F9C0-969099255076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8B63F49-BEAD-D739-740A-DD894C5DA946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1103D20-E786-5F60-6839-0EAB14022BCB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0354E6B-F2D5-3C7F-6BB3-44FF4563DF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372784F-2DE1-B4B3-4C8B-8C483B8FD06A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A52CC5D-38C9-9C89-E6FE-DB5A3BEBB8D6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47FDB55-6BDE-3FE0-C2BE-E1AD707FD68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4EFF972-16CA-DCCE-7FDE-0E288F6EF3B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2F4C7D6D-85B3-B2C1-0DEB-1C4715182542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8312338-0CAB-6E1C-39C5-436D4A35DD3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DCD7558-56A3-B921-927E-4A43C015FB04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CC00AB5E-2F08-AE8C-34A6-DF123C4C5EB7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081C3C8B-49AE-3235-2330-8F372EC37C5E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5353DF0E-799A-A260-45E4-E50E3F620515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50CC661-8D71-8B1E-EDCF-B6F52CD0FB4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05D0C6EB-E0C9-ABDB-3528-BC7F92705405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445AC491-4ED2-B6A2-5614-C59CC4887F7D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71CD2ECF-DE9F-A4A3-B2DC-F410139BBBF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99615162-8692-DEA6-A7E0-4381C7C73E85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FCCB4CD3-D619-69A2-C330-F6FDA6317A5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75F35FA6-A99F-31B4-5FEE-3AA6FEF57C4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84B1B0B-D60D-EA03-EE23-CA99F6AD0717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0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3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133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4F20B-B653-84C5-A8E6-FC570549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A43D02EC-2394-CB57-697A-88D4E662EC4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5C662548-B487-2447-F1D6-876D9112A58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7305F5EE-1FFC-BEEC-01AC-0789B8B4DC2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56CE079-0B5F-5222-2673-1125BD3ABA0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44E4BBAC-D6D5-4337-CE18-2BB332288DC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FC4C42CB-6542-6E66-AA9D-F27B46367DBE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7A4E000A-0681-1497-43D1-0E7A8AEFDB03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7FEF985-0792-511F-CA68-10235E8FFA89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BC99B7B6-1435-35EE-9F41-F00F964040A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B65583A1-5CD9-4C9B-0F2E-A3C49FCDC61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0348AEE-9B40-FEF3-BF7C-1708E4E2F0F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3A3B7D9-F97E-0ECE-F223-5F2E7678D236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F7A29EA5-66ED-552D-EF80-396E7F78535C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92BC889-2702-544E-C35B-87A2B305AD38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073F470-F188-B67C-E69C-AAE37A3CE2C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958CFE1-477D-6077-399C-27181AE2F0DA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40A8B4DA-C813-9D45-E640-3D7393D64C2B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39FDDC47-A179-A992-9F45-7D0403ACB23D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EE0A189-F282-6009-1786-C99104E8768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470FA78-AE02-A5E2-E43A-2910A37348C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8101D9B5-B3B2-4FFD-42AA-AA16B8686BC9}"/>
              </a:ext>
            </a:extLst>
          </p:cNvPr>
          <p:cNvSpPr/>
          <p:nvPr/>
        </p:nvSpPr>
        <p:spPr>
          <a:xfrm flipH="1">
            <a:off x="3923754" y="2413001"/>
            <a:ext cx="550395" cy="37827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5579E95-347B-683B-44EA-705E7A6FA9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ADB189FB-83BA-2D11-D3F1-E23415EE1D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19BB590A-32AC-286A-34FD-37BF089F1F9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416D62A7-8751-488E-FCC9-AD44ACB4707C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F38C6FA-DD11-8661-6401-0F0C7DDD723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4854B4B-45B0-4037-A6D3-6DD8A80F850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BEF88F4-20BB-4689-3456-70522952581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347A3F2-3847-022A-0973-82E9345BAC8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95E11211-6237-156B-643B-F6D8668F600A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37E5AF6-D07D-9FEB-DA4D-1D52CFCEBF9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C9C2531D-F281-26A6-9568-EA2AD77D168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773E9E0-F5CC-9B28-7289-3ADEF9870C1B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4C69EB7-8017-C492-5EB9-31B0BC0B8D7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4A77D475-636E-504B-2ADC-498D39BC0E39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9A8B8F-D0F4-6898-590E-A90069E8BCFD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0A47B21-77B9-55ED-E388-EEA5D9FC4162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95846651-9F3D-B6BD-9010-D29E8194930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032FA86-7B47-E105-22CD-1BAF1EEACAE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E4BCA71-C8EB-F56D-1655-7A6B1CF3020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FC4D023-9CC5-4FC3-0C2E-B02E8327795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A216CE-1DC6-075A-DA01-93608B90B5B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3B6366A-B9D2-E459-3B16-02F06A0893DE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565FDDE-D877-BDD2-248B-95E7D73F3683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88CCF29-D316-12B1-AD0C-65775773532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D2E9E59-3349-FB7D-9330-C6E2E99FFD73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58C33F6-7701-0115-0E98-4A37B2250E38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CF60D09-1565-32B7-301D-D30410A14D40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8CEF581-125E-7EB3-1C38-B0E6C08ED719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E08251-C08E-DBD4-9779-017079D649AC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0088F2C-8772-286A-8503-66C4F325E14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960560-A7CF-1956-F0DF-ADA041F59F8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58F14E9-FD6E-C469-5BE4-4376A638FE4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35E2CE-5629-D2C2-523E-995258314E19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195003B2-02FB-ADCF-7F6D-F564EDE8E82D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17E5CB04-F5CA-5747-AB6A-442FCD35E42D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81DAE0C1-991E-6D6F-4E4C-897334D9BF7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59EFC6E9-93C4-8183-F001-99A497247408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31156171-BB7B-9FD7-1300-BBFD96032548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AF83D57-56FB-8DB9-C8AA-E93B7C5DD480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968771AB-F183-1672-5A5B-08F160A737A6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58DDE58D-514B-8D2E-62E6-535C7E701AA8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0BA95106-04A5-C89A-FDFF-50643FB9295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0A7955D9-9907-E3EE-AE38-EEA88AE7EF6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3453AC87-4E68-F9D1-FA8E-327F72C26DB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AD98AF0E-067B-2FC0-E3CD-F0A599299F52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E146E47C-1345-E900-885D-6A680AB6290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1817FD5-E7FB-8A27-CE61-8359F46C03DE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0FFE30F4-C50F-7B00-6F11-BF668E56B8B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162DB1CA-E2CE-F230-113E-43996E560AA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386C55DD-797F-423B-20F8-B7FA87281A13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30DAF0B-A66A-9955-E719-52D3B60639AB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6322E4-5AD5-5419-7989-D8B4C6BB463D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4C89852-99B3-11F6-1182-7C328C4DE4F6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ABF427-70D5-A9AF-932A-33EAE349B088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769">
            <a:extLst>
              <a:ext uri="{FF2B5EF4-FFF2-40B4-BE49-F238E27FC236}">
                <a16:creationId xmlns:a16="http://schemas.microsoft.com/office/drawing/2014/main" id="{9C616FD6-DE5C-2643-4EE9-4171D36D1854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F0E330AF-75AB-447B-8979-B012FB06760D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BC9E5592-2569-2DA0-2631-43F84F3026EF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2244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8B86-6E11-6D35-057C-308C0EC4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E1992C2-2C90-7542-D662-CD982F9CF63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106BFB81-638C-04D9-598D-AA1894E37295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868D52C-DBED-C4DA-9767-89CF8029725F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D02C02-3587-AFDF-5799-BFCF02737B20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0219FFDD-CEF7-4D4A-CDD1-2107ADEEF3E8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74423A3-A649-D00A-B57D-0531CABFD9F3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682784D6-B630-7C18-05A0-3723C50DBC3B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6AB6663A-1D53-AC22-724F-BA97F9AE85E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BB745983-9C22-4C57-C205-62532D59FB3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C8D5F3D-6B62-DF19-BA64-C5DF53CD12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1566602-3B9D-4396-30B3-DDA7EA51A01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2703240-3D32-9EED-8190-0F42F07390A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D1F6BDE4-7897-0AB7-EEDB-8DBC14CCAA2B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31AA39EB-CA76-8970-113E-B2075DB9548F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045982EB-1EAE-97D5-2078-7E88567577EC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1807435-21F1-A145-4157-DF40986E9CEB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FA46E402-A9E1-DBD6-96AD-633807BF5589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3A0D8E5-7552-9270-B574-FC36E2EC1D6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F87D0C6-38E1-7876-F186-3411EF4F388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E574712-373F-8074-272D-790585347C4E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6037D8E9-F565-69EB-09E3-33139B9BA1E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83A03BBE-66BE-4A19-E1B8-35FCCFD0C8D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56DA325-58AB-D993-D11C-F4F325D34D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74FB641-22F7-51C5-50AB-2B1E85F4157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C049116-FF7B-9A0D-ADBA-64E01B0B2A7E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E1D5413-1AC3-40BA-FA84-D75C89B4732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544275E-5BFE-91CC-2FCE-E23FD8367A8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DEBED-1F8C-E7D8-5022-C6568B2151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87D8FA0-985E-0A29-570B-EEFE2D88522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B871313-DB4F-D1FE-DE46-EFCAF8BC626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844D1AD-6CD3-6641-4185-CF10778C1A3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4DD100EF-788D-1126-47D5-1B34A54D7D8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2AA9A5F-2FE8-75D7-F289-66835C9FAFA8}"/>
              </a:ext>
            </a:extLst>
          </p:cNvPr>
          <p:cNvSpPr>
            <a:spLocks noGrp="1"/>
          </p:cNvSpPr>
          <p:nvPr/>
        </p:nvSpPr>
        <p:spPr>
          <a:xfrm>
            <a:off x="4733218" y="1422401"/>
            <a:ext cx="53777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CC491A46-77F3-539C-FE7C-D3B2DB0440C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447B47A-DE92-CDB0-A602-408DB89E734F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3C74E3D-C84F-5306-88EC-8FA6B87EEAC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94EE71C-948C-253B-D280-D63AD89FE4C1}"/>
              </a:ext>
            </a:extLst>
          </p:cNvPr>
          <p:cNvSpPr>
            <a:spLocks noGrp="1"/>
          </p:cNvSpPr>
          <p:nvPr/>
        </p:nvSpPr>
        <p:spPr>
          <a:xfrm>
            <a:off x="5278155" y="1422401"/>
            <a:ext cx="53320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8DF569C-9A5A-E964-52EA-E6B1E6AA1ED5}"/>
              </a:ext>
            </a:extLst>
          </p:cNvPr>
          <p:cNvSpPr>
            <a:spLocks noGrp="1"/>
          </p:cNvSpPr>
          <p:nvPr/>
        </p:nvSpPr>
        <p:spPr>
          <a:xfrm>
            <a:off x="5816430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CBC17847-C560-8874-943E-4C4E0CEDCAB6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AF2BD24F-33A3-735F-F0EB-F6D60D5E74F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98DEDA6E-89CF-DB84-60E1-DE1A3B2041EC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92D49A1E-8302-6A5B-6510-89EFF3248E3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0FDBACE5-C0C2-D046-5195-E71345A4A9C7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4E040843-FAFA-D738-2E43-A18B09794DE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A5FC690-A437-E9F6-4246-D70C0F646C0C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7" name="Rectangle 231">
            <a:extLst>
              <a:ext uri="{FF2B5EF4-FFF2-40B4-BE49-F238E27FC236}">
                <a16:creationId xmlns:a16="http://schemas.microsoft.com/office/drawing/2014/main" id="{C268EF1E-52F9-C5DA-D3D1-A4C45301AC2D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9BB7160A-1A10-FE4C-FE5A-FC982EB47BFA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3C964CA9-BE74-E244-194F-411DF5EDA4E2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769">
            <a:extLst>
              <a:ext uri="{FF2B5EF4-FFF2-40B4-BE49-F238E27FC236}">
                <a16:creationId xmlns:a16="http://schemas.microsoft.com/office/drawing/2014/main" id="{B2CD2121-3972-C277-513F-193165DC9733}"/>
              </a:ext>
            </a:extLst>
          </p:cNvPr>
          <p:cNvSpPr/>
          <p:nvPr/>
        </p:nvSpPr>
        <p:spPr>
          <a:xfrm flipH="1">
            <a:off x="4463878" y="2409536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E618747-5312-F7C6-4153-C6108DA93EDD}"/>
              </a:ext>
            </a:extLst>
          </p:cNvPr>
          <p:cNvCxnSpPr>
            <a:cxnSpLocks/>
          </p:cNvCxnSpPr>
          <p:nvPr/>
        </p:nvCxnSpPr>
        <p:spPr>
          <a:xfrm>
            <a:off x="4731904" y="2406469"/>
            <a:ext cx="6154" cy="38808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769">
            <a:extLst>
              <a:ext uri="{FF2B5EF4-FFF2-40B4-BE49-F238E27FC236}">
                <a16:creationId xmlns:a16="http://schemas.microsoft.com/office/drawing/2014/main" id="{E2605111-FA72-5BB4-8255-F70AF8EB2FB4}"/>
              </a:ext>
            </a:extLst>
          </p:cNvPr>
          <p:cNvSpPr/>
          <p:nvPr/>
        </p:nvSpPr>
        <p:spPr>
          <a:xfrm flipH="1">
            <a:off x="3923248" y="2409127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5" name="Rectangle 769">
            <a:extLst>
              <a:ext uri="{FF2B5EF4-FFF2-40B4-BE49-F238E27FC236}">
                <a16:creationId xmlns:a16="http://schemas.microsoft.com/office/drawing/2014/main" id="{0F9056E9-793A-4EBA-781C-25164F15638B}"/>
              </a:ext>
            </a:extLst>
          </p:cNvPr>
          <p:cNvSpPr/>
          <p:nvPr/>
        </p:nvSpPr>
        <p:spPr>
          <a:xfrm flipH="1">
            <a:off x="3376204" y="2409779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5DF4A28-B48C-BD13-20E8-D5050EF4E425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769">
            <a:extLst>
              <a:ext uri="{FF2B5EF4-FFF2-40B4-BE49-F238E27FC236}">
                <a16:creationId xmlns:a16="http://schemas.microsoft.com/office/drawing/2014/main" id="{7A8EB747-FE76-6E28-2202-240B2E6D0393}"/>
              </a:ext>
            </a:extLst>
          </p:cNvPr>
          <p:cNvSpPr/>
          <p:nvPr/>
        </p:nvSpPr>
        <p:spPr>
          <a:xfrm flipH="1">
            <a:off x="9869413" y="2407151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59" name="Rectangle 769">
            <a:extLst>
              <a:ext uri="{FF2B5EF4-FFF2-40B4-BE49-F238E27FC236}">
                <a16:creationId xmlns:a16="http://schemas.microsoft.com/office/drawing/2014/main" id="{CE3EF7D9-351A-EF15-EE9E-2F3A3893A4F5}"/>
              </a:ext>
            </a:extLst>
          </p:cNvPr>
          <p:cNvSpPr/>
          <p:nvPr/>
        </p:nvSpPr>
        <p:spPr>
          <a:xfrm flipH="1">
            <a:off x="9328783" y="2406742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5" name="Rectangle 769">
            <a:extLst>
              <a:ext uri="{FF2B5EF4-FFF2-40B4-BE49-F238E27FC236}">
                <a16:creationId xmlns:a16="http://schemas.microsoft.com/office/drawing/2014/main" id="{E2E70649-D611-D48B-0939-4F8AF53A7ED9}"/>
              </a:ext>
            </a:extLst>
          </p:cNvPr>
          <p:cNvSpPr/>
          <p:nvPr/>
        </p:nvSpPr>
        <p:spPr>
          <a:xfrm flipH="1">
            <a:off x="8788273" y="2407394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A6102F-7993-DDFA-F499-E1E34977D716}"/>
              </a:ext>
            </a:extLst>
          </p:cNvPr>
          <p:cNvCxnSpPr>
            <a:cxnSpLocks/>
          </p:cNvCxnSpPr>
          <p:nvPr/>
        </p:nvCxnSpPr>
        <p:spPr>
          <a:xfrm>
            <a:off x="10138411" y="240646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1A5783C8-80EB-2689-FBF7-CA295B28263B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769">
            <a:extLst>
              <a:ext uri="{FF2B5EF4-FFF2-40B4-BE49-F238E27FC236}">
                <a16:creationId xmlns:a16="http://schemas.microsoft.com/office/drawing/2014/main" id="{417F9809-B895-E86C-13D9-C12023B841F6}"/>
              </a:ext>
            </a:extLst>
          </p:cNvPr>
          <p:cNvSpPr/>
          <p:nvPr/>
        </p:nvSpPr>
        <p:spPr>
          <a:xfrm flipH="1">
            <a:off x="7438102" y="2409532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7" name="Rectangle 769">
            <a:extLst>
              <a:ext uri="{FF2B5EF4-FFF2-40B4-BE49-F238E27FC236}">
                <a16:creationId xmlns:a16="http://schemas.microsoft.com/office/drawing/2014/main" id="{0E1E7093-E9E3-581B-4F49-D48A1BD46F6F}"/>
              </a:ext>
            </a:extLst>
          </p:cNvPr>
          <p:cNvSpPr/>
          <p:nvPr/>
        </p:nvSpPr>
        <p:spPr>
          <a:xfrm flipH="1">
            <a:off x="6897472" y="2409123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8" name="Rectangle 769">
            <a:extLst>
              <a:ext uri="{FF2B5EF4-FFF2-40B4-BE49-F238E27FC236}">
                <a16:creationId xmlns:a16="http://schemas.microsoft.com/office/drawing/2014/main" id="{FDD555D7-8112-C471-7097-56984B1D0CB5}"/>
              </a:ext>
            </a:extLst>
          </p:cNvPr>
          <p:cNvSpPr/>
          <p:nvPr/>
        </p:nvSpPr>
        <p:spPr>
          <a:xfrm flipH="1">
            <a:off x="6350428" y="2409775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B9337CDC-E3BB-2D92-2BDF-D77C926382B1}"/>
              </a:ext>
            </a:extLst>
          </p:cNvPr>
          <p:cNvCxnSpPr>
            <a:cxnSpLocks/>
          </p:cNvCxnSpPr>
          <p:nvPr/>
        </p:nvCxnSpPr>
        <p:spPr>
          <a:xfrm>
            <a:off x="7701074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69">
            <a:extLst>
              <a:ext uri="{FF2B5EF4-FFF2-40B4-BE49-F238E27FC236}">
                <a16:creationId xmlns:a16="http://schemas.microsoft.com/office/drawing/2014/main" id="{176A6BD0-0084-EC88-574B-8AD846F582A5}"/>
              </a:ext>
            </a:extLst>
          </p:cNvPr>
          <p:cNvSpPr/>
          <p:nvPr/>
        </p:nvSpPr>
        <p:spPr>
          <a:xfrm flipH="1">
            <a:off x="8250543" y="1419414"/>
            <a:ext cx="268026" cy="37339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72" name="Rectangle 769">
            <a:extLst>
              <a:ext uri="{FF2B5EF4-FFF2-40B4-BE49-F238E27FC236}">
                <a16:creationId xmlns:a16="http://schemas.microsoft.com/office/drawing/2014/main" id="{465F8745-4C62-0DC8-070C-0EF45C6E20DE}"/>
              </a:ext>
            </a:extLst>
          </p:cNvPr>
          <p:cNvSpPr/>
          <p:nvPr/>
        </p:nvSpPr>
        <p:spPr>
          <a:xfrm flipH="1">
            <a:off x="7709913" y="1419004"/>
            <a:ext cx="536518" cy="37379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9765A2A-CED9-65A5-7A00-579CB70355B1}"/>
              </a:ext>
            </a:extLst>
          </p:cNvPr>
          <p:cNvCxnSpPr>
            <a:cxnSpLocks/>
          </p:cNvCxnSpPr>
          <p:nvPr/>
        </p:nvCxnSpPr>
        <p:spPr>
          <a:xfrm>
            <a:off x="8521022" y="1419244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1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2666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6A34-0083-D506-2DD4-26C3005A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194370-086D-0C41-DAE4-4A0F701ED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4" y="2042040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540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3CA1-F779-043E-BB99-41354A04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Группа 82">
            <a:extLst>
              <a:ext uri="{FF2B5EF4-FFF2-40B4-BE49-F238E27FC236}">
                <a16:creationId xmlns:a16="http://schemas.microsoft.com/office/drawing/2014/main" id="{DA9FBDFD-5A40-2012-4DA7-205A27B8285B}"/>
              </a:ext>
            </a:extLst>
          </p:cNvPr>
          <p:cNvGrpSpPr/>
          <p:nvPr/>
        </p:nvGrpSpPr>
        <p:grpSpPr>
          <a:xfrm>
            <a:off x="2462743" y="1467327"/>
            <a:ext cx="1955156" cy="384175"/>
            <a:chOff x="3567641" y="1444466"/>
            <a:chExt cx="1955156" cy="384175"/>
          </a:xfrm>
        </p:grpSpPr>
        <p:cxnSp>
          <p:nvCxnSpPr>
            <p:cNvPr id="38" name="Straight Connector 90">
              <a:extLst>
                <a:ext uri="{FF2B5EF4-FFF2-40B4-BE49-F238E27FC236}">
                  <a16:creationId xmlns:a16="http://schemas.microsoft.com/office/drawing/2014/main" id="{54F282E5-8052-3235-E644-414AC93869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7641" y="1446053"/>
              <a:ext cx="0" cy="38100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0">
              <a:extLst>
                <a:ext uri="{FF2B5EF4-FFF2-40B4-BE49-F238E27FC236}">
                  <a16:creationId xmlns:a16="http://schemas.microsoft.com/office/drawing/2014/main" id="{3B713633-5440-F310-0E1C-EA36FA9D4825}"/>
                </a:ext>
              </a:extLst>
            </p:cNvPr>
            <p:cNvCxnSpPr>
              <a:cxnSpLocks/>
            </p:cNvCxnSpPr>
            <p:nvPr/>
          </p:nvCxnSpPr>
          <p:spPr>
            <a:xfrm>
              <a:off x="3721705" y="1444466"/>
              <a:ext cx="3810" cy="384175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28A9D4-103B-2761-03BC-59A11CE70EBB}"/>
                </a:ext>
              </a:extLst>
            </p:cNvPr>
            <p:cNvSpPr txBox="1"/>
            <p:nvPr/>
          </p:nvSpPr>
          <p:spPr>
            <a:xfrm>
              <a:off x="3871383" y="1477864"/>
              <a:ext cx="1651414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release/finish</a:t>
              </a:r>
              <a:endParaRPr lang="en-RU" sz="1700" dirty="0"/>
            </a:p>
          </p:txBody>
        </p:sp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730B2A18-67C2-C981-CAC5-D9DD17FF4125}"/>
              </a:ext>
            </a:extLst>
          </p:cNvPr>
          <p:cNvGrpSpPr/>
          <p:nvPr/>
        </p:nvGrpSpPr>
        <p:grpSpPr>
          <a:xfrm>
            <a:off x="2556420" y="1974691"/>
            <a:ext cx="1371598" cy="371019"/>
            <a:chOff x="3661321" y="1951831"/>
            <a:chExt cx="1371598" cy="371019"/>
          </a:xfrm>
        </p:grpSpPr>
        <p:cxnSp>
          <p:nvCxnSpPr>
            <p:cNvPr id="53" name="Straight Connector 232">
              <a:extLst>
                <a:ext uri="{FF2B5EF4-FFF2-40B4-BE49-F238E27FC236}">
                  <a16:creationId xmlns:a16="http://schemas.microsoft.com/office/drawing/2014/main" id="{F6D9FFB9-7E82-0B1D-D4D9-24831621B6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1321" y="1951831"/>
              <a:ext cx="0" cy="371019"/>
            </a:xfrm>
            <a:prstGeom prst="line">
              <a:avLst/>
            </a:prstGeom>
            <a:noFill/>
            <a:ln w="22860" cmpd="sng">
              <a:solidFill>
                <a:schemeClr val="tx1">
                  <a:lumMod val="85000"/>
                  <a:lumOff val="15000"/>
                </a:schemeClr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AD8EC-685D-B317-B3E8-6A8AD0E790B1}"/>
                </a:ext>
              </a:extLst>
            </p:cNvPr>
            <p:cNvSpPr txBox="1"/>
            <p:nvPr/>
          </p:nvSpPr>
          <p:spPr>
            <a:xfrm>
              <a:off x="3871383" y="1951831"/>
              <a:ext cx="1161536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</a:t>
              </a:r>
              <a:endParaRPr lang="en-RU" sz="1700" dirty="0"/>
            </a:p>
          </p:txBody>
        </p:sp>
      </p:grpSp>
      <p:grpSp>
        <p:nvGrpSpPr>
          <p:cNvPr id="89" name="Группа 88">
            <a:extLst>
              <a:ext uri="{FF2B5EF4-FFF2-40B4-BE49-F238E27FC236}">
                <a16:creationId xmlns:a16="http://schemas.microsoft.com/office/drawing/2014/main" id="{B9C5BDDD-3DA4-B5A5-2229-048D9FFEDDD6}"/>
              </a:ext>
            </a:extLst>
          </p:cNvPr>
          <p:cNvGrpSpPr/>
          <p:nvPr/>
        </p:nvGrpSpPr>
        <p:grpSpPr>
          <a:xfrm>
            <a:off x="2427894" y="2397757"/>
            <a:ext cx="4418553" cy="399597"/>
            <a:chOff x="3532793" y="2374896"/>
            <a:chExt cx="4418553" cy="399597"/>
          </a:xfrm>
        </p:grpSpPr>
        <p:grpSp>
          <p:nvGrpSpPr>
            <p:cNvPr id="55" name="Group 230">
              <a:extLst>
                <a:ext uri="{FF2B5EF4-FFF2-40B4-BE49-F238E27FC236}">
                  <a16:creationId xmlns:a16="http://schemas.microsoft.com/office/drawing/2014/main" id="{31628151-3BF1-C6EF-B1CC-8D8C1EEC7493}"/>
                </a:ext>
              </a:extLst>
            </p:cNvPr>
            <p:cNvGrpSpPr/>
            <p:nvPr/>
          </p:nvGrpSpPr>
          <p:grpSpPr>
            <a:xfrm>
              <a:off x="3532793" y="2403474"/>
              <a:ext cx="90602" cy="371019"/>
              <a:chOff x="3509152" y="253612"/>
              <a:chExt cx="45719" cy="296189"/>
            </a:xfrm>
          </p:grpSpPr>
          <p:sp>
            <p:nvSpPr>
              <p:cNvPr id="57" name="Rectangle 231">
                <a:extLst>
                  <a:ext uri="{FF2B5EF4-FFF2-40B4-BE49-F238E27FC236}">
                    <a16:creationId xmlns:a16="http://schemas.microsoft.com/office/drawing/2014/main" id="{D82197D5-FF57-6738-0BD1-F34FA7A79D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59" name="Straight Connector 232">
                <a:extLst>
                  <a:ext uri="{FF2B5EF4-FFF2-40B4-BE49-F238E27FC236}">
                    <a16:creationId xmlns:a16="http://schemas.microsoft.com/office/drawing/2014/main" id="{1DA35B67-6C14-A96D-F02C-6B9DD03995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860" cmpd="sng">
                <a:solidFill>
                  <a:schemeClr val="tx1"/>
                </a:solidFill>
                <a:prstDash val="dash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90">
              <a:extLst>
                <a:ext uri="{FF2B5EF4-FFF2-40B4-BE49-F238E27FC236}">
                  <a16:creationId xmlns:a16="http://schemas.microsoft.com/office/drawing/2014/main" id="{AEAEB569-2273-7CD8-5762-1767357EBD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27809" y="2374896"/>
              <a:ext cx="0" cy="381000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F73A1-15C3-A1DD-03B0-E6486B1EFFAE}"/>
                </a:ext>
              </a:extLst>
            </p:cNvPr>
            <p:cNvSpPr txBox="1"/>
            <p:nvPr/>
          </p:nvSpPr>
          <p:spPr>
            <a:xfrm>
              <a:off x="3871383" y="2454147"/>
              <a:ext cx="40799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deadline/deadline and scheduled release</a:t>
              </a:r>
              <a:endParaRPr lang="en-RU" sz="1700" dirty="0"/>
            </a:p>
          </p:txBody>
        </p:sp>
      </p:grpSp>
      <p:grpSp>
        <p:nvGrpSpPr>
          <p:cNvPr id="90" name="Группа 89">
            <a:extLst>
              <a:ext uri="{FF2B5EF4-FFF2-40B4-BE49-F238E27FC236}">
                <a16:creationId xmlns:a16="http://schemas.microsoft.com/office/drawing/2014/main" id="{9914F201-4ACA-7390-5C33-C39AD3839A85}"/>
              </a:ext>
            </a:extLst>
          </p:cNvPr>
          <p:cNvGrpSpPr/>
          <p:nvPr/>
        </p:nvGrpSpPr>
        <p:grpSpPr>
          <a:xfrm>
            <a:off x="7239119" y="1472513"/>
            <a:ext cx="1987023" cy="274473"/>
            <a:chOff x="3567641" y="2771723"/>
            <a:chExt cx="1987022" cy="2744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/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l-GR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2000" r="-32000" b="-73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A0B1CA-1FF1-4976-5DAB-31CB63F8B500}"/>
                </a:ext>
              </a:extLst>
            </p:cNvPr>
            <p:cNvSpPr txBox="1"/>
            <p:nvPr/>
          </p:nvSpPr>
          <p:spPr>
            <a:xfrm>
              <a:off x="3871383" y="2771723"/>
              <a:ext cx="168328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 delay</a:t>
              </a:r>
              <a:endParaRPr lang="en-RU" sz="1700" dirty="0"/>
            </a:p>
          </p:txBody>
        </p:sp>
      </p:grpSp>
      <p:sp>
        <p:nvSpPr>
          <p:cNvPr id="71" name="job 1">
            <a:extLst>
              <a:ext uri="{FF2B5EF4-FFF2-40B4-BE49-F238E27FC236}">
                <a16:creationId xmlns:a16="http://schemas.microsoft.com/office/drawing/2014/main" id="{044E00C9-EFD1-482B-6A7E-2773C5ED9E51}"/>
              </a:ext>
            </a:extLst>
          </p:cNvPr>
          <p:cNvSpPr>
            <a:spLocks noGrp="1"/>
          </p:cNvSpPr>
          <p:nvPr/>
        </p:nvSpPr>
        <p:spPr>
          <a:xfrm>
            <a:off x="7239118" y="1919760"/>
            <a:ext cx="90602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5657-CCFC-3653-1EB2-7F442E966370}"/>
              </a:ext>
            </a:extLst>
          </p:cNvPr>
          <p:cNvSpPr txBox="1"/>
          <p:nvPr/>
        </p:nvSpPr>
        <p:spPr>
          <a:xfrm>
            <a:off x="7577707" y="1974692"/>
            <a:ext cx="354424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job execution/execution after deadline</a:t>
            </a:r>
            <a:endParaRPr lang="en-RU" sz="1700" dirty="0"/>
          </a:p>
        </p:txBody>
      </p:sp>
      <p:sp>
        <p:nvSpPr>
          <p:cNvPr id="77" name="skip cross b">
            <a:extLst>
              <a:ext uri="{FF2B5EF4-FFF2-40B4-BE49-F238E27FC236}">
                <a16:creationId xmlns:a16="http://schemas.microsoft.com/office/drawing/2014/main" id="{32E99B2C-0B31-1CDA-8BFA-E4EDE10AA116}"/>
              </a:ext>
            </a:extLst>
          </p:cNvPr>
          <p:cNvSpPr>
            <a:spLocks noGrp="1"/>
          </p:cNvSpPr>
          <p:nvPr/>
        </p:nvSpPr>
        <p:spPr>
          <a:xfrm flipV="1"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8" name="skip cross a">
            <a:extLst>
              <a:ext uri="{FF2B5EF4-FFF2-40B4-BE49-F238E27FC236}">
                <a16:creationId xmlns:a16="http://schemas.microsoft.com/office/drawing/2014/main" id="{951AE809-1E93-945D-3281-BEFCD8D099B5}"/>
              </a:ext>
            </a:extLst>
          </p:cNvPr>
          <p:cNvSpPr>
            <a:spLocks noGrp="1"/>
          </p:cNvSpPr>
          <p:nvPr/>
        </p:nvSpPr>
        <p:spPr>
          <a:xfrm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C2858-CFC7-B088-8CC2-92E008CA353F}"/>
              </a:ext>
            </a:extLst>
          </p:cNvPr>
          <p:cNvSpPr txBox="1"/>
          <p:nvPr/>
        </p:nvSpPr>
        <p:spPr>
          <a:xfrm>
            <a:off x="7577709" y="2477008"/>
            <a:ext cx="148951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skipped release</a:t>
            </a:r>
            <a:endParaRPr lang="en-RU" sz="1700" dirty="0"/>
          </a:p>
        </p:txBody>
      </p:sp>
      <p:sp>
        <p:nvSpPr>
          <p:cNvPr id="2" name="Rectangle 769">
            <a:extLst>
              <a:ext uri="{FF2B5EF4-FFF2-40B4-BE49-F238E27FC236}">
                <a16:creationId xmlns:a16="http://schemas.microsoft.com/office/drawing/2014/main" id="{3EFE6102-F45D-32AC-5103-77DEC2B5CDB0}"/>
              </a:ext>
            </a:extLst>
          </p:cNvPr>
          <p:cNvSpPr/>
          <p:nvPr/>
        </p:nvSpPr>
        <p:spPr>
          <a:xfrm flipH="1">
            <a:off x="7381399" y="1919760"/>
            <a:ext cx="92910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4285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BB40-894E-D27C-4FF4-DCE76EEFE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EFB06C20-BF5C-6050-B5CF-2D5A610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5" y="0"/>
            <a:ext cx="7986452" cy="2773920"/>
          </a:xfrm>
          <a:prstGeom prst="rect">
            <a:avLst/>
          </a:prstGeom>
        </p:spPr>
      </p:pic>
      <p:pic>
        <p:nvPicPr>
          <p:cNvPr id="157" name="Рисунок 156">
            <a:extLst>
              <a:ext uri="{FF2B5EF4-FFF2-40B4-BE49-F238E27FC236}">
                <a16:creationId xmlns:a16="http://schemas.microsoft.com/office/drawing/2014/main" id="{DD56BAF9-AD66-FE9C-EF34-9A2C6EC4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775" y="2466703"/>
            <a:ext cx="7986452" cy="2773920"/>
          </a:xfrm>
          <a:prstGeom prst="rect">
            <a:avLst/>
          </a:prstGeom>
        </p:spPr>
      </p:pic>
      <p:pic>
        <p:nvPicPr>
          <p:cNvPr id="236" name="Рисунок 235">
            <a:extLst>
              <a:ext uri="{FF2B5EF4-FFF2-40B4-BE49-F238E27FC236}">
                <a16:creationId xmlns:a16="http://schemas.microsoft.com/office/drawing/2014/main" id="{26F475E8-F8A8-D68D-50F1-5011542E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2775" y="4933406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90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12310</TotalTime>
  <Words>2140</Words>
  <Application>Microsoft Office PowerPoint</Application>
  <PresentationFormat>Широкоэкранный</PresentationFormat>
  <Paragraphs>1196</Paragraphs>
  <Slides>42</Slides>
  <Notes>0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50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352</cp:revision>
  <cp:lastPrinted>2024-06-05T11:48:30Z</cp:lastPrinted>
  <dcterms:created xsi:type="dcterms:W3CDTF">2024-01-08T10:43:46Z</dcterms:created>
  <dcterms:modified xsi:type="dcterms:W3CDTF">2026-10-18T09:08:12Z</dcterms:modified>
</cp:coreProperties>
</file>