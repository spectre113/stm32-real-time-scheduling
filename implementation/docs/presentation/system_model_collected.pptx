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801600" cy="168021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62" y="-4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749789"/>
            <a:ext cx="10881360" cy="584962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8824993"/>
            <a:ext cx="9601200" cy="405661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1DEE-DE17-4F54-927B-737A3EDF111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AC9-A1BC-4421-8582-2B3A66E71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87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1DEE-DE17-4F54-927B-737A3EDF111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AC9-A1BC-4421-8582-2B3A66E71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41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4188862"/>
            <a:ext cx="11041380" cy="6989206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11244188"/>
            <a:ext cx="11041380" cy="3675458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1DEE-DE17-4F54-927B-737A3EDF111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AC9-A1BC-4421-8582-2B3A66E71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65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4472781"/>
            <a:ext cx="5440680" cy="1066077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4472781"/>
            <a:ext cx="5440680" cy="1066077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1DEE-DE17-4F54-927B-737A3EDF111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AC9-A1BC-4421-8582-2B3A66E71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05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894560"/>
            <a:ext cx="11041380" cy="324762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4118850"/>
            <a:ext cx="5415676" cy="2018584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6137434"/>
            <a:ext cx="5415676" cy="90272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4118850"/>
            <a:ext cx="5442347" cy="2018584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6137434"/>
            <a:ext cx="5442347" cy="90272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1DEE-DE17-4F54-927B-737A3EDF111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AC9-A1BC-4421-8582-2B3A66E71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59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1DEE-DE17-4F54-927B-737A3EDF111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AC9-A1BC-4421-8582-2B3A66E71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488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1DEE-DE17-4F54-927B-737A3EDF111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AC9-A1BC-4421-8582-2B3A66E71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8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1120140"/>
            <a:ext cx="4128849" cy="392049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2419195"/>
            <a:ext cx="6480810" cy="11940381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5040630"/>
            <a:ext cx="4128849" cy="9338391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1DEE-DE17-4F54-927B-737A3EDF111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AC9-A1BC-4421-8582-2B3A66E71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138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1120140"/>
            <a:ext cx="4128849" cy="392049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2419195"/>
            <a:ext cx="6480810" cy="11940381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5040630"/>
            <a:ext cx="4128849" cy="9338391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1DEE-DE17-4F54-927B-737A3EDF111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AC9-A1BC-4421-8582-2B3A66E71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901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1DEE-DE17-4F54-927B-737A3EDF111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AC9-A1BC-4421-8582-2B3A66E71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71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894556"/>
            <a:ext cx="2760345" cy="1423900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894556"/>
            <a:ext cx="8121015" cy="1423900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1DEE-DE17-4F54-927B-737A3EDF111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AC9-A1BC-4421-8582-2B3A66E71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90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894560"/>
            <a:ext cx="11041380" cy="3247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4472781"/>
            <a:ext cx="11041380" cy="10660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15573061"/>
            <a:ext cx="2880360" cy="8945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41DEE-DE17-4F54-927B-737A3EDF111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15573061"/>
            <a:ext cx="4320540" cy="8945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15573061"/>
            <a:ext cx="2880360" cy="8945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09AC9-A1BC-4421-8582-2B3A66E71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76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8F39117-719F-B60E-7CAB-4CE181390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379" y="2678501"/>
            <a:ext cx="7986452" cy="277392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0B2380-C020-1CDB-A9DE-9C15FBB94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379" y="5498837"/>
            <a:ext cx="7986452" cy="277392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C593DF5-9B02-13B0-265B-D30581310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79" y="8319174"/>
            <a:ext cx="7986452" cy="277392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C03324E-DFA7-B52A-39F1-15AB44A6CD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1898" y="1592300"/>
            <a:ext cx="6297803" cy="1143351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9BF34A29-7E73-AE52-2745-1A68AA79C1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4379" y="11093094"/>
            <a:ext cx="7986452" cy="133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3489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</TotalTime>
  <Words>0</Words>
  <Application>Microsoft Office PowerPoint</Application>
  <PresentationFormat>Произвольный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Владимир Топорков</dc:creator>
  <cp:lastModifiedBy>Владимир Топорков</cp:lastModifiedBy>
  <cp:revision>1</cp:revision>
  <dcterms:created xsi:type="dcterms:W3CDTF">2026-10-14T16:47:25Z</dcterms:created>
  <dcterms:modified xsi:type="dcterms:W3CDTF">2026-10-14T16:54:24Z</dcterms:modified>
</cp:coreProperties>
</file>